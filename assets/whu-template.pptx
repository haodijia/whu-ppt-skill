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tif" ContentType="image/tiff"/>
  <Override PartName="/ppt/slides/slide11.xml" ContentType="application/vnd.openxmlformats-officedocument.presentationml.slide+xml"/>
  <Override PartName="/ppt/slides/slide19.xml" ContentType="application/vnd.openxmlformats-officedocument.presentationml.slide+xml"/>
  <Override PartName="/ppt/notesSlides/notesSlide11.xml" ContentType="application/vnd.openxmlformats-officedocument.presentationml.notesSlide+xml"/>
  <Override PartName="/ppt/slides/public-slide3.xml" ContentType="application/vnd.openxmlformats-officedocument.presentationml.slide+xml"/>
  <Override PartName="/ppt/notesSlides/public-notesSlide1.xml" ContentType="application/vnd.openxmlformats-officedocument.presentationml.notesSlide+xml"/>
  <Override PartName="/ppt/slides/public-slide4.xml" ContentType="application/vnd.openxmlformats-officedocument.presentationml.slide+xml"/>
  <Override PartName="/ppt/notesSlides/public-notesSlide2.xml" ContentType="application/vnd.openxmlformats-officedocument.presentationml.notesSlide+xml"/>
  <Override PartName="/ppt/slides/public-slide6.xml" ContentType="application/vnd.openxmlformats-officedocument.presentationml.slide+xml"/>
  <Override PartName="/ppt/notesSlides/public-notesSlide3.xml" ContentType="application/vnd.openxmlformats-officedocument.presentationml.notesSlide+xml"/>
  <Override PartName="/ppt/slides/public-slide7.xml" ContentType="application/vnd.openxmlformats-officedocument.presentationml.slide+xml"/>
  <Override PartName="/ppt/notesSlides/public-notesSlide4.xml" ContentType="application/vnd.openxmlformats-officedocument.presentationml.notesSlide+xml"/>
  <Override PartName="/ppt/slides/public-slide8.xml" ContentType="application/vnd.openxmlformats-officedocument.presentationml.slide+xml"/>
  <Override PartName="/ppt/notesSlides/public-notesSlide5.xml" ContentType="application/vnd.openxmlformats-officedocument.presentationml.notesSlide+xml"/>
  <Override PartName="/ppt/slides/public-slide9.xml" ContentType="application/vnd.openxmlformats-officedocument.presentationml.slide+xml"/>
  <Override PartName="/ppt/notesSlides/public-notesSlide6.xml" ContentType="application/vnd.openxmlformats-officedocument.presentationml.notesSlide+xml"/>
  <Override PartName="/ppt/slides/public-slide10.xml" ContentType="application/vnd.openxmlformats-officedocument.presentationml.slide+xml"/>
  <Override PartName="/ppt/notesSlides/public-notesSlide7.xml" ContentType="application/vnd.openxmlformats-officedocument.presentationml.notesSlide+xml"/>
  <Override PartName="/ppt/slides/public-slide11.xml" ContentType="application/vnd.openxmlformats-officedocument.presentationml.slide+xml"/>
  <Override PartName="/ppt/notesSlides/public-notesSlide8.xml" ContentType="application/vnd.openxmlformats-officedocument.presentationml.notesSlide+xml"/>
  <Override PartName="/ppt/slides/public-slide12.xml" ContentType="application/vnd.openxmlformats-officedocument.presentationml.slide+xml"/>
  <Override PartName="/ppt/notesSlides/public-notesSlide9.xml" ContentType="application/vnd.openxmlformats-officedocument.presentationml.notesSlide+xml"/>
  <Override PartName="/ppt/slides/background-slide6.xml" ContentType="application/vnd.openxmlformats-officedocument.presentationml.slide+xml"/>
  <Override PartName="/ppt/notesSlides/background-notesSlide4.xml" ContentType="application/vnd.openxmlformats-officedocument.presentationml.notesSlide+xml"/>
  <Override PartName="/ppt/slides/fidelity-slide3.xml" ContentType="application/vnd.openxmlformats-officedocument.presentationml.slide+xml"/>
  <Override PartName="/ppt/notesSlides/fidelity-notesSlide1.xml" ContentType="application/vnd.openxmlformats-officedocument.presentationml.notesSlide+xml"/>
  <Override PartName="/ppt/slides/fidelity-slide4.xml" ContentType="application/vnd.openxmlformats-officedocument.presentationml.slide+xml"/>
  <Override PartName="/ppt/notesSlides/fidelity-notesSlide2.xml" ContentType="application/vnd.openxmlformats-officedocument.presentationml.notesSlide+xml"/>
  <Override PartName="/ppt/slides/fidelity-slide5.xml" ContentType="application/vnd.openxmlformats-officedocument.presentationml.slide+xml"/>
  <Override PartName="/ppt/notesSlides/fidelity-notesSlide3.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2" r:id="rId2"/>
  </p:sldMasterIdLst>
  <p:notesMasterIdLst>
    <p:notesMasterId r:id="rId5"/>
  </p:notesMasterIdLst>
  <p:sldIdLst>
    <p:sldId id="256" r:id="rIdLibrarySlide1"/>
    <p:sldId id="257" r:id="rIdLibrarySlide2"/>
    <p:sldId id="258" r:id="rIdLibrarySlide3"/>
    <p:sldId id="259" r:id="rIdLibrarySlide4"/>
    <p:sldId id="260" r:id="rIdLibrarySlide5"/>
    <p:sldId id="261" r:id="rIdLibrarySlide6"/>
    <p:sldId id="262" r:id="rIdLibrarySlide7"/>
    <p:sldId id="263" r:id="rIdLibrarySlide8"/>
    <p:sldId id="264" r:id="rIdLibrarySlide9"/>
    <p:sldId id="265" r:id="rIdLibrarySlide10"/>
    <p:sldId id="266" r:id="rIdLibrarySlide11"/>
    <p:sldId id="267" r:id="rIdLibrarySlide12"/>
    <p:sldId id="268" r:id="rIdLibrarySlide13"/>
    <p:sldId id="269" r:id="rIdLibrarySlide14"/>
    <p:sldId id="270" r:id="rIdLibrarySlide15"/>
    <p:sldId id="271" r:id="rIdLibrarySlide16"/>
    <p:sldId id="272" r:id="rIdLibrarySlide17"/>
  </p:sldIdLst>
  <p:sldSz cx="12192000" cy="6858000"/>
  <p:notesSz cx="6858000" cy="9144000"/>
  <p:defaultTextStyle>
    <a:defPPr>
      <a:buNone/>
    </a:defPPr>
    <a:lvl1pPr marL="0" algn="l" defTabSz="914400">
      <a:buNone/>
      <a:defRPr sz="1800" kern="1200">
        <a:solidFill>
          <a:schemeClr val="tx1"/>
        </a:solidFill>
        <a:latin typeface="Arial"/>
        <a:ea typeface="Microsoft YaHei"/>
        <a:cs typeface="Arial"/>
      </a:defRPr>
    </a:lvl1pPr>
    <a:lvl2pPr marL="457200" algn="l" defTabSz="914400">
      <a:buNone/>
      <a:defRPr sz="1800" kern="1200">
        <a:solidFill>
          <a:schemeClr val="tx1"/>
        </a:solidFill>
        <a:latin typeface="Arial"/>
        <a:ea typeface="Microsoft YaHei"/>
        <a:cs typeface="Arial"/>
      </a:defRPr>
    </a:lvl2pPr>
    <a:lvl3pPr marL="914400" algn="l" defTabSz="914400">
      <a:buNone/>
      <a:defRPr sz="1800" kern="1200">
        <a:solidFill>
          <a:schemeClr val="tx1"/>
        </a:solidFill>
        <a:latin typeface="Arial"/>
        <a:ea typeface="Microsoft YaHei"/>
        <a:cs typeface="Arial"/>
      </a:defRPr>
    </a:lvl3pPr>
    <a:lvl4pPr marL="1371600" algn="l" defTabSz="914400">
      <a:buNone/>
      <a:defRPr sz="1800" kern="1200">
        <a:solidFill>
          <a:schemeClr val="tx1"/>
        </a:solidFill>
        <a:latin typeface="Arial"/>
        <a:ea typeface="Microsoft YaHei"/>
        <a:cs typeface="Arial"/>
      </a:defRPr>
    </a:lvl4pPr>
    <a:lvl5pPr marL="1828800" algn="l" defTabSz="914400">
      <a:buNone/>
      <a:defRPr sz="1800" kern="1200">
        <a:solidFill>
          <a:schemeClr val="tx1"/>
        </a:solidFill>
        <a:latin typeface="Arial"/>
        <a:ea typeface="Microsoft YaHei"/>
        <a:cs typeface="Arial"/>
      </a:defRPr>
    </a:lvl5pPr>
    <a:lvl6pPr marL="2286000" algn="l" defTabSz="914400">
      <a:buNone/>
      <a:defRPr sz="1800" kern="1200">
        <a:solidFill>
          <a:schemeClr val="tx1"/>
        </a:solidFill>
        <a:latin typeface="Arial"/>
        <a:ea typeface="Microsoft YaHei"/>
        <a:cs typeface="Arial"/>
      </a:defRPr>
    </a:lvl6pPr>
    <a:lvl7pPr marL="2743200" algn="l" defTabSz="914400">
      <a:buNone/>
      <a:defRPr sz="1800" kern="1200">
        <a:solidFill>
          <a:schemeClr val="tx1"/>
        </a:solidFill>
        <a:latin typeface="Arial"/>
        <a:ea typeface="Microsoft YaHei"/>
        <a:cs typeface="Arial"/>
      </a:defRPr>
    </a:lvl7pPr>
    <a:lvl8pPr marL="3200400" algn="l" defTabSz="914400">
      <a:buNone/>
      <a:defRPr sz="1800" kern="1200">
        <a:solidFill>
          <a:schemeClr val="tx1"/>
        </a:solidFill>
        <a:latin typeface="Arial"/>
        <a:ea typeface="Microsoft YaHei"/>
        <a:cs typeface="Arial"/>
      </a:defRPr>
    </a:lvl8pPr>
    <a:lvl9pPr marL="3657600" algn="l" defTabSz="914400">
      <a:buNone/>
      <a:defRPr sz="1800" kern="1200">
        <a:solidFill>
          <a:schemeClr val="tx1"/>
        </a:solidFill>
        <a:latin typeface="Arial"/>
        <a:ea typeface="Microsoft YaHei"/>
        <a:cs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45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94"/>
  </p:normalViewPr>
  <p:slideViewPr>
    <p:cSldViewPr snapToGrid="0">
      <p:cViewPr varScale="1">
        <p:scale>
          <a:sx n="121" d="100"/>
          <a:sy n="121" d="100"/>
        </p:scale>
        <p:origin x="74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viewProps" Target="view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9" Type="http://schemas.openxmlformats.org/officeDocument/2006/relationships/tableStyles" Target="tableStyles.xml"/><Relationship Id="rIdLibrarySlide1" Type="http://schemas.openxmlformats.org/officeDocument/2006/relationships/slide" Target="slides/slide1.xml"/><Relationship Id="rIdLibrarySlide2" Type="http://schemas.openxmlformats.org/officeDocument/2006/relationships/slide" Target="slides/slide2.xml"/><Relationship Id="rIdLibrarySlide3" Type="http://schemas.openxmlformats.org/officeDocument/2006/relationships/slide" Target="slides/fidelity-slide3.xml"/><Relationship Id="rIdLibrarySlide4" Type="http://schemas.openxmlformats.org/officeDocument/2006/relationships/slide" Target="slides/fidelity-slide4.xml"/><Relationship Id="rIdLibrarySlide5" Type="http://schemas.openxmlformats.org/officeDocument/2006/relationships/slide" Target="slides/fidelity-slide5.xml"/><Relationship Id="rIdLibrarySlide6" Type="http://schemas.openxmlformats.org/officeDocument/2006/relationships/slide" Target="slides/background-slide6.xml"/><Relationship Id="rIdLibrarySlide7" Type="http://schemas.openxmlformats.org/officeDocument/2006/relationships/slide" Target="slides/public-slide3.xml"/><Relationship Id="rIdLibrarySlide8" Type="http://schemas.openxmlformats.org/officeDocument/2006/relationships/slide" Target="slides/public-slide4.xml"/><Relationship Id="rIdLibrarySlide9" Type="http://schemas.openxmlformats.org/officeDocument/2006/relationships/slide" Target="slides/slide11.xml"/><Relationship Id="rIdLibrarySlide10" Type="http://schemas.openxmlformats.org/officeDocument/2006/relationships/slide" Target="slides/public-slide6.xml"/><Relationship Id="rIdLibrarySlide11" Type="http://schemas.openxmlformats.org/officeDocument/2006/relationships/slide" Target="slides/public-slide7.xml"/><Relationship Id="rIdLibrarySlide12" Type="http://schemas.openxmlformats.org/officeDocument/2006/relationships/slide" Target="slides/public-slide8.xml"/><Relationship Id="rIdLibrarySlide13" Type="http://schemas.openxmlformats.org/officeDocument/2006/relationships/slide" Target="slides/public-slide9.xml"/><Relationship Id="rIdLibrarySlide14" Type="http://schemas.openxmlformats.org/officeDocument/2006/relationships/slide" Target="slides/public-slide10.xml"/><Relationship Id="rIdLibrarySlide15" Type="http://schemas.openxmlformats.org/officeDocument/2006/relationships/slide" Target="slides/public-slide11.xml"/><Relationship Id="rIdLibrarySlide16" Type="http://schemas.openxmlformats.org/officeDocument/2006/relationships/slide" Target="slides/public-slide12.xml"/><Relationship Id="rIdLibrarySlide17"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background-notesSlide4.xml.rels><?xml version='1.0' encoding='UTF-8' standalone='yes'?>
<Relationships xmlns="http://schemas.openxmlformats.org/package/2006/relationships"><Relationship Type="http://schemas.openxmlformats.org/officeDocument/2006/relationships/slide" Target="../slides/background-slide6.xml" Id="Rb48769183f3e415c"/><Relationship Type="http://schemas.openxmlformats.org/officeDocument/2006/relationships/notesMaster" Target="../notesMasters/notesMaster1.xml" Id="R07ad2a4f8e8a44f0"/></Relationships>
</file>

<file path=ppt/notesSlides/_rels/fidelity-notesSlide1.xml.rels><?xml version='1.0' encoding='UTF-8' standalone='yes'?>
<Relationships xmlns="http://schemas.openxmlformats.org/package/2006/relationships"><Relationship Type="http://schemas.openxmlformats.org/officeDocument/2006/relationships/slide" Target="../slides/fidelity-slide3.xml" Id="Rf3c384a3d92c4ff4"/><Relationship Type="http://schemas.openxmlformats.org/officeDocument/2006/relationships/notesMaster" Target="../notesMasters/notesMaster1.xml" Id="Ra1539fe3308946ba"/></Relationships>
</file>

<file path=ppt/notesSlides/_rels/fidelity-notesSlide2.xml.rels><?xml version='1.0' encoding='UTF-8' standalone='yes'?>
<Relationships xmlns="http://schemas.openxmlformats.org/package/2006/relationships"><Relationship Type="http://schemas.openxmlformats.org/officeDocument/2006/relationships/slide" Target="../slides/fidelity-slide4.xml" Id="Rf023abef153241a3"/><Relationship Type="http://schemas.openxmlformats.org/officeDocument/2006/relationships/notesMaster" Target="../notesMasters/notesMaster1.xml" Id="Rd69b96d2c6324c8b"/></Relationships>
</file>

<file path=ppt/notesSlides/_rels/fidelity-notesSlide3.xml.rels><?xml version='1.0' encoding='UTF-8' standalone='yes'?>
<Relationships xmlns="http://schemas.openxmlformats.org/package/2006/relationships"><Relationship Type="http://schemas.openxmlformats.org/officeDocument/2006/relationships/slide" Target="../slides/fidelity-slide5.xml" Id="R3da796b461fd42db"/><Relationship Type="http://schemas.openxmlformats.org/officeDocument/2006/relationships/notesMaster" Target="../notesMasters/notesMaster1.xml" Id="R4a8a444614b049b6"/></Relationships>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Type="http://schemas.openxmlformats.org/officeDocument/2006/relationships/slide" Target="../slides/slide11.xml" Id="R6c1ac3c8f14c453f"/><Relationship Type="http://schemas.openxmlformats.org/officeDocument/2006/relationships/notesMaster" Target="../notesMasters/notesMaster1.xml" Id="R790367472fa845f2"/></Relationships>
</file>

<file path=ppt/notesSlides/_rels/public-notesSlide1.xml.rels><?xml version='1.0' encoding='UTF-8' standalone='yes'?>
<Relationships xmlns="http://schemas.openxmlformats.org/package/2006/relationships"><Relationship Type="http://schemas.openxmlformats.org/officeDocument/2006/relationships/slide" Target="../slides/public-slide3.xml" Id="Rbbc31236926b4145"/><Relationship Type="http://schemas.openxmlformats.org/officeDocument/2006/relationships/notesMaster" Target="../notesMasters/notesMaster1.xml" Id="Rdb51201b095948e1"/></Relationships>
</file>

<file path=ppt/notesSlides/_rels/public-notesSlide2.xml.rels><?xml version='1.0' encoding='UTF-8' standalone='yes'?>
<Relationships xmlns="http://schemas.openxmlformats.org/package/2006/relationships"><Relationship Type="http://schemas.openxmlformats.org/officeDocument/2006/relationships/slide" Target="../slides/public-slide4.xml" Id="Radfe7db436f94eef"/><Relationship Type="http://schemas.openxmlformats.org/officeDocument/2006/relationships/notesMaster" Target="../notesMasters/notesMaster1.xml" Id="Rd5c7aa06dfcd4e6e"/></Relationships>
</file>

<file path=ppt/notesSlides/_rels/public-notesSlide3.xml.rels><?xml version='1.0' encoding='UTF-8' standalone='yes'?>
<Relationships xmlns="http://schemas.openxmlformats.org/package/2006/relationships"><Relationship Type="http://schemas.openxmlformats.org/officeDocument/2006/relationships/slide" Target="../slides/public-slide6.xml" Id="Rcdbd5b4e16da427a"/><Relationship Type="http://schemas.openxmlformats.org/officeDocument/2006/relationships/notesMaster" Target="../notesMasters/notesMaster1.xml" Id="R7ad61f9496364990"/></Relationships>
</file>

<file path=ppt/notesSlides/_rels/public-notesSlide4.xml.rels><?xml version='1.0' encoding='UTF-8' standalone='yes'?>
<Relationships xmlns="http://schemas.openxmlformats.org/package/2006/relationships"><Relationship Type="http://schemas.openxmlformats.org/officeDocument/2006/relationships/slide" Target="../slides/public-slide7.xml" Id="R1600169e25fb41c0"/><Relationship Type="http://schemas.openxmlformats.org/officeDocument/2006/relationships/notesMaster" Target="../notesMasters/notesMaster1.xml" Id="R660214b3a5fb4222"/></Relationships>
</file>

<file path=ppt/notesSlides/_rels/public-notesSlide5.xml.rels><?xml version='1.0' encoding='UTF-8' standalone='yes'?>
<Relationships xmlns="http://schemas.openxmlformats.org/package/2006/relationships"><Relationship Type="http://schemas.openxmlformats.org/officeDocument/2006/relationships/slide" Target="../slides/public-slide8.xml" Id="R81d965be16fa4611"/><Relationship Type="http://schemas.openxmlformats.org/officeDocument/2006/relationships/notesMaster" Target="../notesMasters/notesMaster1.xml" Id="R772052229fab4342"/></Relationships>
</file>

<file path=ppt/notesSlides/_rels/public-notesSlide6.xml.rels><?xml version='1.0' encoding='UTF-8' standalone='yes'?>
<Relationships xmlns="http://schemas.openxmlformats.org/package/2006/relationships"><Relationship Type="http://schemas.openxmlformats.org/officeDocument/2006/relationships/slide" Target="../slides/public-slide9.xml" Id="R5e645e4039e9425e"/><Relationship Type="http://schemas.openxmlformats.org/officeDocument/2006/relationships/notesMaster" Target="../notesMasters/notesMaster1.xml" Id="R38fbbc3ab98448d1"/></Relationships>
</file>

<file path=ppt/notesSlides/_rels/public-notesSlide7.xml.rels><?xml version='1.0' encoding='UTF-8' standalone='yes'?>
<Relationships xmlns="http://schemas.openxmlformats.org/package/2006/relationships"><Relationship Type="http://schemas.openxmlformats.org/officeDocument/2006/relationships/slide" Target="../slides/public-slide10.xml" Id="R506f76e6f7214b73"/><Relationship Type="http://schemas.openxmlformats.org/officeDocument/2006/relationships/notesMaster" Target="../notesMasters/notesMaster1.xml" Id="R0f43416ba36f4e18"/></Relationships>
</file>

<file path=ppt/notesSlides/_rels/public-notesSlide8.xml.rels><?xml version='1.0' encoding='UTF-8' standalone='yes'?>
<Relationships xmlns="http://schemas.openxmlformats.org/package/2006/relationships"><Relationship Type="http://schemas.openxmlformats.org/officeDocument/2006/relationships/slide" Target="../slides/public-slide11.xml" Id="R61218a7fe2154d5f"/><Relationship Type="http://schemas.openxmlformats.org/officeDocument/2006/relationships/notesMaster" Target="../notesMasters/notesMaster1.xml" Id="R6cd56cf891e04de5"/></Relationships>
</file>

<file path=ppt/notesSlides/_rels/public-notesSlide9.xml.rels><?xml version='1.0' encoding='UTF-8' standalone='yes'?>
<Relationships xmlns="http://schemas.openxmlformats.org/package/2006/relationships"><Relationship Type="http://schemas.openxmlformats.org/officeDocument/2006/relationships/slide" Target="../slides/public-slide12.xml" Id="R8e155f0779594dc2"/><Relationship Type="http://schemas.openxmlformats.org/officeDocument/2006/relationships/notesMaster" Target="../notesMasters/notesMaster1.xml" Id="R3f3fe07eaae94eac"/></Relationships>
</file>

<file path=ppt/notesSlides/background-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Kirillov et al. Segment Anything. ICCV 2023. https://arxiv.org/abs/2304.02643v1</a:t>
            </a:r>
          </a:p>
          <a:p xmlns:a="http://schemas.openxmlformats.org/drawingml/2006/main">
            <a:r>
              <a:t>§7.6 and Figure 13 middle/right. Two rows compare independent ablations. Conclusions are post-experiment observations, not invented historical motivation. Oracle is ground-truth-based selection among candidate masks and is not deployable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fidelity-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Kirillov et al., Segment Anything, ICCV 2023. https://arxiv.org/abs/2304.02643v1</a:t>
            </a:r>
          </a:p>
          <a:p xmlns:a="http://schemas.openxmlformats.org/drawingml/2006/main">
            <a:r>
              <a:t>§1–3 and §7. Figure 4 input scissors and its three mask outputs. Point, box and mask symbols are editable input-type schematics, not predicted results. Runtime claim refers only to prompt encoder / mask decoder with an image embedding already computed.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fidelity-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Kirillov et al., Segment Anything, ICCV 2023. https://arxiv.org/abs/2304.02643v1</a:t>
            </a:r>
          </a:p>
          <a:p xmlns:a="http://schemas.openxmlformats.org/drawingml/2006/main">
            <a:r>
              <a:t>Figure 3 and §2–3. The four boxes describe visible examples in Figure 3, not four separately measured failure categories. Same point within each column gives three valid masks. Native colored frames and connector paths identify the corresponding image columns.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fidelity-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Kirillov et al., Segment Anything, ICCV 2023. https://arxiv.org/abs/2304.02643v1</a:t>
            </a:r>
          </a:p>
          <a:p xmlns:a="http://schemas.openxmlformats.org/drawingml/2006/main">
            <a:r>
              <a:t>§3 Resolving ambiguity, Figure 3 and Figure 4. Top images show a whole-object mask, a magnification of the same image near the prompt, and a valid head output. These are not failures. The lower paired examples show person/backpack. Minimum-loss supervision and predicted IoU ranking follow §3. Inference ranking cannot access the true mask.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figure and model description: Google Research, Vision Transformer.</a:t>
            </a:r>
          </a:p>
          <a:p xmlns:a="http://schemas.openxmlformats.org/drawingml/2006/main">
            <a:r>
              <a:t>https://github.com/google-research/vision_transformer</a:t>
            </a:r>
          </a:p>
          <a:p xmlns:a="http://schemas.openxmlformats.org/drawingml/2006/main">
            <a:r>
              <a:t>Figure: https://github.com/google-research/vision_transformer/blob/main/vit_figure.png</a:t>
            </a:r>
          </a:p>
          <a:p xmlns:a="http://schemas.openxmlformats.org/drawingml/2006/main">
            <a:r>
              <a:t>Paper: https://arxiv.org/abs/2010.11929</a:t>
            </a:r>
          </a:p>
          <a:p xmlns:a="http://schemas.openxmlformats.org/drawingml/2006/main">
            <a:r>
              <a:t>An Image is Worth 16x16 Words: Transformers for Image Recognition at Scale. Dosovitskiy et al., ICLR 2021.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§1, §4.3, Figures 3–4. 图像为原论文图表裁切。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§3.1, Eq.1, Table1. 224×224、P=16、D=768 是基于 ViT-B/16 的演算示例，并非实验结果。图源：https://github.com/google-research/vision_transformer/blob/main/vit_figure.png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§3.1–3.2, Eq.2–4. Diagram: Google Research official vit_figure.png.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§4.1 and Table 1. Dataset counts follow original rounded reporting.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Table 2 and Figure 2. Table transcribed selected columns with all seven task rows, mean ± standard deviation over 3 fine-tuning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§4.4, Figure 5 and Appendix D.5.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§4.5, Figure 7. Left/center use ViT-L/32; right uses ViT-L/16.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§4.5, Figure 6, Appendix D.7. Attention rollout qualitative examples; interpretation does not establish causation.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public-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Dosovitskiy et al. An Image is Worth 16x16 Words: Transformers for Image Recognition at Scale. ICLR 2021. https://arxiv.org/abs/2010.11929v2 §3–5, Table 2, Figures 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A71FDF-8FCD-5D90-D887-9B1BF39151EB}"/>
              </a:ext>
            </a:extLst>
          </p:cNvPr>
          <p:cNvSpPr>
            <a:spLocks noGrp="1"/>
          </p:cNvSpPr>
          <p:nvPr>
            <p:ph type="ctrTitle"/>
          </p:nvPr>
        </p:nvSpPr>
        <p:spPr>
          <a:xfrm>
            <a:off x="1524000" y="1122363"/>
            <a:ext cx="9144000" cy="2387600"/>
          </a:xfrm>
        </p:spPr>
        <p:txBody>
          <a:bodyPr anchor="b"/>
          <a:lstStyle>
            <a:defPPr>
              <a:defRPr>
                <a:latin typeface="Arial"/>
                <a:ea typeface="Microsoft YaHei"/>
                <a:cs typeface="Arial"/>
              </a:defRPr>
            </a:defPPr>
            <a:lvl1pPr algn="ctr">
              <a:buNone/>
              <a:defRPr sz="6000">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副标题 2">
            <a:extLst>
              <a:ext uri="{FF2B5EF4-FFF2-40B4-BE49-F238E27FC236}">
                <a16:creationId xmlns:a16="http://schemas.microsoft.com/office/drawing/2014/main" id="{16BEEA83-8454-D339-4D8B-16161FBDB90B}"/>
              </a:ext>
            </a:extLst>
          </p:cNvPr>
          <p:cNvSpPr>
            <a:spLocks noGrp="1"/>
          </p:cNvSpPr>
          <p:nvPr>
            <p:ph type="subTitle" idx="1"/>
          </p:nvPr>
        </p:nvSpPr>
        <p:spPr>
          <a:xfrm>
            <a:off x="1524000" y="3602038"/>
            <a:ext cx="9144000" cy="1655762"/>
          </a:xfrm>
        </p:spPr>
        <p:txBody>
          <a:bodyPr/>
          <a:lstStyle>
            <a:defPPr>
              <a:defRPr>
                <a:latin typeface="Arial"/>
                <a:ea typeface="Microsoft YaHei"/>
                <a:cs typeface="Arial"/>
              </a:defRPr>
            </a:defPPr>
            <a:lvl1pPr marL="0" indent="0" algn="ctr">
              <a:buNone/>
              <a:defRPr sz="2400">
                <a:latin typeface="Arial"/>
                <a:ea typeface="Microsoft YaHei"/>
                <a:cs typeface="Arial"/>
              </a:defRPr>
            </a:lvl1pPr>
            <a:lvl2pPr marL="457200" indent="0" algn="ctr">
              <a:buNone/>
              <a:defRPr sz="2000">
                <a:latin typeface="Arial"/>
                <a:ea typeface="Microsoft YaHei"/>
                <a:cs typeface="Arial"/>
              </a:defRPr>
            </a:lvl2pPr>
            <a:lvl3pPr marL="914400" indent="0" algn="ctr">
              <a:buNone/>
              <a:defRPr sz="1800">
                <a:latin typeface="Arial"/>
                <a:ea typeface="Microsoft YaHei"/>
                <a:cs typeface="Arial"/>
              </a:defRPr>
            </a:lvl3pPr>
            <a:lvl4pPr marL="1371600" indent="0" algn="ctr">
              <a:buNone/>
              <a:defRPr sz="1600">
                <a:latin typeface="Arial"/>
                <a:ea typeface="Microsoft YaHei"/>
                <a:cs typeface="Arial"/>
              </a:defRPr>
            </a:lvl4pPr>
            <a:lvl5pPr marL="1828800" indent="0" algn="ctr">
              <a:buNone/>
              <a:defRPr sz="1600">
                <a:latin typeface="Arial"/>
                <a:ea typeface="Microsoft YaHei"/>
                <a:cs typeface="Arial"/>
              </a:defRPr>
            </a:lvl5pPr>
            <a:lvl6pPr marL="2286000" indent="0" algn="ctr">
              <a:buNone/>
              <a:defRPr sz="1600">
                <a:latin typeface="Arial"/>
                <a:ea typeface="Microsoft YaHei"/>
                <a:cs typeface="Arial"/>
              </a:defRPr>
            </a:lvl6pPr>
            <a:lvl7pPr marL="2743200" indent="0" algn="ctr">
              <a:buNone/>
              <a:defRPr sz="1600">
                <a:latin typeface="Arial"/>
                <a:ea typeface="Microsoft YaHei"/>
                <a:cs typeface="Arial"/>
              </a:defRPr>
            </a:lvl7pPr>
            <a:lvl8pPr marL="3200400" indent="0" algn="ctr">
              <a:buNone/>
              <a:defRPr sz="1600">
                <a:latin typeface="Arial"/>
                <a:ea typeface="Microsoft YaHei"/>
                <a:cs typeface="Arial"/>
              </a:defRPr>
            </a:lvl8pPr>
            <a:lvl9pPr marL="3657600" indent="0" algn="ctr">
              <a:buNone/>
              <a:defRPr sz="1600">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单击此处编辑母版副标题样式</a:t>
            </a:r>
          </a:p>
        </p:txBody>
      </p:sp>
      <p:sp>
        <p:nvSpPr>
          <p:cNvPr id="4" name="日期占位符 3">
            <a:extLst>
              <a:ext uri="{FF2B5EF4-FFF2-40B4-BE49-F238E27FC236}">
                <a16:creationId xmlns:a16="http://schemas.microsoft.com/office/drawing/2014/main" id="{EE3E0FC5-80D6-9B7E-CC3B-59C371A25D8C}"/>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EE298E52-496A-967F-A2D3-982B9BA66D18}"/>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B04ADD5F-2BA1-93C6-BE7C-18B4AA739AB7}"/>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7F293-0370-2B52-C0D0-656F2864ED0F}"/>
              </a:ext>
            </a:extLst>
          </p:cNvPr>
          <p:cNvSpPr>
            <a:spLocks noGrp="1"/>
          </p:cNvSpPr>
          <p:nvPr>
            <p:ph type="title"/>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内容占位符 2">
            <a:extLst>
              <a:ext uri="{FF2B5EF4-FFF2-40B4-BE49-F238E27FC236}">
                <a16:creationId xmlns:a16="http://schemas.microsoft.com/office/drawing/2014/main" id="{4D4ED107-3A51-9E3E-3D51-5A13617A5410}"/>
              </a:ext>
            </a:extLst>
          </p:cNvPr>
          <p:cNvSpPr>
            <a:spLocks noGrp="1"/>
          </p:cNvSpPr>
          <p:nvPr>
            <p:ph idx="1"/>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4" name="日期占位符 3">
            <a:extLst>
              <a:ext uri="{FF2B5EF4-FFF2-40B4-BE49-F238E27FC236}">
                <a16:creationId xmlns:a16="http://schemas.microsoft.com/office/drawing/2014/main" id="{EC367E1B-5944-597F-BB18-62AB6F57D37C}"/>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AB6A286F-7B67-1F75-3BF2-D030BF7AB36F}"/>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65E7A451-5922-6F82-2F21-A68AA9B8A6A7}"/>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0CED1C-EC6D-DF58-5BE4-70B1C6F4D8A5}"/>
              </a:ext>
            </a:extLst>
          </p:cNvPr>
          <p:cNvSpPr>
            <a:spLocks noGrp="1"/>
          </p:cNvSpPr>
          <p:nvPr>
            <p:ph type="title"/>
          </p:nvPr>
        </p:nvSpPr>
        <p:spPr>
          <a:xfrm>
            <a:off x="831850" y="1709738"/>
            <a:ext cx="10515600" cy="2852737"/>
          </a:xfrm>
        </p:spPr>
        <p:txBody>
          <a:bodyPr anchor="b"/>
          <a:lstStyle>
            <a:defPPr>
              <a:defRPr>
                <a:latin typeface="Arial"/>
                <a:ea typeface="Microsoft YaHei"/>
                <a:cs typeface="Arial"/>
              </a:defRPr>
            </a:defPPr>
            <a:lvl1pPr>
              <a:buNone/>
              <a:defRPr sz="6000">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文本占位符 2">
            <a:extLst>
              <a:ext uri="{FF2B5EF4-FFF2-40B4-BE49-F238E27FC236}">
                <a16:creationId xmlns:a16="http://schemas.microsoft.com/office/drawing/2014/main" id="{78913742-DA47-EAF0-6E95-8D9E666C7184}"/>
              </a:ext>
            </a:extLst>
          </p:cNvPr>
          <p:cNvSpPr>
            <a:spLocks noGrp="1"/>
          </p:cNvSpPr>
          <p:nvPr>
            <p:ph type="body" idx="1"/>
          </p:nvPr>
        </p:nvSpPr>
        <p:spPr>
          <a:xfrm>
            <a:off x="831850" y="4589463"/>
            <a:ext cx="10515600" cy="1500187"/>
          </a:xfrm>
        </p:spPr>
        <p:txBody>
          <a:bodyPr/>
          <a:lstStyle>
            <a:defPPr>
              <a:defRPr>
                <a:latin typeface="Arial"/>
                <a:ea typeface="Microsoft YaHei"/>
                <a:cs typeface="Arial"/>
              </a:defRPr>
            </a:defPPr>
            <a:lvl1pPr marL="0" indent="0">
              <a:buNone/>
              <a:defRPr sz="2400">
                <a:solidFill>
                  <a:schemeClr val="tx1">
                    <a:tint val="82000"/>
                  </a:schemeClr>
                </a:solidFill>
                <a:latin typeface="Arial"/>
                <a:ea typeface="Microsoft YaHei"/>
                <a:cs typeface="Arial"/>
              </a:defRPr>
            </a:lvl1pPr>
            <a:lvl2pPr marL="457200" indent="0">
              <a:buNone/>
              <a:defRPr sz="2000">
                <a:solidFill>
                  <a:schemeClr val="tx1">
                    <a:tint val="82000"/>
                  </a:schemeClr>
                </a:solidFill>
                <a:latin typeface="Arial"/>
                <a:ea typeface="Microsoft YaHei"/>
                <a:cs typeface="Arial"/>
              </a:defRPr>
            </a:lvl2pPr>
            <a:lvl3pPr marL="914400" indent="0">
              <a:buNone/>
              <a:defRPr sz="1800">
                <a:solidFill>
                  <a:schemeClr val="tx1">
                    <a:tint val="82000"/>
                  </a:schemeClr>
                </a:solidFill>
                <a:latin typeface="Arial"/>
                <a:ea typeface="Microsoft YaHei"/>
                <a:cs typeface="Arial"/>
              </a:defRPr>
            </a:lvl3pPr>
            <a:lvl4pPr marL="1371600" indent="0">
              <a:buNone/>
              <a:defRPr sz="1600">
                <a:solidFill>
                  <a:schemeClr val="tx1">
                    <a:tint val="82000"/>
                  </a:schemeClr>
                </a:solidFill>
                <a:latin typeface="Arial"/>
                <a:ea typeface="Microsoft YaHei"/>
                <a:cs typeface="Arial"/>
              </a:defRPr>
            </a:lvl4pPr>
            <a:lvl5pPr marL="1828800" indent="0">
              <a:buNone/>
              <a:defRPr sz="1600">
                <a:solidFill>
                  <a:schemeClr val="tx1">
                    <a:tint val="82000"/>
                  </a:schemeClr>
                </a:solidFill>
                <a:latin typeface="Arial"/>
                <a:ea typeface="Microsoft YaHei"/>
                <a:cs typeface="Arial"/>
              </a:defRPr>
            </a:lvl5pPr>
            <a:lvl6pPr marL="2286000" indent="0">
              <a:buNone/>
              <a:defRPr sz="1600">
                <a:solidFill>
                  <a:schemeClr val="tx1">
                    <a:tint val="82000"/>
                  </a:schemeClr>
                </a:solidFill>
                <a:latin typeface="Arial"/>
                <a:ea typeface="Microsoft YaHei"/>
                <a:cs typeface="Arial"/>
              </a:defRPr>
            </a:lvl6pPr>
            <a:lvl7pPr marL="2743200" indent="0">
              <a:buNone/>
              <a:defRPr sz="1600">
                <a:solidFill>
                  <a:schemeClr val="tx1">
                    <a:tint val="82000"/>
                  </a:schemeClr>
                </a:solidFill>
                <a:latin typeface="Arial"/>
                <a:ea typeface="Microsoft YaHei"/>
                <a:cs typeface="Arial"/>
              </a:defRPr>
            </a:lvl7pPr>
            <a:lvl8pPr marL="3200400" indent="0">
              <a:buNone/>
              <a:defRPr sz="1600">
                <a:solidFill>
                  <a:schemeClr val="tx1">
                    <a:tint val="82000"/>
                  </a:schemeClr>
                </a:solidFill>
                <a:latin typeface="Arial"/>
                <a:ea typeface="Microsoft YaHei"/>
                <a:cs typeface="Arial"/>
              </a:defRPr>
            </a:lvl8pPr>
            <a:lvl9pPr marL="3657600" indent="0">
              <a:buNone/>
              <a:defRPr sz="1600">
                <a:solidFill>
                  <a:schemeClr val="tx1">
                    <a:tint val="82000"/>
                  </a:schemeClr>
                </a:solidFill>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p:txBody>
      </p:sp>
      <p:sp>
        <p:nvSpPr>
          <p:cNvPr id="4" name="日期占位符 3">
            <a:extLst>
              <a:ext uri="{FF2B5EF4-FFF2-40B4-BE49-F238E27FC236}">
                <a16:creationId xmlns:a16="http://schemas.microsoft.com/office/drawing/2014/main" id="{F70695BA-CECC-8607-94D2-23D444A270AD}"/>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22AE0DFD-9C47-5825-A796-E943C7886446}"/>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165DEC2D-42A7-A876-AE88-655DC47E6ED9}"/>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2CBD50-5062-FBA8-E18E-ED8E9374D70C}"/>
              </a:ext>
            </a:extLst>
          </p:cNvPr>
          <p:cNvSpPr>
            <a:spLocks noGrp="1"/>
          </p:cNvSpPr>
          <p:nvPr>
            <p:ph type="title"/>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内容占位符 2">
            <a:extLst>
              <a:ext uri="{FF2B5EF4-FFF2-40B4-BE49-F238E27FC236}">
                <a16:creationId xmlns:a16="http://schemas.microsoft.com/office/drawing/2014/main" id="{9E055BA6-E77B-23F0-3D6C-36251132C513}"/>
              </a:ext>
            </a:extLst>
          </p:cNvPr>
          <p:cNvSpPr>
            <a:spLocks noGrp="1"/>
          </p:cNvSpPr>
          <p:nvPr>
            <p:ph idx="1"/>
          </p:nvPr>
        </p:nvSpPr>
        <p:spPr>
          <a:xfrm>
            <a:off x="838200" y="1825625"/>
            <a:ext cx="5181600" cy="4351338"/>
          </a:xfrm>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4" name="内容占位符 3">
            <a:extLst>
              <a:ext uri="{FF2B5EF4-FFF2-40B4-BE49-F238E27FC236}">
                <a16:creationId xmlns:a16="http://schemas.microsoft.com/office/drawing/2014/main" id="{4DCDBCD5-7D04-81A1-BE78-0976F91C546B}"/>
              </a:ext>
            </a:extLst>
          </p:cNvPr>
          <p:cNvSpPr>
            <a:spLocks noGrp="1"/>
          </p:cNvSpPr>
          <p:nvPr>
            <p:ph idx="2"/>
          </p:nvPr>
        </p:nvSpPr>
        <p:spPr>
          <a:xfrm>
            <a:off x="6172200" y="1825625"/>
            <a:ext cx="5181600" cy="4351338"/>
          </a:xfrm>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5" name="日期占位符 4">
            <a:extLst>
              <a:ext uri="{FF2B5EF4-FFF2-40B4-BE49-F238E27FC236}">
                <a16:creationId xmlns:a16="http://schemas.microsoft.com/office/drawing/2014/main" id="{65766FF8-C03D-217F-A554-159F1459DE93}"/>
              </a:ext>
            </a:extLst>
          </p:cNvPr>
          <p:cNvSpPr>
            <a:spLocks noGrp="1"/>
          </p:cNvSpPr>
          <p:nvPr>
            <p:ph type="dt" idx="10"/>
          </p:nvPr>
        </p:nvSpPr>
        <p:spPr/>
        <p:txBody>
          <a:bodyPr/>
          <a:lstStyle/>
          <a:p>
            <a:endParaRPr/>
          </a:p>
        </p:txBody>
      </p:sp>
      <p:sp>
        <p:nvSpPr>
          <p:cNvPr id="6" name="页脚占位符 5">
            <a:extLst>
              <a:ext uri="{FF2B5EF4-FFF2-40B4-BE49-F238E27FC236}">
                <a16:creationId xmlns:a16="http://schemas.microsoft.com/office/drawing/2014/main" id="{549C4ABE-F189-2186-A6F0-0F08CFC7D853}"/>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C6CC8385-914B-0B8B-E1E1-118A2F844789}"/>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9C58E88-D54F-43C9-45E8-D65D09398A8D}"/>
              </a:ext>
            </a:extLst>
          </p:cNvPr>
          <p:cNvSpPr>
            <a:spLocks noGrp="1"/>
          </p:cNvSpPr>
          <p:nvPr>
            <p:ph type="title"/>
          </p:nvPr>
        </p:nvSpPr>
        <p:spPr>
          <a:xfrm>
            <a:off x="839788" y="365125"/>
            <a:ext cx="10515600" cy="1325563"/>
          </a:xfrm>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文本占位符 2">
            <a:extLst>
              <a:ext uri="{FF2B5EF4-FFF2-40B4-BE49-F238E27FC236}">
                <a16:creationId xmlns:a16="http://schemas.microsoft.com/office/drawing/2014/main" id="{93385A83-4925-F11E-E4E3-533F6AFF18D0}"/>
              </a:ext>
            </a:extLst>
          </p:cNvPr>
          <p:cNvSpPr>
            <a:spLocks noGrp="1"/>
          </p:cNvSpPr>
          <p:nvPr>
            <p:ph type="body" idx="1"/>
          </p:nvPr>
        </p:nvSpPr>
        <p:spPr>
          <a:xfrm>
            <a:off x="839788" y="1681163"/>
            <a:ext cx="5157787" cy="823912"/>
          </a:xfrm>
        </p:spPr>
        <p:txBody>
          <a:bodyPr anchor="b"/>
          <a:lstStyle>
            <a:defPPr>
              <a:defRPr>
                <a:latin typeface="Arial"/>
                <a:ea typeface="Microsoft YaHei"/>
                <a:cs typeface="Arial"/>
              </a:defRPr>
            </a:defPPr>
            <a:lvl1pPr marL="0" indent="0">
              <a:buNone/>
              <a:defRPr sz="2400" b="1">
                <a:latin typeface="Arial"/>
                <a:ea typeface="Microsoft YaHei"/>
                <a:cs typeface="Arial"/>
              </a:defRPr>
            </a:lvl1pPr>
            <a:lvl2pPr marL="457200" indent="0">
              <a:buNone/>
              <a:defRPr sz="2000" b="1">
                <a:latin typeface="Arial"/>
                <a:ea typeface="Microsoft YaHei"/>
                <a:cs typeface="Arial"/>
              </a:defRPr>
            </a:lvl2pPr>
            <a:lvl3pPr marL="914400" indent="0">
              <a:buNone/>
              <a:defRPr sz="1800" b="1">
                <a:latin typeface="Arial"/>
                <a:ea typeface="Microsoft YaHei"/>
                <a:cs typeface="Arial"/>
              </a:defRPr>
            </a:lvl3pPr>
            <a:lvl4pPr marL="1371600" indent="0">
              <a:buNone/>
              <a:defRPr sz="1600" b="1">
                <a:latin typeface="Arial"/>
                <a:ea typeface="Microsoft YaHei"/>
                <a:cs typeface="Arial"/>
              </a:defRPr>
            </a:lvl4pPr>
            <a:lvl5pPr marL="1828800" indent="0">
              <a:buNone/>
              <a:defRPr sz="1600" b="1">
                <a:latin typeface="Arial"/>
                <a:ea typeface="Microsoft YaHei"/>
                <a:cs typeface="Arial"/>
              </a:defRPr>
            </a:lvl5pPr>
            <a:lvl6pPr marL="2286000" indent="0">
              <a:buNone/>
              <a:defRPr sz="1600" b="1">
                <a:latin typeface="Arial"/>
                <a:ea typeface="Microsoft YaHei"/>
                <a:cs typeface="Arial"/>
              </a:defRPr>
            </a:lvl6pPr>
            <a:lvl7pPr marL="2743200" indent="0">
              <a:buNone/>
              <a:defRPr sz="1600" b="1">
                <a:latin typeface="Arial"/>
                <a:ea typeface="Microsoft YaHei"/>
                <a:cs typeface="Arial"/>
              </a:defRPr>
            </a:lvl7pPr>
            <a:lvl8pPr marL="3200400" indent="0">
              <a:buNone/>
              <a:defRPr sz="1600" b="1">
                <a:latin typeface="Arial"/>
                <a:ea typeface="Microsoft YaHei"/>
                <a:cs typeface="Arial"/>
              </a:defRPr>
            </a:lvl8pPr>
            <a:lvl9pPr marL="3657600" indent="0">
              <a:buNone/>
              <a:defRPr sz="1600" b="1">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p:txBody>
      </p:sp>
      <p:sp>
        <p:nvSpPr>
          <p:cNvPr id="4" name="内容占位符 3">
            <a:extLst>
              <a:ext uri="{FF2B5EF4-FFF2-40B4-BE49-F238E27FC236}">
                <a16:creationId xmlns:a16="http://schemas.microsoft.com/office/drawing/2014/main" id="{BBFF825F-5FFF-809F-3237-1D937029CFC8}"/>
              </a:ext>
            </a:extLst>
          </p:cNvPr>
          <p:cNvSpPr>
            <a:spLocks noGrp="1"/>
          </p:cNvSpPr>
          <p:nvPr>
            <p:ph idx="2"/>
          </p:nvPr>
        </p:nvSpPr>
        <p:spPr>
          <a:xfrm>
            <a:off x="839788" y="2505075"/>
            <a:ext cx="5157787" cy="3684588"/>
          </a:xfrm>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5" name="文本占位符 4">
            <a:extLst>
              <a:ext uri="{FF2B5EF4-FFF2-40B4-BE49-F238E27FC236}">
                <a16:creationId xmlns:a16="http://schemas.microsoft.com/office/drawing/2014/main" id="{682F2279-7429-6FD5-D3B2-11E2E73275DE}"/>
              </a:ext>
            </a:extLst>
          </p:cNvPr>
          <p:cNvSpPr>
            <a:spLocks noGrp="1"/>
          </p:cNvSpPr>
          <p:nvPr>
            <p:ph type="body" idx="3"/>
          </p:nvPr>
        </p:nvSpPr>
        <p:spPr>
          <a:xfrm>
            <a:off x="6172200" y="1681163"/>
            <a:ext cx="5183188" cy="823912"/>
          </a:xfrm>
        </p:spPr>
        <p:txBody>
          <a:bodyPr anchor="b"/>
          <a:lstStyle>
            <a:defPPr>
              <a:defRPr>
                <a:latin typeface="Arial"/>
                <a:ea typeface="Microsoft YaHei"/>
                <a:cs typeface="Arial"/>
              </a:defRPr>
            </a:defPPr>
            <a:lvl1pPr marL="0" indent="0">
              <a:buNone/>
              <a:defRPr sz="2400" b="1">
                <a:latin typeface="Arial"/>
                <a:ea typeface="Microsoft YaHei"/>
                <a:cs typeface="Arial"/>
              </a:defRPr>
            </a:lvl1pPr>
            <a:lvl2pPr marL="457200" indent="0">
              <a:buNone/>
              <a:defRPr sz="2000" b="1">
                <a:latin typeface="Arial"/>
                <a:ea typeface="Microsoft YaHei"/>
                <a:cs typeface="Arial"/>
              </a:defRPr>
            </a:lvl2pPr>
            <a:lvl3pPr marL="914400" indent="0">
              <a:buNone/>
              <a:defRPr sz="1800" b="1">
                <a:latin typeface="Arial"/>
                <a:ea typeface="Microsoft YaHei"/>
                <a:cs typeface="Arial"/>
              </a:defRPr>
            </a:lvl3pPr>
            <a:lvl4pPr marL="1371600" indent="0">
              <a:buNone/>
              <a:defRPr sz="1600" b="1">
                <a:latin typeface="Arial"/>
                <a:ea typeface="Microsoft YaHei"/>
                <a:cs typeface="Arial"/>
              </a:defRPr>
            </a:lvl4pPr>
            <a:lvl5pPr marL="1828800" indent="0">
              <a:buNone/>
              <a:defRPr sz="1600" b="1">
                <a:latin typeface="Arial"/>
                <a:ea typeface="Microsoft YaHei"/>
                <a:cs typeface="Arial"/>
              </a:defRPr>
            </a:lvl5pPr>
            <a:lvl6pPr marL="2286000" indent="0">
              <a:buNone/>
              <a:defRPr sz="1600" b="1">
                <a:latin typeface="Arial"/>
                <a:ea typeface="Microsoft YaHei"/>
                <a:cs typeface="Arial"/>
              </a:defRPr>
            </a:lvl6pPr>
            <a:lvl7pPr marL="2743200" indent="0">
              <a:buNone/>
              <a:defRPr sz="1600" b="1">
                <a:latin typeface="Arial"/>
                <a:ea typeface="Microsoft YaHei"/>
                <a:cs typeface="Arial"/>
              </a:defRPr>
            </a:lvl7pPr>
            <a:lvl8pPr marL="3200400" indent="0">
              <a:buNone/>
              <a:defRPr sz="1600" b="1">
                <a:latin typeface="Arial"/>
                <a:ea typeface="Microsoft YaHei"/>
                <a:cs typeface="Arial"/>
              </a:defRPr>
            </a:lvl8pPr>
            <a:lvl9pPr marL="3657600" indent="0">
              <a:buNone/>
              <a:defRPr sz="1600" b="1">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p:txBody>
      </p:sp>
      <p:sp>
        <p:nvSpPr>
          <p:cNvPr id="6" name="内容占位符 5">
            <a:extLst>
              <a:ext uri="{FF2B5EF4-FFF2-40B4-BE49-F238E27FC236}">
                <a16:creationId xmlns:a16="http://schemas.microsoft.com/office/drawing/2014/main" id="{ECD9F7E8-B9AC-0CBF-0213-A0D8B15F6218}"/>
              </a:ext>
            </a:extLst>
          </p:cNvPr>
          <p:cNvSpPr>
            <a:spLocks noGrp="1"/>
          </p:cNvSpPr>
          <p:nvPr>
            <p:ph idx="4"/>
          </p:nvPr>
        </p:nvSpPr>
        <p:spPr>
          <a:xfrm>
            <a:off x="6172200" y="2505075"/>
            <a:ext cx="5183188" cy="3684588"/>
          </a:xfrm>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7" name="日期占位符 6">
            <a:extLst>
              <a:ext uri="{FF2B5EF4-FFF2-40B4-BE49-F238E27FC236}">
                <a16:creationId xmlns:a16="http://schemas.microsoft.com/office/drawing/2014/main" id="{057A19B1-DA11-E869-8EED-948BBC1A01B4}"/>
              </a:ext>
            </a:extLst>
          </p:cNvPr>
          <p:cNvSpPr>
            <a:spLocks noGrp="1"/>
          </p:cNvSpPr>
          <p:nvPr>
            <p:ph type="dt" idx="10"/>
          </p:nvPr>
        </p:nvSpPr>
        <p:spPr/>
        <p:txBody>
          <a:bodyPr/>
          <a:lstStyle/>
          <a:p>
            <a:endParaRPr/>
          </a:p>
        </p:txBody>
      </p:sp>
      <p:sp>
        <p:nvSpPr>
          <p:cNvPr id="8" name="页脚占位符 7">
            <a:extLst>
              <a:ext uri="{FF2B5EF4-FFF2-40B4-BE49-F238E27FC236}">
                <a16:creationId xmlns:a16="http://schemas.microsoft.com/office/drawing/2014/main" id="{C00C1675-574B-D43C-6E00-0D659D243316}"/>
              </a:ext>
            </a:extLst>
          </p:cNvPr>
          <p:cNvSpPr>
            <a:spLocks noGrp="1"/>
          </p:cNvSpPr>
          <p:nvPr>
            <p:ph type="ftr" idx="11"/>
          </p:nvPr>
        </p:nvSpPr>
        <p:spPr/>
        <p:txBody>
          <a:bodyPr/>
          <a:lstStyle/>
          <a:p>
            <a:endParaRPr/>
          </a:p>
        </p:txBody>
      </p:sp>
      <p:sp>
        <p:nvSpPr>
          <p:cNvPr id="9" name="灯片编号占位符 8">
            <a:extLst>
              <a:ext uri="{FF2B5EF4-FFF2-40B4-BE49-F238E27FC236}">
                <a16:creationId xmlns:a16="http://schemas.microsoft.com/office/drawing/2014/main" id="{35C0F495-B649-7051-94FD-7E4290773B0A}"/>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84C4795-B3C3-69E9-F198-47D17B2ECD7D}"/>
              </a:ext>
            </a:extLst>
          </p:cNvPr>
          <p:cNvSpPr>
            <a:spLocks noGrp="1"/>
          </p:cNvSpPr>
          <p:nvPr>
            <p:ph type="title"/>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日期占位符 2">
            <a:extLst>
              <a:ext uri="{FF2B5EF4-FFF2-40B4-BE49-F238E27FC236}">
                <a16:creationId xmlns:a16="http://schemas.microsoft.com/office/drawing/2014/main" id="{772F2365-EE69-D49C-488C-BA08DA962134}"/>
              </a:ext>
            </a:extLst>
          </p:cNvPr>
          <p:cNvSpPr>
            <a:spLocks noGrp="1"/>
          </p:cNvSpPr>
          <p:nvPr>
            <p:ph type="dt" idx="10"/>
          </p:nvPr>
        </p:nvSpPr>
        <p:spPr/>
        <p:txBody>
          <a:bodyPr/>
          <a:lstStyle/>
          <a:p>
            <a:endParaRPr/>
          </a:p>
        </p:txBody>
      </p:sp>
      <p:sp>
        <p:nvSpPr>
          <p:cNvPr id="4" name="页脚占位符 3">
            <a:extLst>
              <a:ext uri="{FF2B5EF4-FFF2-40B4-BE49-F238E27FC236}">
                <a16:creationId xmlns:a16="http://schemas.microsoft.com/office/drawing/2014/main" id="{A0B6D889-E9D5-F0EB-7B1E-237922D8C954}"/>
              </a:ext>
            </a:extLst>
          </p:cNvPr>
          <p:cNvSpPr>
            <a:spLocks noGrp="1"/>
          </p:cNvSpPr>
          <p:nvPr>
            <p:ph type="ftr" idx="11"/>
          </p:nvPr>
        </p:nvSpPr>
        <p:spPr/>
        <p:txBody>
          <a:bodyPr/>
          <a:lstStyle/>
          <a:p>
            <a:endParaRPr/>
          </a:p>
        </p:txBody>
      </p:sp>
      <p:sp>
        <p:nvSpPr>
          <p:cNvPr id="5" name="灯片编号占位符 4">
            <a:extLst>
              <a:ext uri="{FF2B5EF4-FFF2-40B4-BE49-F238E27FC236}">
                <a16:creationId xmlns:a16="http://schemas.microsoft.com/office/drawing/2014/main" id="{15D3E45F-9998-CBD6-F60E-6098F497D93E}"/>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83EB3B6B-2E0B-9A4F-E983-77AB0E4137BC}"/>
              </a:ext>
            </a:extLst>
          </p:cNvPr>
          <p:cNvSpPr>
            <a:spLocks noGrp="1"/>
          </p:cNvSpPr>
          <p:nvPr>
            <p:ph type="dt" idx="10"/>
          </p:nvPr>
        </p:nvSpPr>
        <p:spPr/>
        <p:txBody>
          <a:bodyPr/>
          <a:lstStyle/>
          <a:p>
            <a:endParaRPr/>
          </a:p>
        </p:txBody>
      </p:sp>
      <p:sp>
        <p:nvSpPr>
          <p:cNvPr id="3" name="页脚占位符 2">
            <a:extLst>
              <a:ext uri="{FF2B5EF4-FFF2-40B4-BE49-F238E27FC236}">
                <a16:creationId xmlns:a16="http://schemas.microsoft.com/office/drawing/2014/main" id="{C83324FD-2052-3A3A-47CC-ADDC8A688B25}"/>
              </a:ext>
            </a:extLst>
          </p:cNvPr>
          <p:cNvSpPr>
            <a:spLocks noGrp="1"/>
          </p:cNvSpPr>
          <p:nvPr>
            <p:ph type="ftr" idx="11"/>
          </p:nvPr>
        </p:nvSpPr>
        <p:spPr/>
        <p:txBody>
          <a:bodyPr/>
          <a:lstStyle/>
          <a:p>
            <a:endParaRPr/>
          </a:p>
        </p:txBody>
      </p:sp>
      <p:sp>
        <p:nvSpPr>
          <p:cNvPr id="4" name="灯片编号占位符 3">
            <a:extLst>
              <a:ext uri="{FF2B5EF4-FFF2-40B4-BE49-F238E27FC236}">
                <a16:creationId xmlns:a16="http://schemas.microsoft.com/office/drawing/2014/main" id="{42EA4DC6-92C4-3A99-B66B-0E35309BE414}"/>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E65853-61A1-0E6A-7344-D39DD328D087}"/>
              </a:ext>
            </a:extLst>
          </p:cNvPr>
          <p:cNvSpPr>
            <a:spLocks noGrp="1"/>
          </p:cNvSpPr>
          <p:nvPr>
            <p:ph type="title"/>
          </p:nvPr>
        </p:nvSpPr>
        <p:spPr>
          <a:xfrm>
            <a:off x="839788" y="457200"/>
            <a:ext cx="3932237" cy="1600200"/>
          </a:xfrm>
        </p:spPr>
        <p:txBody>
          <a:bodyPr anchor="b"/>
          <a:lstStyle>
            <a:defPPr>
              <a:defRPr>
                <a:latin typeface="Arial"/>
                <a:ea typeface="Microsoft YaHei"/>
                <a:cs typeface="Arial"/>
              </a:defRPr>
            </a:defPPr>
            <a:lvl1pPr>
              <a:buNone/>
              <a:defRPr sz="3200">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内容占位符 2">
            <a:extLst>
              <a:ext uri="{FF2B5EF4-FFF2-40B4-BE49-F238E27FC236}">
                <a16:creationId xmlns:a16="http://schemas.microsoft.com/office/drawing/2014/main" id="{D29170DC-7428-DF55-1800-1E71D46F3505}"/>
              </a:ext>
            </a:extLst>
          </p:cNvPr>
          <p:cNvSpPr>
            <a:spLocks noGrp="1"/>
          </p:cNvSpPr>
          <p:nvPr>
            <p:ph idx="1"/>
          </p:nvPr>
        </p:nvSpPr>
        <p:spPr>
          <a:xfrm>
            <a:off x="5183188" y="987425"/>
            <a:ext cx="6172200" cy="4873625"/>
          </a:xfrm>
        </p:spPr>
        <p:txBody>
          <a:bodyPr/>
          <a:lstStyle>
            <a:defPPr>
              <a:defRPr>
                <a:latin typeface="Arial"/>
                <a:ea typeface="Microsoft YaHei"/>
                <a:cs typeface="Arial"/>
              </a:defRPr>
            </a:defPPr>
            <a:lvl1pPr>
              <a:buNone/>
              <a:defRPr sz="3200">
                <a:latin typeface="Arial"/>
                <a:ea typeface="Microsoft YaHei"/>
                <a:cs typeface="Arial"/>
              </a:defRPr>
            </a:lvl1pPr>
            <a:lvl2pPr>
              <a:buNone/>
              <a:defRPr sz="2800">
                <a:latin typeface="Arial"/>
                <a:ea typeface="Microsoft YaHei"/>
                <a:cs typeface="Arial"/>
              </a:defRPr>
            </a:lvl2pPr>
            <a:lvl3pPr>
              <a:buNone/>
              <a:defRPr sz="2400">
                <a:latin typeface="Arial"/>
                <a:ea typeface="Microsoft YaHei"/>
                <a:cs typeface="Arial"/>
              </a:defRPr>
            </a:lvl3pPr>
            <a:lvl4pPr>
              <a:buNone/>
              <a:defRPr sz="2000">
                <a:latin typeface="Arial"/>
                <a:ea typeface="Microsoft YaHei"/>
                <a:cs typeface="Arial"/>
              </a:defRPr>
            </a:lvl4pPr>
            <a:lvl5pPr>
              <a:buNone/>
              <a:defRPr sz="2000">
                <a:latin typeface="Arial"/>
                <a:ea typeface="Microsoft YaHei"/>
                <a:cs typeface="Arial"/>
              </a:defRPr>
            </a:lvl5pPr>
            <a:lvl6pPr>
              <a:buNone/>
              <a:defRPr sz="2000">
                <a:latin typeface="Arial"/>
                <a:ea typeface="Microsoft YaHei"/>
                <a:cs typeface="Arial"/>
              </a:defRPr>
            </a:lvl6pPr>
            <a:lvl7pPr>
              <a:buNone/>
              <a:defRPr sz="2000">
                <a:latin typeface="Arial"/>
                <a:ea typeface="Microsoft YaHei"/>
                <a:cs typeface="Arial"/>
              </a:defRPr>
            </a:lvl7pPr>
            <a:lvl8pPr>
              <a:buNone/>
              <a:defRPr sz="2000">
                <a:latin typeface="Arial"/>
                <a:ea typeface="Microsoft YaHei"/>
                <a:cs typeface="Arial"/>
              </a:defRPr>
            </a:lvl8pPr>
            <a:lvl9pPr>
              <a:buNone/>
              <a:defRPr sz="2000">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4" name="文本占位符 3">
            <a:extLst>
              <a:ext uri="{FF2B5EF4-FFF2-40B4-BE49-F238E27FC236}">
                <a16:creationId xmlns:a16="http://schemas.microsoft.com/office/drawing/2014/main" id="{2DE2D9E5-8D6E-3DA0-EF08-36CB66720D6A}"/>
              </a:ext>
            </a:extLst>
          </p:cNvPr>
          <p:cNvSpPr>
            <a:spLocks noGrp="1"/>
          </p:cNvSpPr>
          <p:nvPr>
            <p:ph type="body" idx="2"/>
          </p:nvPr>
        </p:nvSpPr>
        <p:spPr>
          <a:xfrm>
            <a:off x="839788" y="2057400"/>
            <a:ext cx="3932237" cy="3811588"/>
          </a:xfrm>
        </p:spPr>
        <p:txBody>
          <a:bodyPr/>
          <a:lstStyle>
            <a:defPPr>
              <a:defRPr>
                <a:latin typeface="Arial"/>
                <a:ea typeface="Microsoft YaHei"/>
                <a:cs typeface="Arial"/>
              </a:defRPr>
            </a:defPPr>
            <a:lvl1pPr marL="0" indent="0">
              <a:buNone/>
              <a:defRPr sz="1600">
                <a:latin typeface="Arial"/>
                <a:ea typeface="Microsoft YaHei"/>
                <a:cs typeface="Arial"/>
              </a:defRPr>
            </a:lvl1pPr>
            <a:lvl2pPr marL="457200" indent="0">
              <a:buNone/>
              <a:defRPr sz="1400">
                <a:latin typeface="Arial"/>
                <a:ea typeface="Microsoft YaHei"/>
                <a:cs typeface="Arial"/>
              </a:defRPr>
            </a:lvl2pPr>
            <a:lvl3pPr marL="914400" indent="0">
              <a:buNone/>
              <a:defRPr sz="1200">
                <a:latin typeface="Arial"/>
                <a:ea typeface="Microsoft YaHei"/>
                <a:cs typeface="Arial"/>
              </a:defRPr>
            </a:lvl3pPr>
            <a:lvl4pPr marL="1371600" indent="0">
              <a:buNone/>
              <a:defRPr sz="1000">
                <a:latin typeface="Arial"/>
                <a:ea typeface="Microsoft YaHei"/>
                <a:cs typeface="Arial"/>
              </a:defRPr>
            </a:lvl4pPr>
            <a:lvl5pPr marL="1828800" indent="0">
              <a:buNone/>
              <a:defRPr sz="1000">
                <a:latin typeface="Arial"/>
                <a:ea typeface="Microsoft YaHei"/>
                <a:cs typeface="Arial"/>
              </a:defRPr>
            </a:lvl5pPr>
            <a:lvl6pPr marL="2286000" indent="0">
              <a:buNone/>
              <a:defRPr sz="1000">
                <a:latin typeface="Arial"/>
                <a:ea typeface="Microsoft YaHei"/>
                <a:cs typeface="Arial"/>
              </a:defRPr>
            </a:lvl6pPr>
            <a:lvl7pPr marL="2743200" indent="0">
              <a:buNone/>
              <a:defRPr sz="1000">
                <a:latin typeface="Arial"/>
                <a:ea typeface="Microsoft YaHei"/>
                <a:cs typeface="Arial"/>
              </a:defRPr>
            </a:lvl7pPr>
            <a:lvl8pPr marL="3200400" indent="0">
              <a:buNone/>
              <a:defRPr sz="1000">
                <a:latin typeface="Arial"/>
                <a:ea typeface="Microsoft YaHei"/>
                <a:cs typeface="Arial"/>
              </a:defRPr>
            </a:lvl8pPr>
            <a:lvl9pPr marL="3657600" indent="0">
              <a:buNone/>
              <a:defRPr sz="1000">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p:txBody>
      </p:sp>
      <p:sp>
        <p:nvSpPr>
          <p:cNvPr id="5" name="日期占位符 4">
            <a:extLst>
              <a:ext uri="{FF2B5EF4-FFF2-40B4-BE49-F238E27FC236}">
                <a16:creationId xmlns:a16="http://schemas.microsoft.com/office/drawing/2014/main" id="{3625D9F5-A35D-1608-C6E1-87063B6CFA66}"/>
              </a:ext>
            </a:extLst>
          </p:cNvPr>
          <p:cNvSpPr>
            <a:spLocks noGrp="1"/>
          </p:cNvSpPr>
          <p:nvPr>
            <p:ph type="dt" idx="10"/>
          </p:nvPr>
        </p:nvSpPr>
        <p:spPr/>
        <p:txBody>
          <a:bodyPr/>
          <a:lstStyle/>
          <a:p>
            <a:endParaRPr/>
          </a:p>
        </p:txBody>
      </p:sp>
      <p:sp>
        <p:nvSpPr>
          <p:cNvPr id="6" name="页脚占位符 5">
            <a:extLst>
              <a:ext uri="{FF2B5EF4-FFF2-40B4-BE49-F238E27FC236}">
                <a16:creationId xmlns:a16="http://schemas.microsoft.com/office/drawing/2014/main" id="{693CBEB7-05D3-CAF0-A18A-FFB1AC4AE1AF}"/>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2D2EB5C9-17BE-8BD5-E3A2-213CCADF43F4}"/>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519D76F-951B-CAD3-13C4-9336E07314F2}"/>
              </a:ext>
            </a:extLst>
          </p:cNvPr>
          <p:cNvSpPr>
            <a:spLocks noGrp="1"/>
          </p:cNvSpPr>
          <p:nvPr>
            <p:ph type="title"/>
          </p:nvPr>
        </p:nvSpPr>
        <p:spPr>
          <a:xfrm>
            <a:off x="839788" y="457200"/>
            <a:ext cx="3932237" cy="1600200"/>
          </a:xfrm>
        </p:spPr>
        <p:txBody>
          <a:bodyPr anchor="b"/>
          <a:lstStyle>
            <a:defPPr>
              <a:defRPr>
                <a:latin typeface="Arial"/>
                <a:ea typeface="Microsoft YaHei"/>
                <a:cs typeface="Arial"/>
              </a:defRPr>
            </a:defPPr>
            <a:lvl1pPr>
              <a:buNone/>
              <a:defRPr sz="3200">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图片占位符 2">
            <a:extLst>
              <a:ext uri="{FF2B5EF4-FFF2-40B4-BE49-F238E27FC236}">
                <a16:creationId xmlns:a16="http://schemas.microsoft.com/office/drawing/2014/main" id="{520937BA-8ED1-9BFD-46B5-C9B5359B6E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文本占位符 3">
            <a:extLst>
              <a:ext uri="{FF2B5EF4-FFF2-40B4-BE49-F238E27FC236}">
                <a16:creationId xmlns:a16="http://schemas.microsoft.com/office/drawing/2014/main" id="{B5621BE1-CC1C-60CB-7172-D6BFFC632942}"/>
              </a:ext>
            </a:extLst>
          </p:cNvPr>
          <p:cNvSpPr>
            <a:spLocks noGrp="1"/>
          </p:cNvSpPr>
          <p:nvPr>
            <p:ph type="body" idx="2"/>
          </p:nvPr>
        </p:nvSpPr>
        <p:spPr>
          <a:xfrm>
            <a:off x="839788" y="2057400"/>
            <a:ext cx="3932237" cy="3811588"/>
          </a:xfrm>
        </p:spPr>
        <p:txBody>
          <a:bodyPr/>
          <a:lstStyle>
            <a:defPPr>
              <a:defRPr>
                <a:latin typeface="Arial"/>
                <a:ea typeface="Microsoft YaHei"/>
                <a:cs typeface="Arial"/>
              </a:defRPr>
            </a:defPPr>
            <a:lvl1pPr marL="0" indent="0">
              <a:buNone/>
              <a:defRPr sz="1600">
                <a:latin typeface="Arial"/>
                <a:ea typeface="Microsoft YaHei"/>
                <a:cs typeface="Arial"/>
              </a:defRPr>
            </a:lvl1pPr>
            <a:lvl2pPr marL="457200" indent="0">
              <a:buNone/>
              <a:defRPr sz="1400">
                <a:latin typeface="Arial"/>
                <a:ea typeface="Microsoft YaHei"/>
                <a:cs typeface="Arial"/>
              </a:defRPr>
            </a:lvl2pPr>
            <a:lvl3pPr marL="914400" indent="0">
              <a:buNone/>
              <a:defRPr sz="1200">
                <a:latin typeface="Arial"/>
                <a:ea typeface="Microsoft YaHei"/>
                <a:cs typeface="Arial"/>
              </a:defRPr>
            </a:lvl3pPr>
            <a:lvl4pPr marL="1371600" indent="0">
              <a:buNone/>
              <a:defRPr sz="1000">
                <a:latin typeface="Arial"/>
                <a:ea typeface="Microsoft YaHei"/>
                <a:cs typeface="Arial"/>
              </a:defRPr>
            </a:lvl4pPr>
            <a:lvl5pPr marL="1828800" indent="0">
              <a:buNone/>
              <a:defRPr sz="1000">
                <a:latin typeface="Arial"/>
                <a:ea typeface="Microsoft YaHei"/>
                <a:cs typeface="Arial"/>
              </a:defRPr>
            </a:lvl5pPr>
            <a:lvl6pPr marL="2286000" indent="0">
              <a:buNone/>
              <a:defRPr sz="1000">
                <a:latin typeface="Arial"/>
                <a:ea typeface="Microsoft YaHei"/>
                <a:cs typeface="Arial"/>
              </a:defRPr>
            </a:lvl6pPr>
            <a:lvl7pPr marL="2743200" indent="0">
              <a:buNone/>
              <a:defRPr sz="1000">
                <a:latin typeface="Arial"/>
                <a:ea typeface="Microsoft YaHei"/>
                <a:cs typeface="Arial"/>
              </a:defRPr>
            </a:lvl7pPr>
            <a:lvl8pPr marL="3200400" indent="0">
              <a:buNone/>
              <a:defRPr sz="1000">
                <a:latin typeface="Arial"/>
                <a:ea typeface="Microsoft YaHei"/>
                <a:cs typeface="Arial"/>
              </a:defRPr>
            </a:lvl8pPr>
            <a:lvl9pPr marL="3657600" indent="0">
              <a:buNone/>
              <a:defRPr sz="1000">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p:txBody>
      </p:sp>
      <p:sp>
        <p:nvSpPr>
          <p:cNvPr id="5" name="日期占位符 4">
            <a:extLst>
              <a:ext uri="{FF2B5EF4-FFF2-40B4-BE49-F238E27FC236}">
                <a16:creationId xmlns:a16="http://schemas.microsoft.com/office/drawing/2014/main" id="{E079FA64-A781-6D80-44E9-4DD7EFC64603}"/>
              </a:ext>
            </a:extLst>
          </p:cNvPr>
          <p:cNvSpPr>
            <a:spLocks noGrp="1"/>
          </p:cNvSpPr>
          <p:nvPr>
            <p:ph type="dt" idx="10"/>
          </p:nvPr>
        </p:nvSpPr>
        <p:spPr/>
        <p:txBody>
          <a:bodyPr/>
          <a:lstStyle/>
          <a:p>
            <a:endParaRPr/>
          </a:p>
        </p:txBody>
      </p:sp>
      <p:sp>
        <p:nvSpPr>
          <p:cNvPr id="6" name="页脚占位符 5">
            <a:extLst>
              <a:ext uri="{FF2B5EF4-FFF2-40B4-BE49-F238E27FC236}">
                <a16:creationId xmlns:a16="http://schemas.microsoft.com/office/drawing/2014/main" id="{518741B4-C7C2-1623-9425-298A7BB35284}"/>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8F38C667-3AF3-C9FC-3F10-02D7E509A8E9}"/>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BF4B9D3-490D-771E-B4C9-4C15EA76E517}"/>
              </a:ext>
            </a:extLst>
          </p:cNvPr>
          <p:cNvSpPr>
            <a:spLocks noGrp="1"/>
          </p:cNvSpPr>
          <p:nvPr>
            <p:ph type="title"/>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竖排文字占位符 2">
            <a:extLst>
              <a:ext uri="{FF2B5EF4-FFF2-40B4-BE49-F238E27FC236}">
                <a16:creationId xmlns:a16="http://schemas.microsoft.com/office/drawing/2014/main" id="{663909FE-A410-CBD4-441A-182B105683BA}"/>
              </a:ext>
            </a:extLst>
          </p:cNvPr>
          <p:cNvSpPr>
            <a:spLocks noGrp="1"/>
          </p:cNvSpPr>
          <p:nvPr>
            <p:ph type="body" idx="1"/>
          </p:nvPr>
        </p:nvSpPr>
        <p:spPr/>
        <p:txBody>
          <a:bodyPr vert="eaVert"/>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4" name="日期占位符 3">
            <a:extLst>
              <a:ext uri="{FF2B5EF4-FFF2-40B4-BE49-F238E27FC236}">
                <a16:creationId xmlns:a16="http://schemas.microsoft.com/office/drawing/2014/main" id="{7E6FECDA-5242-DD65-BE8D-F5A4407ED5FD}"/>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BC432F65-793A-55A8-1FD3-FF7B0F9272B6}"/>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62510C0A-DD4E-7AEA-D026-3E887AA198F4}"/>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07E3593F-04D3-2AF0-8D8E-37F7E04D0320}"/>
              </a:ext>
            </a:extLst>
          </p:cNvPr>
          <p:cNvSpPr>
            <a:spLocks noGrp="1"/>
          </p:cNvSpPr>
          <p:nvPr>
            <p:ph type="title"/>
          </p:nvPr>
        </p:nvSpPr>
        <p:spPr>
          <a:xfrm>
            <a:off x="8724900" y="365125"/>
            <a:ext cx="2628900" cy="5811838"/>
          </a:xfrm>
        </p:spPr>
        <p:txBody>
          <a:bodyPr vert="eaVert"/>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竖排文字占位符 2">
            <a:extLst>
              <a:ext uri="{FF2B5EF4-FFF2-40B4-BE49-F238E27FC236}">
                <a16:creationId xmlns:a16="http://schemas.microsoft.com/office/drawing/2014/main" id="{C01556A3-772E-6B74-8002-B9B45C6A14D7}"/>
              </a:ext>
            </a:extLst>
          </p:cNvPr>
          <p:cNvSpPr>
            <a:spLocks noGrp="1"/>
          </p:cNvSpPr>
          <p:nvPr>
            <p:ph type="body" idx="1"/>
          </p:nvPr>
        </p:nvSpPr>
        <p:spPr>
          <a:xfrm>
            <a:off x="838200" y="365125"/>
            <a:ext cx="7734300" cy="5811838"/>
          </a:xfrm>
        </p:spPr>
        <p:txBody>
          <a:bodyPr vert="eaVert"/>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4" name="日期占位符 3">
            <a:extLst>
              <a:ext uri="{FF2B5EF4-FFF2-40B4-BE49-F238E27FC236}">
                <a16:creationId xmlns:a16="http://schemas.microsoft.com/office/drawing/2014/main" id="{462F600B-2659-9CDC-A406-5C1430611832}"/>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F6B4A668-02AC-035A-EDAE-38ED4B5B2361}"/>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B58A35A2-E089-B48E-97F8-1D0182DBB2CE}"/>
              </a:ext>
            </a:extLst>
          </p:cNvPr>
          <p:cNvSpPr>
            <a:spLocks noGrp="1"/>
          </p:cNvSpPr>
          <p:nvPr>
            <p:ph type="sldNum" idx="12"/>
          </p:nvPr>
        </p:nvSpPr>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标题页1">
    <p:spTree>
      <p:nvGrpSpPr>
        <p:cNvPr id="1" name=""/>
        <p:cNvGrpSpPr/>
        <p:nvPr/>
      </p:nvGrpSpPr>
      <p:grpSpPr>
        <a:xfrm>
          <a:off x="0" y="0"/>
          <a:ext cx="0" cy="0"/>
          <a:chOff x="0" y="0"/>
          <a:chExt cx="0" cy="0"/>
        </a:xfrm>
      </p:grpSpPr>
      <p:sp>
        <p:nvSpPr>
          <p:cNvPr id="230" name="任意形状 229">
            <a:extLst>
              <a:ext uri="{FF2B5EF4-FFF2-40B4-BE49-F238E27FC236}">
                <a16:creationId xmlns:a16="http://schemas.microsoft.com/office/drawing/2014/main" id="{871B02A7-EF6F-134C-B920-6B76573B7D8C}"/>
              </a:ext>
            </a:extLst>
          </p:cNvPr>
          <p:cNvSpPr>
            <a:spLocks noGrp="1"/>
          </p:cNvSpPr>
          <p:nvPr/>
        </p:nvSpPr>
        <p:spPr>
          <a:xfrm>
            <a:off x="8286750" y="-86497"/>
            <a:ext cx="3836304" cy="7027086"/>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w="9525">
            <a:solidFill>
              <a:srgbClr val="002554"/>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80000" tIns="180000" rIns="180000" bIns="180000" anchor="t">
            <a:noAutofit/>
          </a:bodyPr>
          <a:lstStyle/>
          <a:p>
            <a:pPr algn="l">
              <a:lnSpc>
                <a:spcPct val="130000"/>
              </a:lnSpc>
              <a:buNone/>
            </a:pPr>
            <a:endParaRPr sz="2000">
              <a:solidFill>
                <a:srgbClr val="1E2678"/>
              </a:solidFill>
            </a:endParaRPr>
          </a:p>
        </p:txBody>
      </p:sp>
      <p:sp>
        <p:nvSpPr>
          <p:cNvPr id="2" name="标题 1">
            <a:extLst>
              <a:ext uri="{FF2B5EF4-FFF2-40B4-BE49-F238E27FC236}">
                <a16:creationId xmlns:a16="http://schemas.microsoft.com/office/drawing/2014/main" id="{6EF0BFE3-E035-4DB9-A3D2-B8F99D35F027}"/>
              </a:ext>
            </a:extLst>
          </p:cNvPr>
          <p:cNvSpPr>
            <a:spLocks noGrp="1"/>
          </p:cNvSpPr>
          <p:nvPr>
            <p:ph type="ctrTitle"/>
          </p:nvPr>
        </p:nvSpPr>
        <p:spPr>
          <a:xfrm>
            <a:off x="817123" y="1130301"/>
            <a:ext cx="7112161" cy="2177314"/>
          </a:xfrm>
        </p:spPr>
        <p:txBody>
          <a:bodyPr lIns="0" anchor="b">
            <a:normAutofit/>
          </a:bodyPr>
          <a:lstStyle>
            <a:defPPr>
              <a:defRPr>
                <a:latin typeface="Arial"/>
                <a:ea typeface="Microsoft YaHei"/>
                <a:cs typeface="Arial"/>
              </a:defRPr>
            </a:defPPr>
            <a:lvl1pPr algn="l">
              <a:lnSpc>
                <a:spcPct val="120000"/>
              </a:lnSpc>
              <a:buNone/>
              <a:defRPr sz="4400" b="1">
                <a:solidFill>
                  <a:srgbClr val="1E2678"/>
                </a:solidFill>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副标题 2">
            <a:extLst>
              <a:ext uri="{FF2B5EF4-FFF2-40B4-BE49-F238E27FC236}">
                <a16:creationId xmlns:a16="http://schemas.microsoft.com/office/drawing/2014/main" id="{3BF0F1B1-16C1-47F5-83C1-E23FF7DB07E5}"/>
              </a:ext>
            </a:extLst>
          </p:cNvPr>
          <p:cNvSpPr>
            <a:spLocks noGrp="1"/>
          </p:cNvSpPr>
          <p:nvPr>
            <p:ph type="subTitle" idx="1"/>
          </p:nvPr>
        </p:nvSpPr>
        <p:spPr>
          <a:xfrm>
            <a:off x="803275" y="3307615"/>
            <a:ext cx="7126010" cy="508452"/>
          </a:xfrm>
        </p:spPr>
        <p:txBody>
          <a:bodyPr lIns="0">
            <a:normAutofit/>
          </a:bodyPr>
          <a:lstStyle>
            <a:defPPr>
              <a:defRPr>
                <a:latin typeface="Arial"/>
                <a:ea typeface="Microsoft YaHei"/>
                <a:cs typeface="Arial"/>
              </a:defRPr>
            </a:defPPr>
            <a:lvl1pPr marL="0" indent="0" algn="l">
              <a:lnSpc>
                <a:spcPct val="120000"/>
              </a:lnSpc>
              <a:buNone/>
              <a:defRPr sz="1800">
                <a:solidFill>
                  <a:schemeClr val="tx2"/>
                </a:solidFill>
                <a:latin typeface="Arial"/>
                <a:ea typeface="Microsoft YaHei"/>
                <a:cs typeface="Arial"/>
              </a:defRPr>
            </a:lvl1pPr>
            <a:lvl2pPr marL="457200" indent="0" algn="ctr">
              <a:buNone/>
              <a:defRPr sz="2000">
                <a:latin typeface="Arial"/>
                <a:ea typeface="Microsoft YaHei"/>
                <a:cs typeface="Arial"/>
              </a:defRPr>
            </a:lvl2pPr>
            <a:lvl3pPr marL="914400" indent="0" algn="ctr">
              <a:buNone/>
              <a:defRPr sz="1800">
                <a:latin typeface="Arial"/>
                <a:ea typeface="Microsoft YaHei"/>
                <a:cs typeface="Arial"/>
              </a:defRPr>
            </a:lvl3pPr>
            <a:lvl4pPr marL="1371600" indent="0" algn="ctr">
              <a:buNone/>
              <a:defRPr sz="1600">
                <a:latin typeface="Arial"/>
                <a:ea typeface="Microsoft YaHei"/>
                <a:cs typeface="Arial"/>
              </a:defRPr>
            </a:lvl4pPr>
            <a:lvl5pPr marL="1828800" indent="0" algn="ctr">
              <a:buNone/>
              <a:defRPr sz="1600">
                <a:latin typeface="Arial"/>
                <a:ea typeface="Microsoft YaHei"/>
                <a:cs typeface="Arial"/>
              </a:defRPr>
            </a:lvl5pPr>
            <a:lvl6pPr marL="2286000" indent="0" algn="ctr">
              <a:buNone/>
              <a:defRPr sz="1600">
                <a:latin typeface="Arial"/>
                <a:ea typeface="Microsoft YaHei"/>
                <a:cs typeface="Arial"/>
              </a:defRPr>
            </a:lvl6pPr>
            <a:lvl7pPr marL="2743200" indent="0" algn="ctr">
              <a:buNone/>
              <a:defRPr sz="1600">
                <a:latin typeface="Arial"/>
                <a:ea typeface="Microsoft YaHei"/>
                <a:cs typeface="Arial"/>
              </a:defRPr>
            </a:lvl7pPr>
            <a:lvl8pPr marL="3200400" indent="0" algn="ctr">
              <a:buNone/>
              <a:defRPr sz="1600">
                <a:latin typeface="Arial"/>
                <a:ea typeface="Microsoft YaHei"/>
                <a:cs typeface="Arial"/>
              </a:defRPr>
            </a:lvl8pPr>
            <a:lvl9pPr marL="3657600" indent="0" algn="ctr">
              <a:buNone/>
              <a:defRPr sz="1600">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单击此处编辑母版副标题样式</a:t>
            </a:r>
          </a:p>
        </p:txBody>
      </p:sp>
      <p:sp>
        <p:nvSpPr>
          <p:cNvPr id="114" name="文本占位符 113">
            <a:extLst>
              <a:ext uri="{FF2B5EF4-FFF2-40B4-BE49-F238E27FC236}">
                <a16:creationId xmlns:a16="http://schemas.microsoft.com/office/drawing/2014/main" id="{1D042017-EA01-0746-A58F-259DD19AD35E}"/>
              </a:ext>
            </a:extLst>
          </p:cNvPr>
          <p:cNvSpPr>
            <a:spLocks noGrp="1"/>
          </p:cNvSpPr>
          <p:nvPr>
            <p:ph type="body" idx="14"/>
          </p:nvPr>
        </p:nvSpPr>
        <p:spPr>
          <a:xfrm>
            <a:off x="803275" y="4102632"/>
            <a:ext cx="7092950" cy="2031468"/>
          </a:xfrm>
        </p:spPr>
        <p:txBody>
          <a:bodyPr lIns="0">
            <a:normAutofit/>
          </a:bodyPr>
          <a:lstStyle>
            <a:defPPr>
              <a:defRPr>
                <a:latin typeface="Arial"/>
                <a:ea typeface="Microsoft YaHei"/>
                <a:cs typeface="Arial"/>
              </a:defRPr>
            </a:defPPr>
            <a:lvl1pPr marL="0" indent="0">
              <a:buNone/>
              <a:defRPr sz="1800">
                <a:solidFill>
                  <a:schemeClr val="tx1">
                    <a:lumMod val="75000"/>
                    <a:lumOff val="25000"/>
                  </a:schemeClr>
                </a:solidFill>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p:txBody>
      </p:sp>
      <p:sp>
        <p:nvSpPr>
          <p:cNvPr id="117" name="矩形 116">
            <a:extLst>
              <a:ext uri="{FF2B5EF4-FFF2-40B4-BE49-F238E27FC236}">
                <a16:creationId xmlns:a16="http://schemas.microsoft.com/office/drawing/2014/main" id="{B266384C-2791-0F43-9817-F81B103A739A}"/>
              </a:ext>
            </a:extLst>
          </p:cNvPr>
          <p:cNvSpPr>
            <a:spLocks noGrp="1"/>
          </p:cNvSpPr>
          <p:nvPr/>
        </p:nvSpPr>
        <p:spPr>
          <a:xfrm>
            <a:off x="12061652" y="0"/>
            <a:ext cx="177972" cy="6858000"/>
          </a:xfrm>
          <a:prstGeom prst="rect">
            <a:avLst/>
          </a:prstGeom>
          <a:solidFill>
            <a:srgbClr val="002554"/>
          </a:solidFill>
          <a:ln>
            <a:solidFill>
              <a:srgbClr val="1E267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solidFill>
                <a:srgbClr val="1E2678"/>
              </a:solidFill>
            </a:endParaRPr>
          </a:p>
        </p:txBody>
      </p:sp>
      <p:sp>
        <p:nvSpPr>
          <p:cNvPr id="116" name="图片占位符 115">
            <a:extLst>
              <a:ext uri="{FF2B5EF4-FFF2-40B4-BE49-F238E27FC236}">
                <a16:creationId xmlns:a16="http://schemas.microsoft.com/office/drawing/2014/main" id="{D2CC4584-6629-8047-B3CE-0C9B73D86919}"/>
              </a:ext>
            </a:extLst>
          </p:cNvPr>
          <p:cNvSpPr>
            <a:spLocks noGrp="1"/>
          </p:cNvSpPr>
          <p:nvPr>
            <p:ph type="pic" idx="15"/>
          </p:nvPr>
        </p:nvSpPr>
        <p:spPr>
          <a:xfrm>
            <a:off x="791686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a:p>
        </p:txBody>
      </p:sp>
      <p:pic>
        <p:nvPicPr>
          <p:cNvPr id="6" name="图片 5">
            <a:extLst>
              <a:ext uri="{FF2B5EF4-FFF2-40B4-BE49-F238E27FC236}">
                <a16:creationId xmlns:a16="http://schemas.microsoft.com/office/drawing/2014/main" id="{A6D4FAA2-5704-4FB3-B667-730CE7B95708}"/>
              </a:ext>
            </a:extLst>
          </p:cNvPr>
          <p:cNvPicPr>
            <a:picLocks noChangeAspect="1"/>
          </p:cNvPicPr>
          <p:nvPr/>
        </p:nvPicPr>
        <p:blipFill>
          <a:blip r:embed="rId2"/>
          <a:srcRect/>
          <a:stretch>
            <a:fillRect/>
          </a:stretch>
        </p:blipFill>
        <p:spPr>
          <a:xfrm>
            <a:off x="266700" y="190500"/>
            <a:ext cx="2381250" cy="748856"/>
          </a:xfrm>
          <a:prstGeom prst="rect">
            <a:avLst/>
          </a:prstGeom>
        </p:spPr>
      </p:pic>
      <p:pic>
        <p:nvPicPr>
          <p:cNvPr id="8" name="图片 7">
            <a:extLst>
              <a:ext uri="{FF2B5EF4-FFF2-40B4-BE49-F238E27FC236}">
                <a16:creationId xmlns:a16="http://schemas.microsoft.com/office/drawing/2014/main" id="{B8391822-7FF2-40D8-BE86-4E92CC990959}"/>
              </a:ext>
            </a:extLst>
          </p:cNvPr>
          <p:cNvPicPr>
            <a:picLocks noChangeAspect="1"/>
          </p:cNvPicPr>
          <p:nvPr/>
        </p:nvPicPr>
        <p:blipFill rotWithShape="1">
          <a:blip r:embed="rId3"/>
          <a:srcRect b="50000"/>
          <a:stretch/>
        </p:blipFill>
        <p:spPr>
          <a:xfrm>
            <a:off x="817123" y="6343664"/>
            <a:ext cx="952224" cy="271566"/>
          </a:xfrm>
          <a:prstGeom prst="rect">
            <a:avLst/>
          </a:prstGeom>
        </p:spPr>
      </p:pic>
      <p:pic>
        <p:nvPicPr>
          <p:cNvPr id="113" name="图片 112">
            <a:extLst>
              <a:ext uri="{FF2B5EF4-FFF2-40B4-BE49-F238E27FC236}">
                <a16:creationId xmlns:a16="http://schemas.microsoft.com/office/drawing/2014/main" id="{2CE0C045-D101-441A-8303-810F1F7AB485}"/>
              </a:ext>
            </a:extLst>
          </p:cNvPr>
          <p:cNvPicPr>
            <a:picLocks noChangeAspect="1"/>
          </p:cNvPicPr>
          <p:nvPr/>
        </p:nvPicPr>
        <p:blipFill rotWithShape="1">
          <a:blip r:embed="rId3"/>
          <a:srcRect t="50000"/>
          <a:stretch/>
        </p:blipFill>
        <p:spPr>
          <a:xfrm>
            <a:off x="1923680" y="6313846"/>
            <a:ext cx="952224" cy="271566"/>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6E400B-D16B-4A3A-AC95-3E3276FD3F1A}"/>
              </a:ext>
            </a:extLst>
          </p:cNvPr>
          <p:cNvSpPr>
            <a:spLocks noGrp="1"/>
          </p:cNvSpPr>
          <p:nvPr>
            <p:ph type="title"/>
          </p:nvPr>
        </p:nvSpPr>
        <p:spPr>
          <a:xfrm>
            <a:off x="803275" y="393486"/>
            <a:ext cx="8970989" cy="663575"/>
          </a:xfrm>
        </p:spPr>
        <p:txBody>
          <a:bodyPr lIns="0">
            <a:normAutofit/>
          </a:bodyPr>
          <a:lstStyle>
            <a:defPPr>
              <a:defRPr>
                <a:latin typeface="Arial"/>
                <a:ea typeface="Microsoft YaHei"/>
                <a:cs typeface="Arial"/>
              </a:defRPr>
            </a:defPPr>
            <a:lvl1pPr>
              <a:buNone/>
              <a:defRPr sz="3600" b="1">
                <a:solidFill>
                  <a:srgbClr val="1E2678"/>
                </a:solidFill>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4" name="直线连接符 3">
            <a:extLst>
              <a:ext uri="{FF2B5EF4-FFF2-40B4-BE49-F238E27FC236}">
                <a16:creationId xmlns:a16="http://schemas.microsoft.com/office/drawing/2014/main" id="{27517BB9-E618-4B05-B3F4-2C2F2FF91B96}"/>
              </a:ext>
            </a:extLst>
          </p:cNvPr>
          <p:cNvSpPr>
            <a:spLocks noGrp="1"/>
          </p:cNvSpPr>
          <p:nvPr/>
        </p:nvSpPr>
        <p:spPr>
          <a:xfrm>
            <a:off x="0" y="1016000"/>
            <a:ext cx="12192000" cy="0"/>
          </a:xfrm>
          <a:prstGeom prst="line">
            <a:avLst/>
          </a:prstGeom>
          <a:ln w="12700">
            <a:solidFill>
              <a:srgbClr val="1E2678"/>
            </a:solidFill>
          </a:ln>
        </p:spPr>
        <p:style>
          <a:lnRef idx="1">
            <a:schemeClr val="accent1"/>
          </a:lnRef>
          <a:fillRef idx="0">
            <a:schemeClr val="accent1"/>
          </a:fillRef>
          <a:effectRef idx="0">
            <a:schemeClr val="accent1"/>
          </a:effectRef>
          <a:fontRef idx="minor">
            <a:schemeClr val="tx1"/>
          </a:fontRef>
        </p:style>
      </p:sp>
      <p:pic>
        <p:nvPicPr>
          <p:cNvPr id="110" name="图片 109">
            <a:extLst>
              <a:ext uri="{FF2B5EF4-FFF2-40B4-BE49-F238E27FC236}">
                <a16:creationId xmlns:a16="http://schemas.microsoft.com/office/drawing/2014/main" id="{A363CC39-B8A8-40FA-A17F-9B7457250493}"/>
              </a:ext>
            </a:extLst>
          </p:cNvPr>
          <p:cNvPicPr>
            <a:picLocks noChangeAspect="1"/>
          </p:cNvPicPr>
          <p:nvPr/>
        </p:nvPicPr>
        <p:blipFill rotWithShape="1">
          <a:blip r:embed="rId2"/>
          <a:srcRect l="38743" t="8413"/>
          <a:stretch/>
        </p:blipFill>
        <p:spPr>
          <a:xfrm flipH="1">
            <a:off x="-1" y="60500"/>
            <a:ext cx="958611" cy="955500"/>
          </a:xfrm>
          <a:prstGeom prst="rect">
            <a:avLst/>
          </a:prstGeom>
        </p:spPr>
      </p:pic>
      <p:sp>
        <p:nvSpPr>
          <p:cNvPr id="104" name="日期占位符 103">
            <a:extLst>
              <a:ext uri="{FF2B5EF4-FFF2-40B4-BE49-F238E27FC236}">
                <a16:creationId xmlns:a16="http://schemas.microsoft.com/office/drawing/2014/main" id="{F60E1DCC-E124-EA83-63FC-1A6C731D28C7}"/>
              </a:ext>
            </a:extLst>
          </p:cNvPr>
          <p:cNvSpPr>
            <a:spLocks noGrp="1"/>
          </p:cNvSpPr>
          <p:nvPr>
            <p:ph type="dt" idx="10"/>
          </p:nvPr>
        </p:nvSpPr>
        <p:spPr/>
        <p:txBody>
          <a:bodyPr/>
          <a:lstStyle/>
          <a:p>
            <a:endParaRPr/>
          </a:p>
        </p:txBody>
      </p:sp>
      <p:sp>
        <p:nvSpPr>
          <p:cNvPr id="105" name="页脚占位符 104">
            <a:extLst>
              <a:ext uri="{FF2B5EF4-FFF2-40B4-BE49-F238E27FC236}">
                <a16:creationId xmlns:a16="http://schemas.microsoft.com/office/drawing/2014/main" id="{46B49986-A685-7541-C825-FF8F7F917056}"/>
              </a:ext>
            </a:extLst>
          </p:cNvPr>
          <p:cNvSpPr>
            <a:spLocks noGrp="1"/>
          </p:cNvSpPr>
          <p:nvPr>
            <p:ph type="ftr" idx="11"/>
          </p:nvPr>
        </p:nvSpPr>
        <p:spPr/>
        <p:txBody>
          <a:bodyPr/>
          <a:lstStyle/>
          <a:p>
            <a:endParaRPr/>
          </a:p>
        </p:txBody>
      </p:sp>
      <p:sp>
        <p:nvSpPr>
          <p:cNvPr id="106" name="灯片编号占位符 105">
            <a:extLst>
              <a:ext uri="{FF2B5EF4-FFF2-40B4-BE49-F238E27FC236}">
                <a16:creationId xmlns:a16="http://schemas.microsoft.com/office/drawing/2014/main" id="{2893DA39-D57F-88C2-CDDD-738D987C13D7}"/>
              </a:ext>
            </a:extLst>
          </p:cNvPr>
          <p:cNvSpPr>
            <a:spLocks noGrp="1"/>
          </p:cNvSpPr>
          <p:nvPr>
            <p:ph type="sldNum" idx="12"/>
          </p:nvPr>
        </p:nvSpPr>
        <p:spPr>
          <a:xfrm>
            <a:off x="9448800" y="6537191"/>
            <a:ext cx="2743200" cy="365125"/>
          </a:xfrm>
        </p:spPr>
        <p:txBody>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pic>
        <p:nvPicPr>
          <p:cNvPr id="108" name="图片 107">
            <a:extLst>
              <a:ext uri="{FF2B5EF4-FFF2-40B4-BE49-F238E27FC236}">
                <a16:creationId xmlns:a16="http://schemas.microsoft.com/office/drawing/2014/main" id="{C1CA1EC8-F0C4-4331-8E8E-2F92AA991B16}"/>
              </a:ext>
            </a:extLst>
          </p:cNvPr>
          <p:cNvPicPr>
            <a:picLocks noChangeAspect="1"/>
          </p:cNvPicPr>
          <p:nvPr/>
        </p:nvPicPr>
        <p:blipFill>
          <a:blip r:embed="rId3"/>
          <a:stretch>
            <a:fillRect/>
          </a:stretch>
        </p:blipFill>
        <p:spPr>
          <a:xfrm>
            <a:off x="9949591" y="213423"/>
            <a:ext cx="2067081" cy="649654"/>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A71FDF-8FCD-5D90-D887-9B1BF39151EB}"/>
              </a:ext>
            </a:extLst>
          </p:cNvPr>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a:extLst>
              <a:ext uri="{FF2B5EF4-FFF2-40B4-BE49-F238E27FC236}">
                <a16:creationId xmlns:a16="http://schemas.microsoft.com/office/drawing/2014/main" id="{16BEEA83-8454-D339-4D8B-16161FBDB90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a:extLst>
              <a:ext uri="{FF2B5EF4-FFF2-40B4-BE49-F238E27FC236}">
                <a16:creationId xmlns:a16="http://schemas.microsoft.com/office/drawing/2014/main" id="{EE3E0FC5-80D6-9B7E-CC3B-59C371A25D8C}"/>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EE298E52-496A-967F-A2D3-982B9BA66D18}"/>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B04ADD5F-2BA1-93C6-BE7C-18B4AA739AB7}"/>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7F293-0370-2B52-C0D0-656F2864ED0F}"/>
              </a:ext>
            </a:extLst>
          </p:cNvPr>
          <p:cNvSpPr>
            <a:spLocks noGrp="1"/>
          </p:cNvSpPr>
          <p:nvPr>
            <p:ph type="title"/>
          </p:nvPr>
        </p:nvSpPr>
        <p:spPr/>
        <p:txBody>
          <a:bodyPr/>
          <a:lstStyle/>
          <a:p>
            <a:r>
              <a:t>单击此处编辑母版标题样式</a:t>
            </a:r>
          </a:p>
        </p:txBody>
      </p:sp>
      <p:sp>
        <p:nvSpPr>
          <p:cNvPr id="3" name="内容占位符 2">
            <a:extLst>
              <a:ext uri="{FF2B5EF4-FFF2-40B4-BE49-F238E27FC236}">
                <a16:creationId xmlns:a16="http://schemas.microsoft.com/office/drawing/2014/main" id="{4D4ED107-3A51-9E3E-3D51-5A13617A5410}"/>
              </a:ext>
            </a:extLst>
          </p:cNvPr>
          <p:cNvSpPr>
            <a:spLocks noGrp="1"/>
          </p:cNvSpPr>
          <p:nvPr>
            <p:ph idx="1"/>
          </p:nvPr>
        </p:nvSpPr>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a:extLst>
              <a:ext uri="{FF2B5EF4-FFF2-40B4-BE49-F238E27FC236}">
                <a16:creationId xmlns:a16="http://schemas.microsoft.com/office/drawing/2014/main" id="{EC367E1B-5944-597F-BB18-62AB6F57D37C}"/>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AB6A286F-7B67-1F75-3BF2-D030BF7AB36F}"/>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65E7A451-5922-6F82-2F21-A68AA9B8A6A7}"/>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0CED1C-EC6D-DF58-5BE4-70B1C6F4D8A5}"/>
              </a:ext>
            </a:extLst>
          </p:cNvPr>
          <p:cNvSpPr>
            <a:spLocks noGrp="1"/>
          </p:cNvSpPr>
          <p:nvPr>
            <p:ph type="title"/>
          </p:nvPr>
        </p:nvSpPr>
        <p:spPr>
          <a:xfrm>
            <a:off x="831850" y="1709738"/>
            <a:ext cx="10515600" cy="2852737"/>
          </a:xfrm>
        </p:spPr>
        <p:txBody>
          <a:bodyPr anchor="b"/>
          <a:lstStyle>
            <a:lvl1pPr>
              <a:buNone/>
              <a:defRPr sz="6000"/>
            </a:lvl1pPr>
          </a:lstStyle>
          <a:p>
            <a:r>
              <a:t>单击此处编辑母版标题样式</a:t>
            </a:r>
          </a:p>
        </p:txBody>
      </p:sp>
      <p:sp>
        <p:nvSpPr>
          <p:cNvPr id="3" name="文本占位符 2">
            <a:extLst>
              <a:ext uri="{FF2B5EF4-FFF2-40B4-BE49-F238E27FC236}">
                <a16:creationId xmlns:a16="http://schemas.microsoft.com/office/drawing/2014/main" id="{78913742-DA47-EAF0-6E95-8D9E666C71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buNone/>
            </a:pPr>
            <a:r>
              <a:t>单击此处编辑母版文本样式</a:t>
            </a:r>
          </a:p>
        </p:txBody>
      </p:sp>
      <p:sp>
        <p:nvSpPr>
          <p:cNvPr id="4" name="日期占位符 3">
            <a:extLst>
              <a:ext uri="{FF2B5EF4-FFF2-40B4-BE49-F238E27FC236}">
                <a16:creationId xmlns:a16="http://schemas.microsoft.com/office/drawing/2014/main" id="{F70695BA-CECC-8607-94D2-23D444A270AD}"/>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22AE0DFD-9C47-5825-A796-E943C7886446}"/>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165DEC2D-42A7-A876-AE88-655DC47E6ED9}"/>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2CBD50-5062-FBA8-E18E-ED8E9374D70C}"/>
              </a:ext>
            </a:extLst>
          </p:cNvPr>
          <p:cNvSpPr>
            <a:spLocks noGrp="1"/>
          </p:cNvSpPr>
          <p:nvPr>
            <p:ph type="title"/>
          </p:nvPr>
        </p:nvSpPr>
        <p:spPr/>
        <p:txBody>
          <a:bodyPr/>
          <a:lstStyle/>
          <a:p>
            <a:r>
              <a:t>单击此处编辑母版标题样式</a:t>
            </a:r>
          </a:p>
        </p:txBody>
      </p:sp>
      <p:sp>
        <p:nvSpPr>
          <p:cNvPr id="3" name="内容占位符 2">
            <a:extLst>
              <a:ext uri="{FF2B5EF4-FFF2-40B4-BE49-F238E27FC236}">
                <a16:creationId xmlns:a16="http://schemas.microsoft.com/office/drawing/2014/main" id="{9E055BA6-E77B-23F0-3D6C-36251132C513}"/>
              </a:ext>
            </a:extLst>
          </p:cNvPr>
          <p:cNvSpPr>
            <a:spLocks noGrp="1"/>
          </p:cNvSpPr>
          <p:nvPr>
            <p:ph idx="1"/>
          </p:nvPr>
        </p:nvSpPr>
        <p:spPr>
          <a:xfrm>
            <a:off x="838200" y="1825625"/>
            <a:ext cx="5181600" cy="435133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内容占位符 3">
            <a:extLst>
              <a:ext uri="{FF2B5EF4-FFF2-40B4-BE49-F238E27FC236}">
                <a16:creationId xmlns:a16="http://schemas.microsoft.com/office/drawing/2014/main" id="{4DCDBCD5-7D04-81A1-BE78-0976F91C546B}"/>
              </a:ext>
            </a:extLst>
          </p:cNvPr>
          <p:cNvSpPr>
            <a:spLocks noGrp="1"/>
          </p:cNvSpPr>
          <p:nvPr>
            <p:ph idx="2"/>
          </p:nvPr>
        </p:nvSpPr>
        <p:spPr>
          <a:xfrm>
            <a:off x="6172200" y="1825625"/>
            <a:ext cx="5181600" cy="435133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日期占位符 4">
            <a:extLst>
              <a:ext uri="{FF2B5EF4-FFF2-40B4-BE49-F238E27FC236}">
                <a16:creationId xmlns:a16="http://schemas.microsoft.com/office/drawing/2014/main" id="{65766FF8-C03D-217F-A554-159F1459DE93}"/>
              </a:ext>
            </a:extLst>
          </p:cNvPr>
          <p:cNvSpPr>
            <a:spLocks noGrp="1"/>
          </p:cNvSpPr>
          <p:nvPr>
            <p:ph type="dt" idx="10"/>
          </p:nvPr>
        </p:nvSpPr>
        <p:spPr/>
        <p:txBody>
          <a:bodyPr/>
          <a:lstStyle/>
          <a:p>
            <a:endParaRPr/>
          </a:p>
        </p:txBody>
      </p:sp>
      <p:sp>
        <p:nvSpPr>
          <p:cNvPr id="6" name="页脚占位符 5">
            <a:extLst>
              <a:ext uri="{FF2B5EF4-FFF2-40B4-BE49-F238E27FC236}">
                <a16:creationId xmlns:a16="http://schemas.microsoft.com/office/drawing/2014/main" id="{549C4ABE-F189-2186-A6F0-0F08CFC7D853}"/>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C6CC8385-914B-0B8B-E1E1-118A2F844789}"/>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9C58E88-D54F-43C9-45E8-D65D09398A8D}"/>
              </a:ext>
            </a:extLst>
          </p:cNvPr>
          <p:cNvSpPr>
            <a:spLocks noGrp="1"/>
          </p:cNvSpPr>
          <p:nvPr>
            <p:ph type="title"/>
          </p:nvPr>
        </p:nvSpPr>
        <p:spPr>
          <a:xfrm>
            <a:off x="839788" y="365125"/>
            <a:ext cx="10515600" cy="1325563"/>
          </a:xfrm>
        </p:spPr>
        <p:txBody>
          <a:bodyPr/>
          <a:lstStyle/>
          <a:p>
            <a:r>
              <a:t>单击此处编辑母版标题样式</a:t>
            </a:r>
          </a:p>
        </p:txBody>
      </p:sp>
      <p:sp>
        <p:nvSpPr>
          <p:cNvPr id="3" name="文本占位符 2">
            <a:extLst>
              <a:ext uri="{FF2B5EF4-FFF2-40B4-BE49-F238E27FC236}">
                <a16:creationId xmlns:a16="http://schemas.microsoft.com/office/drawing/2014/main" id="{93385A83-4925-F11E-E4E3-533F6AFF18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a:extLst>
              <a:ext uri="{FF2B5EF4-FFF2-40B4-BE49-F238E27FC236}">
                <a16:creationId xmlns:a16="http://schemas.microsoft.com/office/drawing/2014/main" id="{BBFF825F-5FFF-809F-3237-1D937029CFC8}"/>
              </a:ext>
            </a:extLst>
          </p:cNvPr>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a:extLst>
              <a:ext uri="{FF2B5EF4-FFF2-40B4-BE49-F238E27FC236}">
                <a16:creationId xmlns:a16="http://schemas.microsoft.com/office/drawing/2014/main" id="{682F2279-7429-6FD5-D3B2-11E2E73275DE}"/>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a:extLst>
              <a:ext uri="{FF2B5EF4-FFF2-40B4-BE49-F238E27FC236}">
                <a16:creationId xmlns:a16="http://schemas.microsoft.com/office/drawing/2014/main" id="{ECD9F7E8-B9AC-0CBF-0213-A0D8B15F6218}"/>
              </a:ext>
            </a:extLst>
          </p:cNvPr>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a:extLst>
              <a:ext uri="{FF2B5EF4-FFF2-40B4-BE49-F238E27FC236}">
                <a16:creationId xmlns:a16="http://schemas.microsoft.com/office/drawing/2014/main" id="{057A19B1-DA11-E869-8EED-948BBC1A01B4}"/>
              </a:ext>
            </a:extLst>
          </p:cNvPr>
          <p:cNvSpPr>
            <a:spLocks noGrp="1"/>
          </p:cNvSpPr>
          <p:nvPr>
            <p:ph type="dt" idx="10"/>
          </p:nvPr>
        </p:nvSpPr>
        <p:spPr/>
        <p:txBody>
          <a:bodyPr/>
          <a:lstStyle/>
          <a:p>
            <a:endParaRPr/>
          </a:p>
        </p:txBody>
      </p:sp>
      <p:sp>
        <p:nvSpPr>
          <p:cNvPr id="8" name="页脚占位符 7">
            <a:extLst>
              <a:ext uri="{FF2B5EF4-FFF2-40B4-BE49-F238E27FC236}">
                <a16:creationId xmlns:a16="http://schemas.microsoft.com/office/drawing/2014/main" id="{C00C1675-574B-D43C-6E00-0D659D243316}"/>
              </a:ext>
            </a:extLst>
          </p:cNvPr>
          <p:cNvSpPr>
            <a:spLocks noGrp="1"/>
          </p:cNvSpPr>
          <p:nvPr>
            <p:ph type="ftr" idx="11"/>
          </p:nvPr>
        </p:nvSpPr>
        <p:spPr/>
        <p:txBody>
          <a:bodyPr/>
          <a:lstStyle/>
          <a:p>
            <a:endParaRPr/>
          </a:p>
        </p:txBody>
      </p:sp>
      <p:sp>
        <p:nvSpPr>
          <p:cNvPr id="9" name="灯片编号占位符 8">
            <a:extLst>
              <a:ext uri="{FF2B5EF4-FFF2-40B4-BE49-F238E27FC236}">
                <a16:creationId xmlns:a16="http://schemas.microsoft.com/office/drawing/2014/main" id="{35C0F495-B649-7051-94FD-7E4290773B0A}"/>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84C4795-B3C3-69E9-F198-47D17B2ECD7D}"/>
              </a:ext>
            </a:extLst>
          </p:cNvPr>
          <p:cNvSpPr>
            <a:spLocks noGrp="1"/>
          </p:cNvSpPr>
          <p:nvPr>
            <p:ph type="title"/>
          </p:nvPr>
        </p:nvSpPr>
        <p:spPr/>
        <p:txBody>
          <a:bodyPr/>
          <a:lstStyle/>
          <a:p>
            <a:r>
              <a:t>单击此处编辑母版标题样式</a:t>
            </a:r>
          </a:p>
        </p:txBody>
      </p:sp>
      <p:sp>
        <p:nvSpPr>
          <p:cNvPr id="3" name="日期占位符 2">
            <a:extLst>
              <a:ext uri="{FF2B5EF4-FFF2-40B4-BE49-F238E27FC236}">
                <a16:creationId xmlns:a16="http://schemas.microsoft.com/office/drawing/2014/main" id="{772F2365-EE69-D49C-488C-BA08DA962134}"/>
              </a:ext>
            </a:extLst>
          </p:cNvPr>
          <p:cNvSpPr>
            <a:spLocks noGrp="1"/>
          </p:cNvSpPr>
          <p:nvPr>
            <p:ph type="dt" idx="10"/>
          </p:nvPr>
        </p:nvSpPr>
        <p:spPr/>
        <p:txBody>
          <a:bodyPr/>
          <a:lstStyle/>
          <a:p>
            <a:endParaRPr/>
          </a:p>
        </p:txBody>
      </p:sp>
      <p:sp>
        <p:nvSpPr>
          <p:cNvPr id="4" name="页脚占位符 3">
            <a:extLst>
              <a:ext uri="{FF2B5EF4-FFF2-40B4-BE49-F238E27FC236}">
                <a16:creationId xmlns:a16="http://schemas.microsoft.com/office/drawing/2014/main" id="{A0B6D889-E9D5-F0EB-7B1E-237922D8C954}"/>
              </a:ext>
            </a:extLst>
          </p:cNvPr>
          <p:cNvSpPr>
            <a:spLocks noGrp="1"/>
          </p:cNvSpPr>
          <p:nvPr>
            <p:ph type="ftr" idx="11"/>
          </p:nvPr>
        </p:nvSpPr>
        <p:spPr/>
        <p:txBody>
          <a:bodyPr/>
          <a:lstStyle/>
          <a:p>
            <a:endParaRPr/>
          </a:p>
        </p:txBody>
      </p:sp>
      <p:sp>
        <p:nvSpPr>
          <p:cNvPr id="5" name="灯片编号占位符 4">
            <a:extLst>
              <a:ext uri="{FF2B5EF4-FFF2-40B4-BE49-F238E27FC236}">
                <a16:creationId xmlns:a16="http://schemas.microsoft.com/office/drawing/2014/main" id="{15D3E45F-9998-CBD6-F60E-6098F497D93E}"/>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83EB3B6B-2E0B-9A4F-E983-77AB0E4137BC}"/>
              </a:ext>
            </a:extLst>
          </p:cNvPr>
          <p:cNvSpPr>
            <a:spLocks noGrp="1"/>
          </p:cNvSpPr>
          <p:nvPr>
            <p:ph type="dt" idx="10"/>
          </p:nvPr>
        </p:nvSpPr>
        <p:spPr/>
        <p:txBody>
          <a:bodyPr/>
          <a:lstStyle/>
          <a:p>
            <a:endParaRPr/>
          </a:p>
        </p:txBody>
      </p:sp>
      <p:sp>
        <p:nvSpPr>
          <p:cNvPr id="3" name="页脚占位符 2">
            <a:extLst>
              <a:ext uri="{FF2B5EF4-FFF2-40B4-BE49-F238E27FC236}">
                <a16:creationId xmlns:a16="http://schemas.microsoft.com/office/drawing/2014/main" id="{C83324FD-2052-3A3A-47CC-ADDC8A688B25}"/>
              </a:ext>
            </a:extLst>
          </p:cNvPr>
          <p:cNvSpPr>
            <a:spLocks noGrp="1"/>
          </p:cNvSpPr>
          <p:nvPr>
            <p:ph type="ftr" idx="11"/>
          </p:nvPr>
        </p:nvSpPr>
        <p:spPr/>
        <p:txBody>
          <a:bodyPr/>
          <a:lstStyle/>
          <a:p>
            <a:endParaRPr/>
          </a:p>
        </p:txBody>
      </p:sp>
      <p:sp>
        <p:nvSpPr>
          <p:cNvPr id="4" name="灯片编号占位符 3">
            <a:extLst>
              <a:ext uri="{FF2B5EF4-FFF2-40B4-BE49-F238E27FC236}">
                <a16:creationId xmlns:a16="http://schemas.microsoft.com/office/drawing/2014/main" id="{42EA4DC6-92C4-3A99-B66B-0E35309BE414}"/>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E65853-61A1-0E6A-7344-D39DD328D087}"/>
              </a:ext>
            </a:extLst>
          </p:cNvPr>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a:extLst>
              <a:ext uri="{FF2B5EF4-FFF2-40B4-BE49-F238E27FC236}">
                <a16:creationId xmlns:a16="http://schemas.microsoft.com/office/drawing/2014/main" id="{D29170DC-7428-DF55-1800-1E71D46F3505}"/>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a:extLst>
              <a:ext uri="{FF2B5EF4-FFF2-40B4-BE49-F238E27FC236}">
                <a16:creationId xmlns:a16="http://schemas.microsoft.com/office/drawing/2014/main" id="{2DE2D9E5-8D6E-3DA0-EF08-36CB66720D6A}"/>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a:extLst>
              <a:ext uri="{FF2B5EF4-FFF2-40B4-BE49-F238E27FC236}">
                <a16:creationId xmlns:a16="http://schemas.microsoft.com/office/drawing/2014/main" id="{3625D9F5-A35D-1608-C6E1-87063B6CFA66}"/>
              </a:ext>
            </a:extLst>
          </p:cNvPr>
          <p:cNvSpPr>
            <a:spLocks noGrp="1"/>
          </p:cNvSpPr>
          <p:nvPr>
            <p:ph type="dt" idx="10"/>
          </p:nvPr>
        </p:nvSpPr>
        <p:spPr/>
        <p:txBody>
          <a:bodyPr/>
          <a:lstStyle/>
          <a:p>
            <a:endParaRPr/>
          </a:p>
        </p:txBody>
      </p:sp>
      <p:sp>
        <p:nvSpPr>
          <p:cNvPr id="6" name="页脚占位符 5">
            <a:extLst>
              <a:ext uri="{FF2B5EF4-FFF2-40B4-BE49-F238E27FC236}">
                <a16:creationId xmlns:a16="http://schemas.microsoft.com/office/drawing/2014/main" id="{693CBEB7-05D3-CAF0-A18A-FFB1AC4AE1AF}"/>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2D2EB5C9-17BE-8BD5-E3A2-213CCADF43F4}"/>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519D76F-951B-CAD3-13C4-9336E07314F2}"/>
              </a:ext>
            </a:extLst>
          </p:cNvPr>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a:extLst>
              <a:ext uri="{FF2B5EF4-FFF2-40B4-BE49-F238E27FC236}">
                <a16:creationId xmlns:a16="http://schemas.microsoft.com/office/drawing/2014/main" id="{520937BA-8ED1-9BFD-46B5-C9B5359B6EF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文本占位符 3">
            <a:extLst>
              <a:ext uri="{FF2B5EF4-FFF2-40B4-BE49-F238E27FC236}">
                <a16:creationId xmlns:a16="http://schemas.microsoft.com/office/drawing/2014/main" id="{B5621BE1-CC1C-60CB-7172-D6BFFC632942}"/>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a:extLst>
              <a:ext uri="{FF2B5EF4-FFF2-40B4-BE49-F238E27FC236}">
                <a16:creationId xmlns:a16="http://schemas.microsoft.com/office/drawing/2014/main" id="{E079FA64-A781-6D80-44E9-4DD7EFC64603}"/>
              </a:ext>
            </a:extLst>
          </p:cNvPr>
          <p:cNvSpPr>
            <a:spLocks noGrp="1"/>
          </p:cNvSpPr>
          <p:nvPr>
            <p:ph type="dt" idx="10"/>
          </p:nvPr>
        </p:nvSpPr>
        <p:spPr/>
        <p:txBody>
          <a:bodyPr/>
          <a:lstStyle/>
          <a:p>
            <a:endParaRPr/>
          </a:p>
        </p:txBody>
      </p:sp>
      <p:sp>
        <p:nvSpPr>
          <p:cNvPr id="6" name="页脚占位符 5">
            <a:extLst>
              <a:ext uri="{FF2B5EF4-FFF2-40B4-BE49-F238E27FC236}">
                <a16:creationId xmlns:a16="http://schemas.microsoft.com/office/drawing/2014/main" id="{518741B4-C7C2-1623-9425-298A7BB35284}"/>
              </a:ext>
            </a:extLst>
          </p:cNvPr>
          <p:cNvSpPr>
            <a:spLocks noGrp="1"/>
          </p:cNvSpPr>
          <p:nvPr>
            <p:ph type="ftr" idx="11"/>
          </p:nvPr>
        </p:nvSpPr>
        <p:spPr/>
        <p:txBody>
          <a:bodyPr/>
          <a:lstStyle/>
          <a:p>
            <a:endParaRPr/>
          </a:p>
        </p:txBody>
      </p:sp>
      <p:sp>
        <p:nvSpPr>
          <p:cNvPr id="7" name="灯片编号占位符 6">
            <a:extLst>
              <a:ext uri="{FF2B5EF4-FFF2-40B4-BE49-F238E27FC236}">
                <a16:creationId xmlns:a16="http://schemas.microsoft.com/office/drawing/2014/main" id="{8F38C667-3AF3-C9FC-3F10-02D7E509A8E9}"/>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BF4B9D3-490D-771E-B4C9-4C15EA76E517}"/>
              </a:ext>
            </a:extLst>
          </p:cNvPr>
          <p:cNvSpPr>
            <a:spLocks noGrp="1"/>
          </p:cNvSpPr>
          <p:nvPr>
            <p:ph type="title"/>
          </p:nvPr>
        </p:nvSpPr>
        <p:spPr/>
        <p:txBody>
          <a:bodyPr/>
          <a:lstStyle/>
          <a:p>
            <a:r>
              <a:t>单击此处编辑母版标题样式</a:t>
            </a:r>
          </a:p>
        </p:txBody>
      </p:sp>
      <p:sp>
        <p:nvSpPr>
          <p:cNvPr id="3" name="竖排文字占位符 2">
            <a:extLst>
              <a:ext uri="{FF2B5EF4-FFF2-40B4-BE49-F238E27FC236}">
                <a16:creationId xmlns:a16="http://schemas.microsoft.com/office/drawing/2014/main" id="{663909FE-A410-CBD4-441A-182B105683BA}"/>
              </a:ext>
            </a:extLst>
          </p:cNvPr>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a:extLst>
              <a:ext uri="{FF2B5EF4-FFF2-40B4-BE49-F238E27FC236}">
                <a16:creationId xmlns:a16="http://schemas.microsoft.com/office/drawing/2014/main" id="{7E6FECDA-5242-DD65-BE8D-F5A4407ED5FD}"/>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BC432F65-793A-55A8-1FD3-FF7B0F9272B6}"/>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62510C0A-DD4E-7AEA-D026-3E887AA198F4}"/>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07E3593F-04D3-2AF0-8D8E-37F7E04D0320}"/>
              </a:ext>
            </a:extLst>
          </p:cNvPr>
          <p:cNvSpPr>
            <a:spLocks noGrp="1"/>
          </p:cNvSpPr>
          <p:nvPr>
            <p:ph type="title"/>
          </p:nvPr>
        </p:nvSpPr>
        <p:spPr>
          <a:xfrm>
            <a:off x="8724900" y="365125"/>
            <a:ext cx="2628900" cy="5811838"/>
          </a:xfrm>
        </p:spPr>
        <p:txBody>
          <a:bodyPr vert="eaVert"/>
          <a:lstStyle/>
          <a:p>
            <a:r>
              <a:t>单击此处编辑母版标题样式</a:t>
            </a:r>
          </a:p>
        </p:txBody>
      </p:sp>
      <p:sp>
        <p:nvSpPr>
          <p:cNvPr id="3" name="竖排文字占位符 2">
            <a:extLst>
              <a:ext uri="{FF2B5EF4-FFF2-40B4-BE49-F238E27FC236}">
                <a16:creationId xmlns:a16="http://schemas.microsoft.com/office/drawing/2014/main" id="{C01556A3-772E-6B74-8002-B9B45C6A14D7}"/>
              </a:ext>
            </a:extLst>
          </p:cNvPr>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a:extLst>
              <a:ext uri="{FF2B5EF4-FFF2-40B4-BE49-F238E27FC236}">
                <a16:creationId xmlns:a16="http://schemas.microsoft.com/office/drawing/2014/main" id="{462F600B-2659-9CDC-A406-5C1430611832}"/>
              </a:ext>
            </a:extLst>
          </p:cNvPr>
          <p:cNvSpPr>
            <a:spLocks noGrp="1"/>
          </p:cNvSpPr>
          <p:nvPr>
            <p:ph type="dt" idx="10"/>
          </p:nvPr>
        </p:nvSpPr>
        <p:spPr/>
        <p:txBody>
          <a:bodyPr/>
          <a:lstStyle/>
          <a:p>
            <a:endParaRPr/>
          </a:p>
        </p:txBody>
      </p:sp>
      <p:sp>
        <p:nvSpPr>
          <p:cNvPr id="5" name="页脚占位符 4">
            <a:extLst>
              <a:ext uri="{FF2B5EF4-FFF2-40B4-BE49-F238E27FC236}">
                <a16:creationId xmlns:a16="http://schemas.microsoft.com/office/drawing/2014/main" id="{F6B4A668-02AC-035A-EDAE-38ED4B5B2361}"/>
              </a:ext>
            </a:extLst>
          </p:cNvPr>
          <p:cNvSpPr>
            <a:spLocks noGrp="1"/>
          </p:cNvSpPr>
          <p:nvPr>
            <p:ph type="ftr" idx="11"/>
          </p:nvPr>
        </p:nvSpPr>
        <p:spPr/>
        <p:txBody>
          <a:bodyPr/>
          <a:lstStyle/>
          <a:p>
            <a:endParaRPr/>
          </a:p>
        </p:txBody>
      </p:sp>
      <p:sp>
        <p:nvSpPr>
          <p:cNvPr id="6" name="灯片编号占位符 5">
            <a:extLst>
              <a:ext uri="{FF2B5EF4-FFF2-40B4-BE49-F238E27FC236}">
                <a16:creationId xmlns:a16="http://schemas.microsoft.com/office/drawing/2014/main" id="{B58A35A2-E089-B48E-97F8-1D0182DBB2CE}"/>
              </a:ext>
            </a:extLst>
          </p:cNvPr>
          <p:cNvSpPr>
            <a:spLocks noGrp="1"/>
          </p:cNvSpPr>
          <p:nvPr>
            <p:ph type="sldNum" idx="12"/>
          </p:nvPr>
        </p:nvSpPr>
        <p:spPr/>
        <p:txBody>
          <a:bodyPr/>
          <a:lstStyle/>
          <a:p>
            <a:fld id="{FB7C09CA-F07D-407C-B758-D46C3E566541}" type="slidenum">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标题页1">
    <p:spTree>
      <p:nvGrpSpPr>
        <p:cNvPr id="1" name=""/>
        <p:cNvGrpSpPr/>
        <p:nvPr/>
      </p:nvGrpSpPr>
      <p:grpSpPr>
        <a:xfrm>
          <a:off x="0" y="0"/>
          <a:ext cx="0" cy="0"/>
          <a:chOff x="0" y="0"/>
          <a:chExt cx="0" cy="0"/>
        </a:xfrm>
      </p:grpSpPr>
      <p:sp>
        <p:nvSpPr>
          <p:cNvPr id="230" name="任意形状 229">
            <a:extLst>
              <a:ext uri="{FF2B5EF4-FFF2-40B4-BE49-F238E27FC236}">
                <a16:creationId xmlns:a16="http://schemas.microsoft.com/office/drawing/2014/main" id="{871B02A7-EF6F-134C-B920-6B76573B7D8C}"/>
              </a:ext>
            </a:extLst>
          </p:cNvPr>
          <p:cNvSpPr>
            <a:spLocks noGrp="1"/>
          </p:cNvSpPr>
          <p:nvPr/>
        </p:nvSpPr>
        <p:spPr>
          <a:xfrm>
            <a:off x="8286750" y="-86497"/>
            <a:ext cx="3836304" cy="7027086"/>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a:noFill/>
          <a:ln>
            <a:solidFill>
              <a:srgbClr val="1E2678"/>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80000" tIns="180000" rIns="180000" bIns="180000" anchor="t">
            <a:noAutofit/>
          </a:bodyPr>
          <a:lstStyle/>
          <a:p>
            <a:pPr algn="l">
              <a:lnSpc>
                <a:spcPct val="130000"/>
              </a:lnSpc>
              <a:buNone/>
            </a:pPr>
            <a:endParaRPr sz="2000">
              <a:solidFill>
                <a:srgbClr val="1E2678"/>
              </a:solidFill>
            </a:endParaRPr>
          </a:p>
        </p:txBody>
      </p:sp>
      <p:sp>
        <p:nvSpPr>
          <p:cNvPr id="2" name="标题 1">
            <a:extLst>
              <a:ext uri="{FF2B5EF4-FFF2-40B4-BE49-F238E27FC236}">
                <a16:creationId xmlns:a16="http://schemas.microsoft.com/office/drawing/2014/main" id="{6EF0BFE3-E035-4DB9-A3D2-B8F99D35F027}"/>
              </a:ext>
            </a:extLst>
          </p:cNvPr>
          <p:cNvSpPr>
            <a:spLocks noGrp="1"/>
          </p:cNvSpPr>
          <p:nvPr>
            <p:ph type="ctrTitle"/>
          </p:nvPr>
        </p:nvSpPr>
        <p:spPr>
          <a:xfrm>
            <a:off x="817123" y="1130301"/>
            <a:ext cx="7112161" cy="2177314"/>
          </a:xfrm>
        </p:spPr>
        <p:txBody>
          <a:bodyPr lIns="0" anchor="b">
            <a:normAutofit/>
          </a:bodyPr>
          <a:lstStyle>
            <a:lvl1pPr algn="l">
              <a:lnSpc>
                <a:spcPct val="120000"/>
              </a:lnSpc>
              <a:buNone/>
              <a:defRPr sz="4400" b="1">
                <a:solidFill>
                  <a:srgbClr val="1E2678"/>
                </a:solidFill>
              </a:defRPr>
            </a:lvl1pPr>
          </a:lstStyle>
          <a:p>
            <a:r>
              <a:t>单击此处编辑母版标题样式</a:t>
            </a:r>
          </a:p>
        </p:txBody>
      </p:sp>
      <p:sp>
        <p:nvSpPr>
          <p:cNvPr id="3" name="副标题 2">
            <a:extLst>
              <a:ext uri="{FF2B5EF4-FFF2-40B4-BE49-F238E27FC236}">
                <a16:creationId xmlns:a16="http://schemas.microsoft.com/office/drawing/2014/main" id="{3BF0F1B1-16C1-47F5-83C1-E23FF7DB07E5}"/>
              </a:ext>
            </a:extLst>
          </p:cNvPr>
          <p:cNvSpPr>
            <a:spLocks noGrp="1"/>
          </p:cNvSpPr>
          <p:nvPr>
            <p:ph type="subTitle" idx="1"/>
          </p:nvPr>
        </p:nvSpPr>
        <p:spPr>
          <a:xfrm>
            <a:off x="803275" y="3307615"/>
            <a:ext cx="7126010" cy="508452"/>
          </a:xfrm>
        </p:spPr>
        <p:txBody>
          <a:bodyPr lIns="0">
            <a:normAutofit/>
          </a:bodyPr>
          <a:lstStyle>
            <a:lvl1pPr marL="0" indent="0" algn="l">
              <a:lnSpc>
                <a:spcPct val="120000"/>
              </a:lnSpc>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114" name="文本占位符 113">
            <a:extLst>
              <a:ext uri="{FF2B5EF4-FFF2-40B4-BE49-F238E27FC236}">
                <a16:creationId xmlns:a16="http://schemas.microsoft.com/office/drawing/2014/main" id="{1D042017-EA01-0746-A58F-259DD19AD35E}"/>
              </a:ext>
            </a:extLst>
          </p:cNvPr>
          <p:cNvSpPr>
            <a:spLocks noGrp="1"/>
          </p:cNvSpPr>
          <p:nvPr>
            <p:ph type="body" idx="14"/>
          </p:nvPr>
        </p:nvSpPr>
        <p:spPr>
          <a:xfrm>
            <a:off x="803275" y="4102632"/>
            <a:ext cx="7092950" cy="2031468"/>
          </a:xfrm>
        </p:spPr>
        <p:txBody>
          <a:bodyPr lIns="0">
            <a:normAutofit/>
          </a:bodyPr>
          <a:lstStyle>
            <a:lvl1pPr marL="0" indent="0">
              <a:buNone/>
              <a:defRPr sz="1800">
                <a:solidFill>
                  <a:schemeClr val="tx1">
                    <a:lumMod val="75000"/>
                    <a:lumOff val="25000"/>
                  </a:schemeClr>
                </a:solidFill>
              </a:defRPr>
            </a:lvl1pPr>
          </a:lstStyle>
          <a:p>
            <a:pPr lvl="0">
              <a:buNone/>
            </a:pPr>
            <a:r>
              <a:t>单击此处编辑母版文本样式</a:t>
            </a:r>
          </a:p>
        </p:txBody>
      </p:sp>
      <p:sp>
        <p:nvSpPr>
          <p:cNvPr id="117" name="矩形 116">
            <a:extLst>
              <a:ext uri="{FF2B5EF4-FFF2-40B4-BE49-F238E27FC236}">
                <a16:creationId xmlns:a16="http://schemas.microsoft.com/office/drawing/2014/main" id="{B266384C-2791-0F43-9817-F81B103A739A}"/>
              </a:ext>
            </a:extLst>
          </p:cNvPr>
          <p:cNvSpPr>
            <a:spLocks noGrp="1"/>
          </p:cNvSpPr>
          <p:nvPr/>
        </p:nvSpPr>
        <p:spPr>
          <a:xfrm>
            <a:off x="12061652" y="0"/>
            <a:ext cx="177972" cy="6858000"/>
          </a:xfrm>
          <a:prstGeom prst="rect">
            <a:avLst/>
          </a:prstGeom>
          <a:solidFill>
            <a:srgbClr val="1E2678"/>
          </a:solidFill>
          <a:ln>
            <a:solidFill>
              <a:srgbClr val="1E267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solidFill>
                <a:srgbClr val="1E2678"/>
              </a:solidFill>
            </a:endParaRPr>
          </a:p>
        </p:txBody>
      </p:sp>
      <p:sp>
        <p:nvSpPr>
          <p:cNvPr id="116" name="图片占位符 115">
            <a:extLst>
              <a:ext uri="{FF2B5EF4-FFF2-40B4-BE49-F238E27FC236}">
                <a16:creationId xmlns:a16="http://schemas.microsoft.com/office/drawing/2014/main" id="{D2CC4584-6629-8047-B3CE-0C9B73D86919}"/>
              </a:ext>
            </a:extLst>
          </p:cNvPr>
          <p:cNvSpPr>
            <a:spLocks noGrp="1"/>
          </p:cNvSpPr>
          <p:nvPr>
            <p:ph type="pic" idx="15"/>
          </p:nvPr>
        </p:nvSpPr>
        <p:spPr>
          <a:xfrm>
            <a:off x="7916864" y="0"/>
            <a:ext cx="4097163" cy="6858000"/>
          </a:xfrm>
          <a:custGeom>
            <a:avLst/>
            <a:gdLst>
              <a:gd name="connsiteX0" fmla="*/ 533952 w 4167120"/>
              <a:gd name="connsiteY0" fmla="*/ 0 h 6858000"/>
              <a:gd name="connsiteX1" fmla="*/ 4167120 w 4167120"/>
              <a:gd name="connsiteY1" fmla="*/ 0 h 6858000"/>
              <a:gd name="connsiteX2" fmla="*/ 4167120 w 4167120"/>
              <a:gd name="connsiteY2" fmla="*/ 6858000 h 6858000"/>
              <a:gd name="connsiteX3" fmla="*/ 427599 w 4167120"/>
              <a:gd name="connsiteY3" fmla="*/ 6858000 h 6858000"/>
              <a:gd name="connsiteX4" fmla="*/ 322189 w 4167120"/>
              <a:gd name="connsiteY4" fmla="*/ 6466939 h 6858000"/>
              <a:gd name="connsiteX5" fmla="*/ 0 w 4167120"/>
              <a:gd name="connsiteY5" fmla="*/ 3599121 h 6858000"/>
              <a:gd name="connsiteX6" fmla="*/ 455902 w 4167120"/>
              <a:gd name="connsiteY6" fmla="*/ 235243 h 6858000"/>
            </a:gdLst>
            <a:ahLst/>
            <a:cxnLst/>
            <a:rect l="l" t="t" r="r" b="b"/>
            <a:pathLst>
              <a:path w="4167120" h="6858000">
                <a:moveTo>
                  <a:pt x="533952" y="0"/>
                </a:moveTo>
                <a:lnTo>
                  <a:pt x="4167120" y="0"/>
                </a:lnTo>
                <a:lnTo>
                  <a:pt x="4167120" y="6858000"/>
                </a:lnTo>
                <a:lnTo>
                  <a:pt x="427599" y="6858000"/>
                </a:lnTo>
                <a:lnTo>
                  <a:pt x="322189" y="6466939"/>
                </a:lnTo>
                <a:cubicBezTo>
                  <a:pt x="116715" y="5614442"/>
                  <a:pt x="0" y="4637502"/>
                  <a:pt x="0" y="3599121"/>
                </a:cubicBezTo>
                <a:cubicBezTo>
                  <a:pt x="0" y="2353065"/>
                  <a:pt x="168069" y="1195481"/>
                  <a:pt x="455902" y="235243"/>
                </a:cubicBezTo>
                <a:close/>
              </a:path>
            </a:pathLst>
          </a:custGeom>
        </p:spPr>
        <p:txBody>
          <a:bodyPr wrap="square">
            <a:noAutofit/>
          </a:bodyPr>
          <a:lstStyle/>
          <a:p>
            <a:endParaRPr/>
          </a:p>
        </p:txBody>
      </p:sp>
      <p:pic>
        <p:nvPicPr>
          <p:cNvPr id="6" name="图片 5">
            <a:extLst>
              <a:ext uri="{FF2B5EF4-FFF2-40B4-BE49-F238E27FC236}">
                <a16:creationId xmlns:a16="http://schemas.microsoft.com/office/drawing/2014/main" id="{0AAA7FDE-4E96-4392-ACF8-36C56A0DFF67}"/>
              </a:ext>
            </a:extLst>
          </p:cNvPr>
          <p:cNvPicPr>
            <a:picLocks noChangeAspect="1"/>
          </p:cNvPicPr>
          <p:nvPr/>
        </p:nvPicPr>
        <p:blipFill>
          <a:blip r:embed="rId2"/>
          <a:stretch>
            <a:fillRect/>
          </a:stretch>
        </p:blipFill>
        <p:spPr>
          <a:xfrm>
            <a:off x="68946" y="74246"/>
            <a:ext cx="2067081" cy="649654"/>
          </a:xfrm>
          <a:prstGeom prst="rect">
            <a:avLst/>
          </a:prstGeom>
        </p:spPr>
      </p:pic>
      <p:pic>
        <p:nvPicPr>
          <p:cNvPr id="8" name="图片 7">
            <a:extLst>
              <a:ext uri="{FF2B5EF4-FFF2-40B4-BE49-F238E27FC236}">
                <a16:creationId xmlns:a16="http://schemas.microsoft.com/office/drawing/2014/main" id="{9164888C-7755-4DF6-A7D9-A52AA8D8CAE1}"/>
              </a:ext>
            </a:extLst>
          </p:cNvPr>
          <p:cNvPicPr>
            <a:picLocks noChangeAspect="1"/>
          </p:cNvPicPr>
          <p:nvPr/>
        </p:nvPicPr>
        <p:blipFill rotWithShape="1">
          <a:blip r:embed="rId3"/>
          <a:srcRect b="50000"/>
          <a:stretch/>
        </p:blipFill>
        <p:spPr>
          <a:xfrm>
            <a:off x="817123" y="6343664"/>
            <a:ext cx="952224" cy="271566"/>
          </a:xfrm>
          <a:prstGeom prst="rect">
            <a:avLst/>
          </a:prstGeom>
        </p:spPr>
      </p:pic>
      <p:pic>
        <p:nvPicPr>
          <p:cNvPr id="113" name="图片 112">
            <a:extLst>
              <a:ext uri="{FF2B5EF4-FFF2-40B4-BE49-F238E27FC236}">
                <a16:creationId xmlns:a16="http://schemas.microsoft.com/office/drawing/2014/main" id="{9B74805B-98F9-45A6-8A77-314624CF185F}"/>
              </a:ext>
            </a:extLst>
          </p:cNvPr>
          <p:cNvPicPr>
            <a:picLocks noChangeAspect="1"/>
          </p:cNvPicPr>
          <p:nvPr/>
        </p:nvPicPr>
        <p:blipFill rotWithShape="1">
          <a:blip r:embed="rId3"/>
          <a:srcRect t="50000"/>
          <a:stretch/>
        </p:blipFill>
        <p:spPr>
          <a:xfrm>
            <a:off x="1923680" y="6313846"/>
            <a:ext cx="952224" cy="271566"/>
          </a:xfrm>
          <a:prstGeom prst="rect">
            <a:avLst/>
          </a:prstGeom>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6E400B-D16B-4A3A-AC95-3E3276FD3F1A}"/>
              </a:ext>
            </a:extLst>
          </p:cNvPr>
          <p:cNvSpPr>
            <a:spLocks noGrp="1"/>
          </p:cNvSpPr>
          <p:nvPr>
            <p:ph type="title"/>
          </p:nvPr>
        </p:nvSpPr>
        <p:spPr>
          <a:xfrm>
            <a:off x="803275" y="393486"/>
            <a:ext cx="8970989" cy="663575"/>
          </a:xfrm>
        </p:spPr>
        <p:txBody>
          <a:bodyPr lIns="0">
            <a:normAutofit/>
          </a:bodyPr>
          <a:lstStyle>
            <a:lvl1pPr>
              <a:buNone/>
              <a:defRPr sz="3600" b="1">
                <a:solidFill>
                  <a:srgbClr val="1E2678"/>
                </a:solidFill>
                <a:latin typeface="Arial"/>
                <a:ea typeface="Microsoft YaHei"/>
                <a:cs typeface="Arial"/>
              </a:defRPr>
            </a:lvl1pPr>
          </a:lstStyle>
          <a:p>
            <a:r>
              <a:t>单击此处编辑母版标题样式</a:t>
            </a:r>
          </a:p>
        </p:txBody>
      </p:sp>
      <p:sp>
        <p:nvSpPr>
          <p:cNvPr id="4" name="直线连接符 3">
            <a:extLst>
              <a:ext uri="{FF2B5EF4-FFF2-40B4-BE49-F238E27FC236}">
                <a16:creationId xmlns:a16="http://schemas.microsoft.com/office/drawing/2014/main" id="{158777E3-36CB-4BF5-A60B-0043282D3270}"/>
              </a:ext>
            </a:extLst>
          </p:cNvPr>
          <p:cNvSpPr>
            <a:spLocks noGrp="1"/>
          </p:cNvSpPr>
          <p:nvPr/>
        </p:nvSpPr>
        <p:spPr>
          <a:xfrm>
            <a:off x="0" y="1016000"/>
            <a:ext cx="12192000" cy="0"/>
          </a:xfrm>
          <a:prstGeom prst="line">
            <a:avLst/>
          </a:prstGeom>
          <a:ln w="9525">
            <a:solidFill>
              <a:srgbClr val="115740"/>
            </a:solidFill>
            <a:prstDash val="solid"/>
          </a:ln>
        </p:spPr>
        <p:style>
          <a:lnRef idx="1">
            <a:schemeClr val="accent1"/>
          </a:lnRef>
          <a:fillRef idx="0">
            <a:schemeClr val="accent1"/>
          </a:fillRef>
          <a:effectRef idx="0">
            <a:schemeClr val="accent1"/>
          </a:effectRef>
          <a:fontRef idx="minor">
            <a:schemeClr val="tx1"/>
          </a:fontRef>
        </p:style>
      </p:sp>
      <p:pic>
        <p:nvPicPr>
          <p:cNvPr id="110" name="图片 109">
            <a:extLst>
              <a:ext uri="{FF2B5EF4-FFF2-40B4-BE49-F238E27FC236}">
                <a16:creationId xmlns:a16="http://schemas.microsoft.com/office/drawing/2014/main" id="{AF8883E9-B2EA-4F8B-A22B-D7B4B4CCD576}"/>
              </a:ext>
            </a:extLst>
          </p:cNvPr>
          <p:cNvPicPr>
            <a:picLocks noChangeAspect="1"/>
          </p:cNvPicPr>
          <p:nvPr/>
        </p:nvPicPr>
        <p:blipFill rotWithShape="1">
          <a:blip r:embed="rId2"/>
          <a:srcRect l="38743" t="8413"/>
          <a:stretch/>
        </p:blipFill>
        <p:spPr>
          <a:xfrm flipH="1">
            <a:off x="-1" y="60500"/>
            <a:ext cx="958611" cy="955500"/>
          </a:xfrm>
          <a:prstGeom prst="rect">
            <a:avLst/>
          </a:prstGeom>
        </p:spPr>
      </p:pic>
      <p:sp>
        <p:nvSpPr>
          <p:cNvPr id="104" name="日期占位符 103">
            <a:extLst>
              <a:ext uri="{FF2B5EF4-FFF2-40B4-BE49-F238E27FC236}">
                <a16:creationId xmlns:a16="http://schemas.microsoft.com/office/drawing/2014/main" id="{F60E1DCC-E124-EA83-63FC-1A6C731D28C7}"/>
              </a:ext>
            </a:extLst>
          </p:cNvPr>
          <p:cNvSpPr>
            <a:spLocks noGrp="1"/>
          </p:cNvSpPr>
          <p:nvPr>
            <p:ph type="dt" idx="10"/>
          </p:nvPr>
        </p:nvSpPr>
        <p:spPr/>
        <p:txBody>
          <a:bodyPr/>
          <a:lstStyle/>
          <a:p>
            <a:endParaRPr/>
          </a:p>
        </p:txBody>
      </p:sp>
      <p:sp>
        <p:nvSpPr>
          <p:cNvPr id="105" name="页脚占位符 104">
            <a:extLst>
              <a:ext uri="{FF2B5EF4-FFF2-40B4-BE49-F238E27FC236}">
                <a16:creationId xmlns:a16="http://schemas.microsoft.com/office/drawing/2014/main" id="{46B49986-A685-7541-C825-FF8F7F917056}"/>
              </a:ext>
            </a:extLst>
          </p:cNvPr>
          <p:cNvSpPr>
            <a:spLocks noGrp="1"/>
          </p:cNvSpPr>
          <p:nvPr>
            <p:ph type="ftr" idx="11"/>
          </p:nvPr>
        </p:nvSpPr>
        <p:spPr/>
        <p:txBody>
          <a:bodyPr/>
          <a:lstStyle/>
          <a:p>
            <a:endParaRPr/>
          </a:p>
        </p:txBody>
      </p:sp>
      <p:sp>
        <p:nvSpPr>
          <p:cNvPr id="106" name="灯片编号占位符 105">
            <a:extLst>
              <a:ext uri="{FF2B5EF4-FFF2-40B4-BE49-F238E27FC236}">
                <a16:creationId xmlns:a16="http://schemas.microsoft.com/office/drawing/2014/main" id="{2893DA39-D57F-88C2-CDDD-738D987C13D7}"/>
              </a:ext>
            </a:extLst>
          </p:cNvPr>
          <p:cNvSpPr>
            <a:spLocks noGrp="1"/>
          </p:cNvSpPr>
          <p:nvPr>
            <p:ph type="sldNum" idx="12"/>
          </p:nvPr>
        </p:nvSpPr>
        <p:spPr>
          <a:xfrm>
            <a:off x="9448800" y="6537191"/>
            <a:ext cx="2743200" cy="365125"/>
          </a:xfrm>
        </p:spPr>
        <p:txBody>
          <a:bodyPr/>
          <a:lstStyle/>
          <a:p>
            <a:fld id="{FB7C09CA-F07D-407C-B758-D46C3E566541}" type="slidenum">
              <a:t>‹#›</a:t>
            </a:fld>
            <a:endParaRPr/>
          </a:p>
        </p:txBody>
      </p:sp>
      <p:pic>
        <p:nvPicPr>
          <p:cNvPr id="108" name="图片 107">
            <a:extLst>
              <a:ext uri="{FF2B5EF4-FFF2-40B4-BE49-F238E27FC236}">
                <a16:creationId xmlns:a16="http://schemas.microsoft.com/office/drawing/2014/main" id="{2B067D59-7A6A-450A-A04E-69EAB8FA6D33}"/>
              </a:ext>
            </a:extLst>
          </p:cNvPr>
          <p:cNvPicPr>
            <a:picLocks noChangeAspect="1"/>
          </p:cNvPicPr>
          <p:nvPr/>
        </p:nvPicPr>
        <p:blipFill>
          <a:blip r:embed="rId3"/>
          <a:srcRect/>
          <a:stretch>
            <a:fillRect/>
          </a:stretch>
        </p:blipFill>
        <p:spPr>
          <a:xfrm>
            <a:off x="9949591" y="213423"/>
            <a:ext cx="2067081" cy="64965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slideLayout" Target="../slideLayouts/slideLayout2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D64B51E-FBED-0169-0EC0-77BB37BDBF08}"/>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r>
              <a:rPr>
                <a:latin typeface="Arial"/>
                <a:ea typeface="Microsoft YaHei"/>
                <a:cs typeface="Arial"/>
              </a:rPr>
              <a:t>单击此处编辑母版标题样式</a:t>
            </a:r>
          </a:p>
        </p:txBody>
      </p:sp>
      <p:sp>
        <p:nvSpPr>
          <p:cNvPr id="3" name="文本占位符 2">
            <a:extLst>
              <a:ext uri="{FF2B5EF4-FFF2-40B4-BE49-F238E27FC236}">
                <a16:creationId xmlns:a16="http://schemas.microsoft.com/office/drawing/2014/main" id="{2B50C879-F09C-1916-DF1E-C137EA4E178B}"/>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defPPr>
              <a:defRPr>
                <a:latin typeface="Arial"/>
                <a:ea typeface="Microsoft YaHei"/>
                <a:cs typeface="Arial"/>
              </a:defRPr>
            </a:defPPr>
            <a:lvl1pPr>
              <a:buNone/>
              <a:defRPr>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lvl="0">
              <a:buNone/>
              <a:defRPr>
                <a:latin typeface="Arial"/>
                <a:ea typeface="Microsoft YaHei"/>
                <a:cs typeface="Arial"/>
              </a:defRPr>
            </a:pPr>
            <a:r>
              <a:rPr>
                <a:latin typeface="Arial"/>
                <a:ea typeface="Microsoft YaHei"/>
                <a:cs typeface="Arial"/>
              </a:rPr>
              <a:t>单击此处编辑母版文本样式</a:t>
            </a:r>
          </a:p>
          <a:p>
            <a:pPr lvl="1">
              <a:buNone/>
              <a:defRPr>
                <a:latin typeface="Arial"/>
                <a:ea typeface="Microsoft YaHei"/>
                <a:cs typeface="Arial"/>
              </a:defRPr>
            </a:pPr>
            <a:r>
              <a:rPr>
                <a:latin typeface="Arial"/>
                <a:ea typeface="Microsoft YaHei"/>
                <a:cs typeface="Arial"/>
              </a:rPr>
              <a:t>二级</a:t>
            </a:r>
          </a:p>
          <a:p>
            <a:pPr lvl="2">
              <a:buNone/>
              <a:defRPr>
                <a:latin typeface="Arial"/>
                <a:ea typeface="Microsoft YaHei"/>
                <a:cs typeface="Arial"/>
              </a:defRPr>
            </a:pPr>
            <a:r>
              <a:rPr>
                <a:latin typeface="Arial"/>
                <a:ea typeface="Microsoft YaHei"/>
                <a:cs typeface="Arial"/>
              </a:rPr>
              <a:t>三级</a:t>
            </a:r>
          </a:p>
          <a:p>
            <a:pPr lvl="3">
              <a:buNone/>
              <a:defRPr>
                <a:latin typeface="Arial"/>
                <a:ea typeface="Microsoft YaHei"/>
                <a:cs typeface="Arial"/>
              </a:defRPr>
            </a:pPr>
            <a:r>
              <a:rPr>
                <a:latin typeface="Arial"/>
                <a:ea typeface="Microsoft YaHei"/>
                <a:cs typeface="Arial"/>
              </a:rPr>
              <a:t>四级</a:t>
            </a:r>
          </a:p>
          <a:p>
            <a:pPr lvl="4">
              <a:buNone/>
              <a:defRPr>
                <a:latin typeface="Arial"/>
                <a:ea typeface="Microsoft YaHei"/>
                <a:cs typeface="Arial"/>
              </a:defRPr>
            </a:pPr>
            <a:r>
              <a:rPr>
                <a:latin typeface="Arial"/>
                <a:ea typeface="Microsoft YaHei"/>
                <a:cs typeface="Arial"/>
              </a:rPr>
              <a:t>五级</a:t>
            </a:r>
          </a:p>
        </p:txBody>
      </p:sp>
      <p:sp>
        <p:nvSpPr>
          <p:cNvPr id="4" name="日期占位符 3">
            <a:extLst>
              <a:ext uri="{FF2B5EF4-FFF2-40B4-BE49-F238E27FC236}">
                <a16:creationId xmlns:a16="http://schemas.microsoft.com/office/drawing/2014/main" id="{067FF670-F470-A3C8-94AD-B2220F2A458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endParaRPr/>
          </a:p>
        </p:txBody>
      </p:sp>
      <p:sp>
        <p:nvSpPr>
          <p:cNvPr id="5" name="页脚占位符 4">
            <a:extLst>
              <a:ext uri="{FF2B5EF4-FFF2-40B4-BE49-F238E27FC236}">
                <a16:creationId xmlns:a16="http://schemas.microsoft.com/office/drawing/2014/main" id="{DF655177-55FF-FBAE-A79F-B401E1F35F4C}"/>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endParaRPr/>
          </a:p>
        </p:txBody>
      </p:sp>
      <p:sp>
        <p:nvSpPr>
          <p:cNvPr id="6" name="灯片编号占位符 5">
            <a:extLst>
              <a:ext uri="{FF2B5EF4-FFF2-40B4-BE49-F238E27FC236}">
                <a16:creationId xmlns:a16="http://schemas.microsoft.com/office/drawing/2014/main" id="{4564EFA1-2D09-67E9-B8C9-EF4FB8D40AF4}"/>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defPPr>
              <a:defRPr>
                <a:latin typeface="Arial"/>
                <a:ea typeface="Microsoft YaHei"/>
                <a:cs typeface="Arial"/>
              </a:defRPr>
            </a:defPPr>
            <a:lvl1pPr algn="r">
              <a:buNone/>
              <a:defRPr sz="1200">
                <a:solidFill>
                  <a:schemeClr val="tx1">
                    <a:tint val="82000"/>
                  </a:schemeClr>
                </a:solidFill>
                <a:latin typeface="Arial"/>
                <a:ea typeface="Microsoft YaHei"/>
                <a:cs typeface="Arial"/>
              </a:defRPr>
            </a:lvl1pPr>
            <a:lvl2pPr>
              <a:buNone/>
              <a:defRPr>
                <a:latin typeface="Arial"/>
                <a:ea typeface="Microsoft YaHei"/>
                <a:cs typeface="Arial"/>
              </a:defRPr>
            </a:lvl2pPr>
            <a:lvl3pPr>
              <a:buNone/>
              <a:defRPr>
                <a:latin typeface="Arial"/>
                <a:ea typeface="Microsoft YaHei"/>
                <a:cs typeface="Arial"/>
              </a:defRPr>
            </a:lvl3pPr>
            <a:lvl4pPr>
              <a:buNone/>
              <a:defRPr>
                <a:latin typeface="Arial"/>
                <a:ea typeface="Microsoft YaHei"/>
                <a:cs typeface="Arial"/>
              </a:defRPr>
            </a:lvl4pPr>
            <a:lvl5pPr>
              <a:buNone/>
              <a:defRPr>
                <a:latin typeface="Arial"/>
                <a:ea typeface="Microsoft YaHei"/>
                <a:cs typeface="Arial"/>
              </a:defRPr>
            </a:lvl5pPr>
            <a:lvl6pPr>
              <a:buNone/>
              <a:defRPr>
                <a:latin typeface="Arial"/>
                <a:ea typeface="Microsoft YaHei"/>
                <a:cs typeface="Arial"/>
              </a:defRPr>
            </a:lvl6pPr>
            <a:lvl7pPr>
              <a:buNone/>
              <a:defRPr>
                <a:latin typeface="Arial"/>
                <a:ea typeface="Microsoft YaHei"/>
                <a:cs typeface="Arial"/>
              </a:defRPr>
            </a:lvl7pPr>
            <a:lvl8pPr>
              <a:buNone/>
              <a:defRPr>
                <a:latin typeface="Arial"/>
                <a:ea typeface="Microsoft YaHei"/>
                <a:cs typeface="Arial"/>
              </a:defRPr>
            </a:lvl8pPr>
            <a:lvl9pPr>
              <a:buNone/>
              <a:defRPr>
                <a:latin typeface="Arial"/>
                <a:ea typeface="Microsoft YaHei"/>
                <a:cs typeface="Arial"/>
              </a:defRPr>
            </a:lvl9pPr>
          </a:lstStyle>
          <a:p>
            <a:pPr>
              <a:buNone/>
              <a:defRPr>
                <a:latin typeface="Arial"/>
                <a:ea typeface="Microsoft YaHei"/>
                <a:cs typeface="Arial"/>
              </a:defRPr>
            </a:pPr>
            <a:fld id="{FB7C09CA-F07D-407C-B758-D46C3E566541}" type="slidenum">
              <a:rPr>
                <a:latin typeface="Arial"/>
                <a:ea typeface="Microsoft YaHei"/>
                <a:cs typeface="Arial"/>
              </a:rPr>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a:lnSpc>
          <a:spcPct val="90000"/>
        </a:lnSpc>
        <a:spcBef>
          <a:spcPct val="0"/>
        </a:spcBef>
        <a:buNone/>
        <a:defRPr sz="4400" kern="1200">
          <a:solidFill>
            <a:schemeClr val="tx1"/>
          </a:solidFill>
          <a:latin typeface="Arial"/>
          <a:ea typeface="Microsoft YaHei"/>
          <a:cs typeface="Arial"/>
        </a:defRPr>
      </a:lvl1pPr>
    </p:titleStyle>
    <p:bodyStyle>
      <a:lvl1pPr marL="228600" indent="-228600" algn="l" defTabSz="914400">
        <a:lnSpc>
          <a:spcPct val="90000"/>
        </a:lnSpc>
        <a:spcBef>
          <a:spcPts val="1000"/>
        </a:spcBef>
        <a:buFont typeface="Arial"/>
        <a:buChar char="•"/>
        <a:defRPr sz="2800" kern="1200">
          <a:solidFill>
            <a:schemeClr val="tx1"/>
          </a:solidFill>
          <a:latin typeface="Arial"/>
          <a:ea typeface="Microsoft YaHei"/>
          <a:cs typeface="Arial"/>
        </a:defRPr>
      </a:lvl1pPr>
      <a:lvl2pPr marL="685800" indent="-228600" algn="l" defTabSz="914400">
        <a:lnSpc>
          <a:spcPct val="90000"/>
        </a:lnSpc>
        <a:spcBef>
          <a:spcPts val="500"/>
        </a:spcBef>
        <a:buFont typeface="Arial"/>
        <a:buChar char="•"/>
        <a:defRPr sz="2400" kern="1200">
          <a:solidFill>
            <a:schemeClr val="tx1"/>
          </a:solidFill>
          <a:latin typeface="Arial"/>
          <a:ea typeface="Microsoft YaHei"/>
          <a:cs typeface="Arial"/>
        </a:defRPr>
      </a:lvl2pPr>
      <a:lvl3pPr marL="1143000" indent="-228600" algn="l" defTabSz="914400">
        <a:lnSpc>
          <a:spcPct val="90000"/>
        </a:lnSpc>
        <a:spcBef>
          <a:spcPts val="500"/>
        </a:spcBef>
        <a:buFont typeface="Arial"/>
        <a:buChar char="•"/>
        <a:defRPr sz="2000" kern="1200">
          <a:solidFill>
            <a:schemeClr val="tx1"/>
          </a:solidFill>
          <a:latin typeface="Arial"/>
          <a:ea typeface="Microsoft YaHei"/>
          <a:cs typeface="Arial"/>
        </a:defRPr>
      </a:lvl3pPr>
      <a:lvl4pPr marL="1600200" indent="-228600" algn="l" defTabSz="914400">
        <a:lnSpc>
          <a:spcPct val="90000"/>
        </a:lnSpc>
        <a:spcBef>
          <a:spcPts val="500"/>
        </a:spcBef>
        <a:buFont typeface="Arial"/>
        <a:buChar char="•"/>
        <a:defRPr sz="1800" kern="1200">
          <a:solidFill>
            <a:schemeClr val="tx1"/>
          </a:solidFill>
          <a:latin typeface="Arial"/>
          <a:ea typeface="Microsoft YaHei"/>
          <a:cs typeface="Arial"/>
        </a:defRPr>
      </a:lvl4pPr>
      <a:lvl5pPr marL="2057400" indent="-228600" algn="l" defTabSz="914400">
        <a:lnSpc>
          <a:spcPct val="90000"/>
        </a:lnSpc>
        <a:spcBef>
          <a:spcPts val="500"/>
        </a:spcBef>
        <a:buFont typeface="Arial"/>
        <a:buChar char="•"/>
        <a:defRPr sz="1800" kern="1200">
          <a:solidFill>
            <a:schemeClr val="tx1"/>
          </a:solidFill>
          <a:latin typeface="Arial"/>
          <a:ea typeface="Microsoft YaHei"/>
          <a:cs typeface="Arial"/>
        </a:defRPr>
      </a:lvl5pPr>
      <a:lvl6pPr marL="2514600" indent="-228600" algn="l" defTabSz="914400">
        <a:lnSpc>
          <a:spcPct val="90000"/>
        </a:lnSpc>
        <a:spcBef>
          <a:spcPts val="500"/>
        </a:spcBef>
        <a:buFont typeface="Arial"/>
        <a:buChar char="•"/>
        <a:defRPr sz="1800" kern="1200">
          <a:solidFill>
            <a:schemeClr val="tx1"/>
          </a:solidFill>
          <a:latin typeface="Arial"/>
          <a:ea typeface="Microsoft YaHei"/>
          <a:cs typeface="Arial"/>
        </a:defRPr>
      </a:lvl6pPr>
      <a:lvl7pPr marL="2971800" indent="-228600" algn="l" defTabSz="914400">
        <a:lnSpc>
          <a:spcPct val="90000"/>
        </a:lnSpc>
        <a:spcBef>
          <a:spcPts val="500"/>
        </a:spcBef>
        <a:buFont typeface="Arial"/>
        <a:buChar char="•"/>
        <a:defRPr sz="1800" kern="1200">
          <a:solidFill>
            <a:schemeClr val="tx1"/>
          </a:solidFill>
          <a:latin typeface="Arial"/>
          <a:ea typeface="Microsoft YaHei"/>
          <a:cs typeface="Arial"/>
        </a:defRPr>
      </a:lvl7pPr>
      <a:lvl8pPr marL="3429000" indent="-228600" algn="l" defTabSz="914400">
        <a:lnSpc>
          <a:spcPct val="90000"/>
        </a:lnSpc>
        <a:spcBef>
          <a:spcPts val="500"/>
        </a:spcBef>
        <a:buFont typeface="Arial"/>
        <a:buChar char="•"/>
        <a:defRPr sz="1800" kern="1200">
          <a:solidFill>
            <a:schemeClr val="tx1"/>
          </a:solidFill>
          <a:latin typeface="Arial"/>
          <a:ea typeface="Microsoft YaHei"/>
          <a:cs typeface="Arial"/>
        </a:defRPr>
      </a:lvl8pPr>
      <a:lvl9pPr marL="3886200" indent="-228600" algn="l" defTabSz="914400">
        <a:lnSpc>
          <a:spcPct val="90000"/>
        </a:lnSpc>
        <a:spcBef>
          <a:spcPts val="500"/>
        </a:spcBef>
        <a:buFont typeface="Arial"/>
        <a:buChar char="•"/>
        <a:defRPr sz="1800" kern="1200">
          <a:solidFill>
            <a:schemeClr val="tx1"/>
          </a:solidFill>
          <a:latin typeface="Arial"/>
          <a:ea typeface="Microsoft YaHei"/>
          <a:cs typeface="Arial"/>
        </a:defRPr>
      </a:lvl9pPr>
    </p:bodyStyle>
    <p:otherStyle>
      <a:lvl1pPr marL="0" algn="l" defTabSz="914400">
        <a:buNone/>
        <a:defRPr sz="1800" kern="1200">
          <a:solidFill>
            <a:schemeClr val="tx1"/>
          </a:solidFill>
          <a:latin typeface="Arial"/>
          <a:ea typeface="Microsoft YaHei"/>
          <a:cs typeface="Arial"/>
        </a:defRPr>
      </a:lvl1pPr>
      <a:lvl2pPr marL="457200" algn="l" defTabSz="914400">
        <a:buNone/>
        <a:defRPr sz="1800" kern="1200">
          <a:solidFill>
            <a:schemeClr val="tx1"/>
          </a:solidFill>
          <a:latin typeface="Arial"/>
          <a:ea typeface="Microsoft YaHei"/>
          <a:cs typeface="Arial"/>
        </a:defRPr>
      </a:lvl2pPr>
      <a:lvl3pPr marL="914400" algn="l" defTabSz="914400">
        <a:buNone/>
        <a:defRPr sz="1800" kern="1200">
          <a:solidFill>
            <a:schemeClr val="tx1"/>
          </a:solidFill>
          <a:latin typeface="Arial"/>
          <a:ea typeface="Microsoft YaHei"/>
          <a:cs typeface="Arial"/>
        </a:defRPr>
      </a:lvl3pPr>
      <a:lvl4pPr marL="1371600" algn="l" defTabSz="914400">
        <a:buNone/>
        <a:defRPr sz="1800" kern="1200">
          <a:solidFill>
            <a:schemeClr val="tx1"/>
          </a:solidFill>
          <a:latin typeface="Arial"/>
          <a:ea typeface="Microsoft YaHei"/>
          <a:cs typeface="Arial"/>
        </a:defRPr>
      </a:lvl4pPr>
      <a:lvl5pPr marL="1828800" algn="l" defTabSz="914400">
        <a:buNone/>
        <a:defRPr sz="1800" kern="1200">
          <a:solidFill>
            <a:schemeClr val="tx1"/>
          </a:solidFill>
          <a:latin typeface="Arial"/>
          <a:ea typeface="Microsoft YaHei"/>
          <a:cs typeface="Arial"/>
        </a:defRPr>
      </a:lvl5pPr>
      <a:lvl6pPr marL="2286000" algn="l" defTabSz="914400">
        <a:buNone/>
        <a:defRPr sz="1800" kern="1200">
          <a:solidFill>
            <a:schemeClr val="tx1"/>
          </a:solidFill>
          <a:latin typeface="Arial"/>
          <a:ea typeface="Microsoft YaHei"/>
          <a:cs typeface="Arial"/>
        </a:defRPr>
      </a:lvl6pPr>
      <a:lvl7pPr marL="2743200" algn="l" defTabSz="914400">
        <a:buNone/>
        <a:defRPr sz="1800" kern="1200">
          <a:solidFill>
            <a:schemeClr val="tx1"/>
          </a:solidFill>
          <a:latin typeface="Arial"/>
          <a:ea typeface="Microsoft YaHei"/>
          <a:cs typeface="Arial"/>
        </a:defRPr>
      </a:lvl7pPr>
      <a:lvl8pPr marL="3200400" algn="l" defTabSz="914400">
        <a:buNone/>
        <a:defRPr sz="1800" kern="1200">
          <a:solidFill>
            <a:schemeClr val="tx1"/>
          </a:solidFill>
          <a:latin typeface="Arial"/>
          <a:ea typeface="Microsoft YaHei"/>
          <a:cs typeface="Arial"/>
        </a:defRPr>
      </a:lvl8pPr>
      <a:lvl9pPr marL="3657600" algn="l" defTabSz="914400">
        <a:buNone/>
        <a:defRPr sz="1800" kern="1200">
          <a:solidFill>
            <a:schemeClr val="tx1"/>
          </a:solidFill>
          <a:latin typeface="Arial"/>
          <a:ea typeface="Microsoft YaHei"/>
          <a:cs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8D64B51E-FBED-0169-0EC0-77BB37BDBF08}"/>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a:extLst>
              <a:ext uri="{FF2B5EF4-FFF2-40B4-BE49-F238E27FC236}">
                <a16:creationId xmlns:a16="http://schemas.microsoft.com/office/drawing/2014/main" id="{2B50C879-F09C-1916-DF1E-C137EA4E178B}"/>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a:extLst>
              <a:ext uri="{FF2B5EF4-FFF2-40B4-BE49-F238E27FC236}">
                <a16:creationId xmlns:a16="http://schemas.microsoft.com/office/drawing/2014/main" id="{067FF670-F470-A3C8-94AD-B2220F2A458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endParaRPr/>
          </a:p>
        </p:txBody>
      </p:sp>
      <p:sp>
        <p:nvSpPr>
          <p:cNvPr id="5" name="页脚占位符 4">
            <a:extLst>
              <a:ext uri="{FF2B5EF4-FFF2-40B4-BE49-F238E27FC236}">
                <a16:creationId xmlns:a16="http://schemas.microsoft.com/office/drawing/2014/main" id="{DF655177-55FF-FBAE-A79F-B401E1F35F4C}"/>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endParaRPr/>
          </a:p>
        </p:txBody>
      </p:sp>
      <p:sp>
        <p:nvSpPr>
          <p:cNvPr id="6" name="灯片编号占位符 5">
            <a:extLst>
              <a:ext uri="{FF2B5EF4-FFF2-40B4-BE49-F238E27FC236}">
                <a16:creationId xmlns:a16="http://schemas.microsoft.com/office/drawing/2014/main" id="{4564EFA1-2D09-67E9-B8C9-EF4FB8D40AF4}"/>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FB7C09CA-F07D-407C-B758-D46C3E566541}" type="slidenum">
              <a:t>‹#›</a:t>
            </a:fld>
            <a:endParaRPr/>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hf hdr="0" ftr="0" dt="0"/>
  <p:txStyles>
    <p:titleStyle>
      <a:lvl1pPr algn="l" defTabSz="914400">
        <a:lnSpc>
          <a:spcPct val="90000"/>
        </a:lnSpc>
        <a:spcBef>
          <a:spcPct val="0"/>
        </a:spcBef>
        <a:buNone/>
        <a:defRPr sz="4400" kern="1200">
          <a:solidFill>
            <a:schemeClr val="tx1"/>
          </a:solidFill>
          <a:latin typeface="Arial"/>
          <a:ea typeface="Microsoft YaHei"/>
          <a:cs typeface="Arial"/>
        </a:defRPr>
      </a:lvl1pPr>
    </p:titleStyle>
    <p:bodyStyle>
      <a:lvl1pPr marL="228600" indent="-228600" algn="l" defTabSz="914400">
        <a:lnSpc>
          <a:spcPct val="90000"/>
        </a:lnSpc>
        <a:spcBef>
          <a:spcPts val="1000"/>
        </a:spcBef>
        <a:buFont typeface="Arial"/>
        <a:buChar char="•"/>
        <a:defRPr sz="2800" kern="1200">
          <a:solidFill>
            <a:schemeClr val="tx1"/>
          </a:solidFill>
          <a:latin typeface="Arial"/>
          <a:ea typeface="Microsoft YaHei"/>
          <a:cs typeface="Arial"/>
        </a:defRPr>
      </a:lvl1pPr>
      <a:lvl2pPr marL="685800" indent="-228600" algn="l" defTabSz="914400">
        <a:lnSpc>
          <a:spcPct val="90000"/>
        </a:lnSpc>
        <a:spcBef>
          <a:spcPts val="500"/>
        </a:spcBef>
        <a:buFont typeface="Arial"/>
        <a:buChar char="•"/>
        <a:defRPr sz="2400" kern="1200">
          <a:solidFill>
            <a:schemeClr val="tx1"/>
          </a:solidFill>
          <a:latin typeface="Arial"/>
          <a:ea typeface="Microsoft YaHei"/>
          <a:cs typeface="Arial"/>
        </a:defRPr>
      </a:lvl2pPr>
      <a:lvl3pPr marL="1143000" indent="-228600" algn="l" defTabSz="914400">
        <a:lnSpc>
          <a:spcPct val="90000"/>
        </a:lnSpc>
        <a:spcBef>
          <a:spcPts val="500"/>
        </a:spcBef>
        <a:buFont typeface="Arial"/>
        <a:buChar char="•"/>
        <a:defRPr sz="2000" kern="1200">
          <a:solidFill>
            <a:schemeClr val="tx1"/>
          </a:solidFill>
          <a:latin typeface="Arial"/>
          <a:ea typeface="Microsoft YaHei"/>
          <a:cs typeface="Arial"/>
        </a:defRPr>
      </a:lvl3pPr>
      <a:lvl4pPr marL="1600200" indent="-228600" algn="l" defTabSz="914400">
        <a:lnSpc>
          <a:spcPct val="90000"/>
        </a:lnSpc>
        <a:spcBef>
          <a:spcPts val="500"/>
        </a:spcBef>
        <a:buFont typeface="Arial"/>
        <a:buChar char="•"/>
        <a:defRPr sz="1800" kern="1200">
          <a:solidFill>
            <a:schemeClr val="tx1"/>
          </a:solidFill>
          <a:latin typeface="Arial"/>
          <a:ea typeface="Microsoft YaHei"/>
          <a:cs typeface="Arial"/>
        </a:defRPr>
      </a:lvl4pPr>
      <a:lvl5pPr marL="2057400" indent="-228600" algn="l" defTabSz="914400">
        <a:lnSpc>
          <a:spcPct val="90000"/>
        </a:lnSpc>
        <a:spcBef>
          <a:spcPts val="500"/>
        </a:spcBef>
        <a:buFont typeface="Arial"/>
        <a:buChar char="•"/>
        <a:defRPr sz="1800" kern="1200">
          <a:solidFill>
            <a:schemeClr val="tx1"/>
          </a:solidFill>
          <a:latin typeface="Arial"/>
          <a:ea typeface="Microsoft YaHei"/>
          <a:cs typeface="Arial"/>
        </a:defRPr>
      </a:lvl5pPr>
      <a:lvl6pPr marL="2514600" indent="-228600" algn="l" defTabSz="914400">
        <a:lnSpc>
          <a:spcPct val="90000"/>
        </a:lnSpc>
        <a:spcBef>
          <a:spcPts val="500"/>
        </a:spcBef>
        <a:buFont typeface="Arial"/>
        <a:buChar char="•"/>
        <a:defRPr sz="1800" kern="1200">
          <a:solidFill>
            <a:schemeClr val="tx1"/>
          </a:solidFill>
          <a:latin typeface="Arial"/>
          <a:ea typeface="Microsoft YaHei"/>
          <a:cs typeface="Arial"/>
        </a:defRPr>
      </a:lvl6pPr>
      <a:lvl7pPr marL="2971800" indent="-228600" algn="l" defTabSz="914400">
        <a:lnSpc>
          <a:spcPct val="90000"/>
        </a:lnSpc>
        <a:spcBef>
          <a:spcPts val="500"/>
        </a:spcBef>
        <a:buFont typeface="Arial"/>
        <a:buChar char="•"/>
        <a:defRPr sz="1800" kern="1200">
          <a:solidFill>
            <a:schemeClr val="tx1"/>
          </a:solidFill>
          <a:latin typeface="Arial"/>
          <a:ea typeface="Microsoft YaHei"/>
          <a:cs typeface="Arial"/>
        </a:defRPr>
      </a:lvl7pPr>
      <a:lvl8pPr marL="3429000" indent="-228600" algn="l" defTabSz="914400">
        <a:lnSpc>
          <a:spcPct val="90000"/>
        </a:lnSpc>
        <a:spcBef>
          <a:spcPts val="500"/>
        </a:spcBef>
        <a:buFont typeface="Arial"/>
        <a:buChar char="•"/>
        <a:defRPr sz="1800" kern="1200">
          <a:solidFill>
            <a:schemeClr val="tx1"/>
          </a:solidFill>
          <a:latin typeface="Arial"/>
          <a:ea typeface="Microsoft YaHei"/>
          <a:cs typeface="Arial"/>
        </a:defRPr>
      </a:lvl8pPr>
      <a:lvl9pPr marL="3886200" indent="-228600" algn="l" defTabSz="914400">
        <a:lnSpc>
          <a:spcPct val="90000"/>
        </a:lnSpc>
        <a:spcBef>
          <a:spcPts val="500"/>
        </a:spcBef>
        <a:buFont typeface="Arial"/>
        <a:buChar char="•"/>
        <a:defRPr sz="1800" kern="1200">
          <a:solidFill>
            <a:schemeClr val="tx1"/>
          </a:solidFill>
          <a:latin typeface="Arial"/>
          <a:ea typeface="Microsoft YaHei"/>
          <a:cs typeface="Arial"/>
        </a:defRPr>
      </a:lvl9pPr>
    </p:bodyStyle>
    <p:otherStyle>
      <a:lvl1pPr marL="0" algn="l" defTabSz="914400">
        <a:buNone/>
        <a:defRPr sz="1800" kern="1200">
          <a:solidFill>
            <a:schemeClr val="tx1"/>
          </a:solidFill>
          <a:latin typeface="Arial"/>
          <a:ea typeface="Microsoft YaHei"/>
          <a:cs typeface="Arial"/>
        </a:defRPr>
      </a:lvl1pPr>
      <a:lvl2pPr marL="457200" algn="l" defTabSz="914400">
        <a:buNone/>
        <a:defRPr sz="1800" kern="1200">
          <a:solidFill>
            <a:schemeClr val="tx1"/>
          </a:solidFill>
          <a:latin typeface="Arial"/>
          <a:ea typeface="Microsoft YaHei"/>
          <a:cs typeface="Arial"/>
        </a:defRPr>
      </a:lvl2pPr>
      <a:lvl3pPr marL="914400" algn="l" defTabSz="914400">
        <a:buNone/>
        <a:defRPr sz="1800" kern="1200">
          <a:solidFill>
            <a:schemeClr val="tx1"/>
          </a:solidFill>
          <a:latin typeface="Arial"/>
          <a:ea typeface="Microsoft YaHei"/>
          <a:cs typeface="Arial"/>
        </a:defRPr>
      </a:lvl3pPr>
      <a:lvl4pPr marL="1371600" algn="l" defTabSz="914400">
        <a:buNone/>
        <a:defRPr sz="1800" kern="1200">
          <a:solidFill>
            <a:schemeClr val="tx1"/>
          </a:solidFill>
          <a:latin typeface="Arial"/>
          <a:ea typeface="Microsoft YaHei"/>
          <a:cs typeface="Arial"/>
        </a:defRPr>
      </a:lvl4pPr>
      <a:lvl5pPr marL="1828800" algn="l" defTabSz="914400">
        <a:buNone/>
        <a:defRPr sz="1800" kern="1200">
          <a:solidFill>
            <a:schemeClr val="tx1"/>
          </a:solidFill>
          <a:latin typeface="Arial"/>
          <a:ea typeface="Microsoft YaHei"/>
          <a:cs typeface="Arial"/>
        </a:defRPr>
      </a:lvl5pPr>
      <a:lvl6pPr marL="2286000" algn="l" defTabSz="914400">
        <a:buNone/>
        <a:defRPr sz="1800" kern="1200">
          <a:solidFill>
            <a:schemeClr val="tx1"/>
          </a:solidFill>
          <a:latin typeface="Arial"/>
          <a:ea typeface="Microsoft YaHei"/>
          <a:cs typeface="Arial"/>
        </a:defRPr>
      </a:lvl6pPr>
      <a:lvl7pPr marL="2743200" algn="l" defTabSz="914400">
        <a:buNone/>
        <a:defRPr sz="1800" kern="1200">
          <a:solidFill>
            <a:schemeClr val="tx1"/>
          </a:solidFill>
          <a:latin typeface="Arial"/>
          <a:ea typeface="Microsoft YaHei"/>
          <a:cs typeface="Arial"/>
        </a:defRPr>
      </a:lvl7pPr>
      <a:lvl8pPr marL="3200400" algn="l" defTabSz="914400">
        <a:buNone/>
        <a:defRPr sz="1800" kern="1200">
          <a:solidFill>
            <a:schemeClr val="tx1"/>
          </a:solidFill>
          <a:latin typeface="Arial"/>
          <a:ea typeface="Microsoft YaHei"/>
          <a:cs typeface="Arial"/>
        </a:defRPr>
      </a:lvl8pPr>
      <a:lvl9pPr marL="3657600" algn="l" defTabSz="914400">
        <a:buNone/>
        <a:defRPr sz="1800" kern="1200">
          <a:solidFill>
            <a:schemeClr val="tx1"/>
          </a:solidFill>
          <a:latin typeface="Arial"/>
          <a:ea typeface="Microsoft YaHei"/>
          <a:cs typeface="Arial"/>
        </a:defRPr>
      </a:lvl9pPr>
    </p:otherStyle>
  </p:txStyles>
</p:sldMaster>
</file>

<file path=ppt/slides/_rels/background-slide6.xml.rels><?xml version='1.0' encoding='UTF-8' standalone='yes'?>
<Relationships xmlns="http://schemas.openxmlformats.org/package/2006/relationships"><Relationship Type="http://schemas.openxmlformats.org/officeDocument/2006/relationships/slideLayout" Target="../slideLayouts/slideLayout26.xml" Id="Ra9db1c776a174424"/><Relationship Type="http://schemas.openxmlformats.org/officeDocument/2006/relationships/image" Target="../media/background-image5.png" Id="Rde5f4847d7c54423"/><Relationship Type="http://schemas.openxmlformats.org/officeDocument/2006/relationships/image" Target="../media/background-image6.png" Id="Rcbfb1e8f157f464c"/><Relationship Type="http://schemas.openxmlformats.org/officeDocument/2006/relationships/notesSlide" Target="../notesSlides/background-notesSlide4.xml" Id="R1d76ab01e1ae48bb"/></Relationships>
</file>

<file path=ppt/slides/_rels/fidelity-slide3.xml.rels><?xml version='1.0' encoding='UTF-8' standalone='yes'?>
<Relationships xmlns="http://schemas.openxmlformats.org/package/2006/relationships"><Relationship Type="http://schemas.openxmlformats.org/officeDocument/2006/relationships/slideLayout" Target="../slideLayouts/slideLayout26.xml" Id="R0cc463910f7547f0"/><Relationship Type="http://schemas.openxmlformats.org/officeDocument/2006/relationships/image" Target="../media/fidelity-image.png" Id="Ra05cf6ed6bb84ae1"/><Relationship Type="http://schemas.openxmlformats.org/officeDocument/2006/relationships/image" Target="../media/fidelity-image2.png" Id="R1dcd3025a6374bb8"/><Relationship Type="http://schemas.openxmlformats.org/officeDocument/2006/relationships/notesSlide" Target="../notesSlides/fidelity-notesSlide1.xml" Id="Rfea1af3654c74ff2"/></Relationships>
</file>

<file path=ppt/slides/_rels/fidelity-slide4.xml.rels><?xml version='1.0' encoding='UTF-8' standalone='yes'?>
<Relationships xmlns="http://schemas.openxmlformats.org/package/2006/relationships"><Relationship Type="http://schemas.openxmlformats.org/officeDocument/2006/relationships/slideLayout" Target="../slideLayouts/slideLayout26.xml" Id="R080d43a91ab84499"/><Relationship Type="http://schemas.openxmlformats.org/officeDocument/2006/relationships/image" Target="../media/fidelity-image3.png" Id="Ra2ab3d4e265a4323"/><Relationship Type="http://schemas.openxmlformats.org/officeDocument/2006/relationships/notesSlide" Target="../notesSlides/fidelity-notesSlide2.xml" Id="Rae25acc896a14149"/></Relationships>
</file>

<file path=ppt/slides/_rels/fidelity-slide5.xml.rels><?xml version='1.0' encoding='UTF-8' standalone='yes'?>
<Relationships xmlns="http://schemas.openxmlformats.org/package/2006/relationships"><Relationship Type="http://schemas.openxmlformats.org/officeDocument/2006/relationships/slideLayout" Target="../slideLayouts/slideLayout26.xml" Id="Rbacb3f328de24101"/><Relationship Type="http://schemas.openxmlformats.org/officeDocument/2006/relationships/image" Target="../media/fidelity-image4.png" Id="R88489ead0f7145fb"/><Relationship Type="http://schemas.openxmlformats.org/officeDocument/2006/relationships/image" Target="../media/fidelity-image5.png" Id="R79e60b5ee6cb4e84"/><Relationship Type="http://schemas.openxmlformats.org/officeDocument/2006/relationships/image" Target="../media/fidelity-image6.png" Id="Ra6c7327ff3314cac"/><Relationship Type="http://schemas.openxmlformats.org/officeDocument/2006/relationships/image" Target="../media/fidelity-image7.png" Id="R6de9ee01529e4c5f"/><Relationship Type="http://schemas.openxmlformats.org/officeDocument/2006/relationships/image" Target="../media/fidelity-image8.png" Id="R19e6793145224d2e"/><Relationship Type="http://schemas.openxmlformats.org/officeDocument/2006/relationships/image" Target="../media/fidelity-image9.png" Id="R56ae65033006442f"/><Relationship Type="http://schemas.openxmlformats.org/officeDocument/2006/relationships/notesSlide" Target="../notesSlides/fidelity-notesSlide3.xml" Id="R642a086fda5f4556"/></Relationships>
</file>

<file path=ppt/slides/_rels/public-slide3.xml.rels><?xml version='1.0' encoding='UTF-8' standalone='yes'?>
<Relationships xmlns="http://schemas.openxmlformats.org/package/2006/relationships"><Relationship Type="http://schemas.openxmlformats.org/officeDocument/2006/relationships/slideLayout" Target="../slideLayouts/slideLayout26.xml" Id="R6ee3915aef624edc"/><Relationship Type="http://schemas.openxmlformats.org/officeDocument/2006/relationships/image" Target="../media/public-image.png" Id="R550a714cac6c440f"/><Relationship Type="http://schemas.openxmlformats.org/officeDocument/2006/relationships/image" Target="../media/public-image2.png" Id="R42fc66c94c1b463a"/><Relationship Type="http://schemas.openxmlformats.org/officeDocument/2006/relationships/notesSlide" Target="../notesSlides/public-notesSlide1.xml" Id="R791e060b61f54189"/></Relationships>
</file>

<file path=ppt/slides/_rels/public-slide4.xml.rels><?xml version='1.0' encoding='UTF-8' standalone='yes'?>
<Relationships xmlns="http://schemas.openxmlformats.org/package/2006/relationships"><Relationship Type="http://schemas.openxmlformats.org/officeDocument/2006/relationships/slideLayout" Target="../slideLayouts/slideLayout26.xml" Id="Rd55ddfe5f7e14850"/><Relationship Type="http://schemas.openxmlformats.org/officeDocument/2006/relationships/image" Target="../media/public-image3.png" Id="R6051731e48394885"/><Relationship Type="http://schemas.openxmlformats.org/officeDocument/2006/relationships/notesSlide" Target="../notesSlides/public-notesSlide2.xml" Id="Rcebdfa63219a46ad"/></Relationships>
</file>

<file path=ppt/slides/_rels/public-slide6.xml.rels><?xml version='1.0' encoding='UTF-8' standalone='yes'?>
<Relationships xmlns="http://schemas.openxmlformats.org/package/2006/relationships"><Relationship Type="http://schemas.openxmlformats.org/officeDocument/2006/relationships/slideLayout" Target="../slideLayouts/slideLayout26.xml" Id="R63eb1ee3f77d4c18"/><Relationship Type="http://schemas.openxmlformats.org/officeDocument/2006/relationships/image" Target="../media/public-image4.png" Id="Rc2227e3e5501476c"/><Relationship Type="http://schemas.openxmlformats.org/officeDocument/2006/relationships/notesSlide" Target="../notesSlides/public-notesSlide3.xml" Id="R81cf3fed07be4ce0"/></Relationships>
</file>

<file path=ppt/slides/_rels/public-slide7.xml.rels><?xml version='1.0' encoding='UTF-8' standalone='yes'?>
<Relationships xmlns="http://schemas.openxmlformats.org/package/2006/relationships"><Relationship Type="http://schemas.openxmlformats.org/officeDocument/2006/relationships/slideLayout" Target="../slideLayouts/slideLayout26.xml" Id="R6e779e470eaf4562"/><Relationship Type="http://schemas.openxmlformats.org/officeDocument/2006/relationships/notesSlide" Target="../notesSlides/public-notesSlide4.xml" Id="R46cf67916fa94a01"/></Relationships>
</file>

<file path=ppt/slides/_rels/public-slide8.xml.rels><?xml version='1.0' encoding='UTF-8' standalone='yes'?>
<Relationships xmlns="http://schemas.openxmlformats.org/package/2006/relationships"><Relationship Type="http://schemas.openxmlformats.org/officeDocument/2006/relationships/slideLayout" Target="../slideLayouts/slideLayout26.xml" Id="Rd2e5969fcc2a403f"/><Relationship Type="http://schemas.openxmlformats.org/officeDocument/2006/relationships/notesSlide" Target="../notesSlides/public-notesSlide5.xml" Id="Rf23451640e434ad0"/></Relationships>
</file>

<file path=ppt/slides/_rels/public-slide9.xml.rels><?xml version='1.0' encoding='UTF-8' standalone='yes'?>
<Relationships xmlns="http://schemas.openxmlformats.org/package/2006/relationships"><Relationship Type="http://schemas.openxmlformats.org/officeDocument/2006/relationships/slideLayout" Target="../slideLayouts/slideLayout26.xml" Id="Re5fdd09d6d6845b4"/><Relationship Type="http://schemas.openxmlformats.org/officeDocument/2006/relationships/image" Target="../media/public-image5.png" Id="R58e58f4798f24530"/><Relationship Type="http://schemas.openxmlformats.org/officeDocument/2006/relationships/notesSlide" Target="../notesSlides/public-notesSlide6.xml" Id="R5902b03aba524802"/></Relationships>
</file>

<file path=ppt/slides/_rels/public-slide10.xml.rels><?xml version='1.0' encoding='UTF-8' standalone='yes'?>
<Relationships xmlns="http://schemas.openxmlformats.org/package/2006/relationships"><Relationship Type="http://schemas.openxmlformats.org/officeDocument/2006/relationships/slideLayout" Target="../slideLayouts/slideLayout26.xml" Id="R1a3998564db04542"/><Relationship Type="http://schemas.openxmlformats.org/officeDocument/2006/relationships/image" Target="../media/public-image6.png" Id="Rcd52d73cb99e4440"/><Relationship Type="http://schemas.openxmlformats.org/officeDocument/2006/relationships/notesSlide" Target="../notesSlides/public-notesSlide7.xml" Id="R8f40d6c1b0d94f23"/></Relationships>
</file>

<file path=ppt/slides/_rels/public-slide11.xml.rels><?xml version='1.0' encoding='UTF-8' standalone='yes'?>
<Relationships xmlns="http://schemas.openxmlformats.org/package/2006/relationships"><Relationship Type="http://schemas.openxmlformats.org/officeDocument/2006/relationships/slideLayout" Target="../slideLayouts/slideLayout26.xml" Id="R79a27ad4a3cb4026"/><Relationship Type="http://schemas.openxmlformats.org/officeDocument/2006/relationships/image" Target="../media/public-image7.png" Id="Ra6e642b9688a41b2"/><Relationship Type="http://schemas.openxmlformats.org/officeDocument/2006/relationships/notesSlide" Target="../notesSlides/public-notesSlide8.xml" Id="R780645e1a5b44852"/></Relationships>
</file>

<file path=ppt/slides/_rels/public-slide12.xml.rels><?xml version='1.0' encoding='UTF-8' standalone='yes'?>
<Relationships xmlns="http://schemas.openxmlformats.org/package/2006/relationships"><Relationship Type="http://schemas.openxmlformats.org/officeDocument/2006/relationships/slideLayout" Target="../slideLayouts/slideLayout26.xml" Id="Rcb8e259aefa64788"/><Relationship Type="http://schemas.openxmlformats.org/officeDocument/2006/relationships/notesSlide" Target="../notesSlides/public-notesSlide9.xml" Id="R003ebb80df934785"/></Relationships>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26.xml"/><Relationship Type="http://schemas.openxmlformats.org/officeDocument/2006/relationships/image" Target="../media/vit-architecture.png" Id="Ra5810084c6d343d5"/><Relationship Type="http://schemas.openxmlformats.org/officeDocument/2006/relationships/notesSlide" Target="../notesSlides/notesSlide11.xml" Id="Rfd290b5153b140cc"/></Relationships>
</file>

<file path=ppt/slides/_rels/slide19.xml.rels><?xml version='1.0' encoding='utf-8'?>
<Relationships xmlns="http://schemas.openxmlformats.org/package/2006/relationships"><Relationship Id="rId3" Type="http://schemas.openxmlformats.org/officeDocument/2006/relationships/image" Target="../media/image4.png"/><Relationship Id="rId1" Type="http://schemas.openxmlformats.org/officeDocument/2006/relationships/slideLayout" Target="../slideLayouts/slideLayout12.xml"/></Relationships>
</file>

<file path=ppt/slides/background-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PAGE_TITLE">
            <a:extLst xmlns:a="http://schemas.openxmlformats.org/drawingml/2006/main">
              <a:ext uri="{FF2B5EF4-FFF2-40B4-BE49-F238E27FC236}">
                <a16:creationId xmlns:a16="http://schemas.microsoft.com/office/drawing/2014/main" id="{E2F168EB-051B-40AE-BB11-5410D0B97D00}"/>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实验观察：数据与模型规模如何影响取舍</a:t>
            </a:r>
          </a:p>
        </p:txBody>
      </p:sp>
      <p:sp>
        <p:nvSpPr>
          <p:cNvPr id="2" name="section">
            <a:extLst xmlns:a="http://schemas.openxmlformats.org/drawingml/2006/main">
              <a:ext uri="{FF2B5EF4-FFF2-40B4-BE49-F238E27FC236}">
                <a16:creationId xmlns:a16="http://schemas.microsoft.com/office/drawing/2014/main" id="{C96311FF-EFEF-4D6D-938F-39E145E883C1}"/>
              </a:ext>
            </a:extLst>
          </p:cNvPr>
          <p:cNvSpPr>
            <a:spLocks xmlns:a="http://schemas.openxmlformats.org/drawingml/2006/main" noGrp="1"/>
          </p:cNvSpPr>
          <p:nvPr/>
        </p:nvSpPr>
        <p:spPr>
          <a:xfrm xmlns:a="http://schemas.openxmlformats.org/drawingml/2006/main">
            <a:off x="419100" y="125730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02554"/>
                </a:solidFill>
                <a:latin typeface="Arial"/>
                <a:ea typeface="Microsoft YaHei"/>
                <a:cs typeface="Arial"/>
              </a:defRPr>
            </a:defPPr>
            <a:lvl1pPr>
              <a:defRPr sz="1875" b="1">
                <a:solidFill>
                  <a:srgbClr val="002554"/>
                </a:solidFill>
                <a:latin typeface="Arial"/>
                <a:ea typeface="Microsoft YaHei"/>
                <a:cs typeface="Arial"/>
              </a:defRPr>
            </a:lvl1pPr>
            <a:lvl2pPr>
              <a:defRPr sz="1875" b="1">
                <a:solidFill>
                  <a:srgbClr val="002554"/>
                </a:solidFill>
                <a:latin typeface="Arial"/>
                <a:ea typeface="Microsoft YaHei"/>
                <a:cs typeface="Arial"/>
              </a:defRPr>
            </a:lvl2pPr>
            <a:lvl3pPr>
              <a:defRPr sz="1875" b="1">
                <a:solidFill>
                  <a:srgbClr val="002554"/>
                </a:solidFill>
                <a:latin typeface="Arial"/>
                <a:ea typeface="Microsoft YaHei"/>
                <a:cs typeface="Arial"/>
              </a:defRPr>
            </a:lvl3pPr>
            <a:lvl4pPr>
              <a:defRPr sz="1875" b="1">
                <a:solidFill>
                  <a:srgbClr val="002554"/>
                </a:solidFill>
                <a:latin typeface="Arial"/>
                <a:ea typeface="Microsoft YaHei"/>
                <a:cs typeface="Arial"/>
              </a:defRPr>
            </a:lvl4pPr>
            <a:lvl5pPr>
              <a:defRPr sz="1875" b="1">
                <a:solidFill>
                  <a:srgbClr val="002554"/>
                </a:solidFill>
                <a:latin typeface="Arial"/>
                <a:ea typeface="Microsoft YaHei"/>
                <a:cs typeface="Arial"/>
              </a:defRPr>
            </a:lvl5pPr>
            <a:lvl6pPr>
              <a:defRPr sz="1875" b="1">
                <a:solidFill>
                  <a:srgbClr val="002554"/>
                </a:solidFill>
                <a:latin typeface="Arial"/>
                <a:ea typeface="Microsoft YaHei"/>
                <a:cs typeface="Arial"/>
              </a:defRPr>
            </a:lvl6pPr>
            <a:lvl7pPr>
              <a:defRPr sz="1875" b="1">
                <a:solidFill>
                  <a:srgbClr val="002554"/>
                </a:solidFill>
                <a:latin typeface="Arial"/>
                <a:ea typeface="Microsoft YaHei"/>
                <a:cs typeface="Arial"/>
              </a:defRPr>
            </a:lvl7pPr>
            <a:lvl8pPr>
              <a:defRPr sz="1875" b="1">
                <a:solidFill>
                  <a:srgbClr val="002554"/>
                </a:solidFill>
                <a:latin typeface="Arial"/>
                <a:ea typeface="Microsoft YaHei"/>
                <a:cs typeface="Arial"/>
              </a:defRPr>
            </a:lvl8pPr>
            <a:lvl9pPr>
              <a:defRPr sz="1875" b="1">
                <a:solidFill>
                  <a:srgbClr val="002554"/>
                </a:solidFill>
                <a:latin typeface="Arial"/>
                <a:ea typeface="Microsoft YaHei"/>
                <a:cs typeface="Arial"/>
              </a:defRPr>
            </a:lvl9pPr>
          </a:lstStyle>
          <a:p xmlns:a="http://schemas.openxmlformats.org/drawingml/2006/main">
            <a:pPr>
              <a:defRPr sz="1875" b="1">
                <a:solidFill>
                  <a:srgbClr val="002554"/>
                </a:solidFill>
                <a:latin typeface="Arial"/>
                <a:ea typeface="Microsoft YaHei"/>
                <a:cs typeface="Arial"/>
              </a:defRPr>
            </a:pPr>
            <a:r>
              <a:rPr sz="1875" b="1">
                <a:solidFill>
                  <a:srgbClr val="002554"/>
                </a:solidFill>
                <a:latin typeface="Arial"/>
                <a:ea typeface="Microsoft YaHei"/>
                <a:cs typeface="Arial"/>
              </a:rPr>
              <a:t>受控证据</a:t>
            </a:r>
          </a:p>
        </p:txBody>
      </p:sp>
      <p:sp>
        <p:nvSpPr>
          <p:cNvPr id="3" name="section">
            <a:extLst xmlns:a="http://schemas.openxmlformats.org/drawingml/2006/main">
              <a:ext uri="{FF2B5EF4-FFF2-40B4-BE49-F238E27FC236}">
                <a16:creationId xmlns:a16="http://schemas.microsoft.com/office/drawing/2014/main" id="{07AF092A-BA3E-4F7E-92AE-6ACCA926521F}"/>
              </a:ext>
            </a:extLst>
          </p:cNvPr>
          <p:cNvSpPr>
            <a:spLocks xmlns:a="http://schemas.openxmlformats.org/drawingml/2006/main" noGrp="1"/>
          </p:cNvSpPr>
          <p:nvPr/>
        </p:nvSpPr>
        <p:spPr>
          <a:xfrm xmlns:a="http://schemas.openxmlformats.org/drawingml/2006/main">
            <a:off x="5029200" y="1257300"/>
            <a:ext cx="314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02554"/>
                </a:solidFill>
                <a:latin typeface="Arial"/>
                <a:ea typeface="Microsoft YaHei"/>
                <a:cs typeface="Arial"/>
              </a:defRPr>
            </a:defPPr>
            <a:lvl1pPr>
              <a:defRPr sz="1875" b="1">
                <a:solidFill>
                  <a:srgbClr val="002554"/>
                </a:solidFill>
                <a:latin typeface="Arial"/>
                <a:ea typeface="Microsoft YaHei"/>
                <a:cs typeface="Arial"/>
              </a:defRPr>
            </a:lvl1pPr>
            <a:lvl2pPr>
              <a:defRPr sz="1875" b="1">
                <a:solidFill>
                  <a:srgbClr val="002554"/>
                </a:solidFill>
                <a:latin typeface="Arial"/>
                <a:ea typeface="Microsoft YaHei"/>
                <a:cs typeface="Arial"/>
              </a:defRPr>
            </a:lvl2pPr>
            <a:lvl3pPr>
              <a:defRPr sz="1875" b="1">
                <a:solidFill>
                  <a:srgbClr val="002554"/>
                </a:solidFill>
                <a:latin typeface="Arial"/>
                <a:ea typeface="Microsoft YaHei"/>
                <a:cs typeface="Arial"/>
              </a:defRPr>
            </a:lvl3pPr>
            <a:lvl4pPr>
              <a:defRPr sz="1875" b="1">
                <a:solidFill>
                  <a:srgbClr val="002554"/>
                </a:solidFill>
                <a:latin typeface="Arial"/>
                <a:ea typeface="Microsoft YaHei"/>
                <a:cs typeface="Arial"/>
              </a:defRPr>
            </a:lvl4pPr>
            <a:lvl5pPr>
              <a:defRPr sz="1875" b="1">
                <a:solidFill>
                  <a:srgbClr val="002554"/>
                </a:solidFill>
                <a:latin typeface="Arial"/>
                <a:ea typeface="Microsoft YaHei"/>
                <a:cs typeface="Arial"/>
              </a:defRPr>
            </a:lvl5pPr>
            <a:lvl6pPr>
              <a:defRPr sz="1875" b="1">
                <a:solidFill>
                  <a:srgbClr val="002554"/>
                </a:solidFill>
                <a:latin typeface="Arial"/>
                <a:ea typeface="Microsoft YaHei"/>
                <a:cs typeface="Arial"/>
              </a:defRPr>
            </a:lvl6pPr>
            <a:lvl7pPr>
              <a:defRPr sz="1875" b="1">
                <a:solidFill>
                  <a:srgbClr val="002554"/>
                </a:solidFill>
                <a:latin typeface="Arial"/>
                <a:ea typeface="Microsoft YaHei"/>
                <a:cs typeface="Arial"/>
              </a:defRPr>
            </a:lvl7pPr>
            <a:lvl8pPr>
              <a:defRPr sz="1875" b="1">
                <a:solidFill>
                  <a:srgbClr val="002554"/>
                </a:solidFill>
                <a:latin typeface="Arial"/>
                <a:ea typeface="Microsoft YaHei"/>
                <a:cs typeface="Arial"/>
              </a:defRPr>
            </a:lvl8pPr>
            <a:lvl9pPr>
              <a:defRPr sz="1875" b="1">
                <a:solidFill>
                  <a:srgbClr val="002554"/>
                </a:solidFill>
                <a:latin typeface="Arial"/>
                <a:ea typeface="Microsoft YaHei"/>
                <a:cs typeface="Arial"/>
              </a:defRPr>
            </a:lvl9pPr>
          </a:lstStyle>
          <a:p xmlns:a="http://schemas.openxmlformats.org/drawingml/2006/main">
            <a:pPr>
              <a:defRPr sz="1875" b="1">
                <a:solidFill>
                  <a:srgbClr val="002554"/>
                </a:solidFill>
                <a:latin typeface="Arial"/>
                <a:ea typeface="Microsoft YaHei"/>
                <a:cs typeface="Arial"/>
              </a:defRPr>
            </a:pPr>
            <a:r>
              <a:rPr sz="1875" b="1">
                <a:solidFill>
                  <a:srgbClr val="002554"/>
                </a:solidFill>
                <a:latin typeface="Arial"/>
                <a:ea typeface="Microsoft YaHei"/>
                <a:cs typeface="Arial"/>
              </a:rPr>
              <a:t>观察与解释</a:t>
            </a:r>
          </a:p>
        </p:txBody>
      </p:sp>
      <p:sp>
        <p:nvSpPr>
          <p:cNvPr id="4" name="section">
            <a:extLst xmlns:a="http://schemas.openxmlformats.org/drawingml/2006/main">
              <a:ext uri="{FF2B5EF4-FFF2-40B4-BE49-F238E27FC236}">
                <a16:creationId xmlns:a16="http://schemas.microsoft.com/office/drawing/2014/main" id="{80D6965C-B013-43C7-BDDA-4F1D30A8072D}"/>
              </a:ext>
            </a:extLst>
          </p:cNvPr>
          <p:cNvSpPr>
            <a:spLocks xmlns:a="http://schemas.openxmlformats.org/drawingml/2006/main" noGrp="1"/>
          </p:cNvSpPr>
          <p:nvPr/>
        </p:nvSpPr>
        <p:spPr>
          <a:xfrm xmlns:a="http://schemas.openxmlformats.org/drawingml/2006/main">
            <a:off x="8715375" y="1257300"/>
            <a:ext cx="3057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002554"/>
                </a:solidFill>
                <a:latin typeface="Arial"/>
                <a:ea typeface="Microsoft YaHei"/>
                <a:cs typeface="Arial"/>
              </a:defRPr>
            </a:defPPr>
            <a:lvl1pPr>
              <a:defRPr sz="1875" b="1">
                <a:solidFill>
                  <a:srgbClr val="002554"/>
                </a:solidFill>
                <a:latin typeface="Arial"/>
                <a:ea typeface="Microsoft YaHei"/>
                <a:cs typeface="Arial"/>
              </a:defRPr>
            </a:lvl1pPr>
            <a:lvl2pPr>
              <a:defRPr sz="1875" b="1">
                <a:solidFill>
                  <a:srgbClr val="002554"/>
                </a:solidFill>
                <a:latin typeface="Arial"/>
                <a:ea typeface="Microsoft YaHei"/>
                <a:cs typeface="Arial"/>
              </a:defRPr>
            </a:lvl2pPr>
            <a:lvl3pPr>
              <a:defRPr sz="1875" b="1">
                <a:solidFill>
                  <a:srgbClr val="002554"/>
                </a:solidFill>
                <a:latin typeface="Arial"/>
                <a:ea typeface="Microsoft YaHei"/>
                <a:cs typeface="Arial"/>
              </a:defRPr>
            </a:lvl3pPr>
            <a:lvl4pPr>
              <a:defRPr sz="1875" b="1">
                <a:solidFill>
                  <a:srgbClr val="002554"/>
                </a:solidFill>
                <a:latin typeface="Arial"/>
                <a:ea typeface="Microsoft YaHei"/>
                <a:cs typeface="Arial"/>
              </a:defRPr>
            </a:lvl4pPr>
            <a:lvl5pPr>
              <a:defRPr sz="1875" b="1">
                <a:solidFill>
                  <a:srgbClr val="002554"/>
                </a:solidFill>
                <a:latin typeface="Arial"/>
                <a:ea typeface="Microsoft YaHei"/>
                <a:cs typeface="Arial"/>
              </a:defRPr>
            </a:lvl5pPr>
            <a:lvl6pPr>
              <a:defRPr sz="1875" b="1">
                <a:solidFill>
                  <a:srgbClr val="002554"/>
                </a:solidFill>
                <a:latin typeface="Arial"/>
                <a:ea typeface="Microsoft YaHei"/>
                <a:cs typeface="Arial"/>
              </a:defRPr>
            </a:lvl6pPr>
            <a:lvl7pPr>
              <a:defRPr sz="1875" b="1">
                <a:solidFill>
                  <a:srgbClr val="002554"/>
                </a:solidFill>
                <a:latin typeface="Arial"/>
                <a:ea typeface="Microsoft YaHei"/>
                <a:cs typeface="Arial"/>
              </a:defRPr>
            </a:lvl7pPr>
            <a:lvl8pPr>
              <a:defRPr sz="1875" b="1">
                <a:solidFill>
                  <a:srgbClr val="002554"/>
                </a:solidFill>
                <a:latin typeface="Arial"/>
                <a:ea typeface="Microsoft YaHei"/>
                <a:cs typeface="Arial"/>
              </a:defRPr>
            </a:lvl8pPr>
            <a:lvl9pPr>
              <a:defRPr sz="1875" b="1">
                <a:solidFill>
                  <a:srgbClr val="002554"/>
                </a:solidFill>
                <a:latin typeface="Arial"/>
                <a:ea typeface="Microsoft YaHei"/>
                <a:cs typeface="Arial"/>
              </a:defRPr>
            </a:lvl9pPr>
          </a:lstStyle>
          <a:p xmlns:a="http://schemas.openxmlformats.org/drawingml/2006/main">
            <a:pPr>
              <a:defRPr sz="1875" b="1">
                <a:solidFill>
                  <a:srgbClr val="002554"/>
                </a:solidFill>
                <a:latin typeface="Arial"/>
                <a:ea typeface="Microsoft YaHei"/>
                <a:cs typeface="Arial"/>
              </a:defRPr>
            </a:pPr>
            <a:r>
              <a:rPr sz="1875" b="1">
                <a:solidFill>
                  <a:srgbClr val="002554"/>
                </a:solidFill>
                <a:latin typeface="Arial"/>
                <a:ea typeface="Microsoft YaHei"/>
                <a:cs typeface="Arial"/>
              </a:rPr>
              <a:t>可以支持的取舍</a:t>
            </a:r>
          </a:p>
        </p:txBody>
      </p:sp>
      <p:pic>
        <p:nvPicPr>
          <p:cNvPr id="5" name="">
            <a:extLst xmlns:a="http://schemas.openxmlformats.org/drawingml/2006/main">
              <a:ext uri="{FF2B5EF4-FFF2-40B4-BE49-F238E27FC236}">
                <a16:creationId xmlns:a16="http://schemas.microsoft.com/office/drawing/2014/main" id="{52B0B296-5DA8-4431-B920-B014CCAB3355}"/>
              </a:ext>
            </a:extLst>
          </p:cNvPr>
          <p:cNvPicPr>
            <a:picLocks xmlns:a="http://schemas.openxmlformats.org/drawingml/2006/main" noChangeAspect="1"/>
          </p:cNvPicPr>
          <p:nvPr/>
        </p:nvPicPr>
        <p:blipFill>
          <a:blip xmlns:r="http://schemas.openxmlformats.org/officeDocument/2006/relationships" xmlns:a="http://schemas.openxmlformats.org/drawingml/2006/main" r:embed="Rde5f4847d7c54423"/>
          <a:stretch xmlns:a="http://schemas.openxmlformats.org/drawingml/2006/main"/>
        </p:blipFill>
        <p:spPr>
          <a:xfrm xmlns:a="http://schemas.openxmlformats.org/drawingml/2006/main">
            <a:off x="419100" y="1762125"/>
            <a:ext cx="4095750" cy="2047875"/>
          </a:xfrm>
          <a:prstGeom xmlns:a="http://schemas.openxmlformats.org/drawingml/2006/main" prst="rect">
            <a:avLst/>
          </a:prstGeom>
        </p:spPr>
      </p:pic>
      <p:sp>
        <p:nvSpPr>
          <p:cNvPr id="6" name="data-read">
            <a:extLst xmlns:a="http://schemas.openxmlformats.org/drawingml/2006/main">
              <a:ext uri="{FF2B5EF4-FFF2-40B4-BE49-F238E27FC236}">
                <a16:creationId xmlns:a16="http://schemas.microsoft.com/office/drawing/2014/main" id="{9D41F045-6493-4CCA-9453-621D4300F102}"/>
              </a:ext>
            </a:extLst>
          </p:cNvPr>
          <p:cNvSpPr>
            <a:spLocks xmlns:a="http://schemas.openxmlformats.org/drawingml/2006/main" noGrp="1"/>
          </p:cNvSpPr>
          <p:nvPr/>
        </p:nvSpPr>
        <p:spPr>
          <a:xfrm xmlns:a="http://schemas.openxmlformats.org/drawingml/2006/main">
            <a:off x="5029200" y="1838325"/>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02554"/>
                </a:solidFill>
                <a:latin typeface="Arial"/>
                <a:ea typeface="Microsoft YaHei"/>
                <a:cs typeface="Arial"/>
              </a:defRPr>
            </a:defPPr>
            <a:lvl1pPr>
              <a:defRPr sz="1725" b="1">
                <a:solidFill>
                  <a:srgbClr val="002554"/>
                </a:solidFill>
                <a:latin typeface="Arial"/>
                <a:ea typeface="Microsoft YaHei"/>
                <a:cs typeface="Arial"/>
              </a:defRPr>
            </a:lvl1pPr>
            <a:lvl2pPr>
              <a:defRPr sz="1725" b="1">
                <a:solidFill>
                  <a:srgbClr val="002554"/>
                </a:solidFill>
                <a:latin typeface="Arial"/>
                <a:ea typeface="Microsoft YaHei"/>
                <a:cs typeface="Arial"/>
              </a:defRPr>
            </a:lvl2pPr>
            <a:lvl3pPr>
              <a:defRPr sz="1725" b="1">
                <a:solidFill>
                  <a:srgbClr val="002554"/>
                </a:solidFill>
                <a:latin typeface="Arial"/>
                <a:ea typeface="Microsoft YaHei"/>
                <a:cs typeface="Arial"/>
              </a:defRPr>
            </a:lvl3pPr>
            <a:lvl4pPr>
              <a:defRPr sz="1725" b="1">
                <a:solidFill>
                  <a:srgbClr val="002554"/>
                </a:solidFill>
                <a:latin typeface="Arial"/>
                <a:ea typeface="Microsoft YaHei"/>
                <a:cs typeface="Arial"/>
              </a:defRPr>
            </a:lvl4pPr>
            <a:lvl5pPr>
              <a:defRPr sz="1725" b="1">
                <a:solidFill>
                  <a:srgbClr val="002554"/>
                </a:solidFill>
                <a:latin typeface="Arial"/>
                <a:ea typeface="Microsoft YaHei"/>
                <a:cs typeface="Arial"/>
              </a:defRPr>
            </a:lvl5pPr>
            <a:lvl6pPr>
              <a:defRPr sz="1725" b="1">
                <a:solidFill>
                  <a:srgbClr val="002554"/>
                </a:solidFill>
                <a:latin typeface="Arial"/>
                <a:ea typeface="Microsoft YaHei"/>
                <a:cs typeface="Arial"/>
              </a:defRPr>
            </a:lvl6pPr>
            <a:lvl7pPr>
              <a:defRPr sz="1725" b="1">
                <a:solidFill>
                  <a:srgbClr val="002554"/>
                </a:solidFill>
                <a:latin typeface="Arial"/>
                <a:ea typeface="Microsoft YaHei"/>
                <a:cs typeface="Arial"/>
              </a:defRPr>
            </a:lvl7pPr>
            <a:lvl8pPr>
              <a:defRPr sz="1725" b="1">
                <a:solidFill>
                  <a:srgbClr val="002554"/>
                </a:solidFill>
                <a:latin typeface="Arial"/>
                <a:ea typeface="Microsoft YaHei"/>
                <a:cs typeface="Arial"/>
              </a:defRPr>
            </a:lvl8pPr>
            <a:lvl9pPr>
              <a:defRPr sz="1725" b="1">
                <a:solidFill>
                  <a:srgbClr val="002554"/>
                </a:solidFill>
                <a:latin typeface="Arial"/>
                <a:ea typeface="Microsoft YaHei"/>
                <a:cs typeface="Arial"/>
              </a:defRPr>
            </a:lvl9pPr>
          </a:lstStyle>
          <a:p xmlns:a="http://schemas.openxmlformats.org/drawingml/2006/main">
            <a:pPr>
              <a:defRPr sz="1725" b="1">
                <a:solidFill>
                  <a:srgbClr val="002554"/>
                </a:solidFill>
                <a:latin typeface="Arial"/>
                <a:ea typeface="Microsoft YaHei"/>
                <a:cs typeface="Arial"/>
              </a:defRPr>
            </a:pPr>
            <a:r>
              <a:rPr sz="1725" b="1">
                <a:solidFill>
                  <a:srgbClr val="002554"/>
                </a:solidFill>
                <a:latin typeface="Arial"/>
                <a:ea typeface="Microsoft YaHei"/>
                <a:cs typeface="Arial"/>
              </a:rPr>
              <a:t>0.1M → 1M 图像：明显改善</a:t>
            </a:r>
          </a:p>
          <a:p xmlns:a="http://schemas.openxmlformats.org/drawingml/2006/main">
            <a:pPr>
              <a:defRPr sz="1725" b="1">
                <a:solidFill>
                  <a:srgbClr val="002554"/>
                </a:solidFill>
                <a:latin typeface="Arial"/>
                <a:ea typeface="Microsoft YaHei"/>
                <a:cs typeface="Arial"/>
              </a:defRPr>
            </a:pPr>
            <a:r>
              <a:rPr sz="1725" b="1">
                <a:solidFill>
                  <a:srgbClr val="002554"/>
                </a:solidFill>
                <a:latin typeface="Arial"/>
                <a:ea typeface="Microsoft YaHei"/>
                <a:cs typeface="Arial"/>
              </a:rPr>
              <a:t>1M → 11M 图像：增益较小</a:t>
            </a:r>
          </a:p>
        </p:txBody>
      </p:sp>
      <p:sp>
        <p:nvSpPr>
          <p:cNvPr id="7" name="data-infer">
            <a:extLst xmlns:a="http://schemas.openxmlformats.org/drawingml/2006/main">
              <a:ext uri="{FF2B5EF4-FFF2-40B4-BE49-F238E27FC236}">
                <a16:creationId xmlns:a16="http://schemas.microsoft.com/office/drawing/2014/main" id="{035A9710-2722-4EFD-8AC1-00570D9351FE}"/>
              </a:ext>
            </a:extLst>
          </p:cNvPr>
          <p:cNvSpPr>
            <a:spLocks xmlns:a="http://schemas.openxmlformats.org/drawingml/2006/main" noGrp="1"/>
          </p:cNvSpPr>
          <p:nvPr/>
        </p:nvSpPr>
        <p:spPr>
          <a:xfrm xmlns:a="http://schemas.openxmlformats.org/drawingml/2006/main">
            <a:off x="5029200" y="2724150"/>
            <a:ext cx="3143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不同提示数的曲线表现一致。</a:t>
            </a:r>
          </a:p>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较小数据量仍有约 1 亿掩码，</a:t>
            </a:r>
          </a:p>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不能等同于“小样本”训练。</a:t>
            </a:r>
          </a:p>
        </p:txBody>
      </p:sp>
      <p:sp>
        <p:nvSpPr>
          <p:cNvPr id="8" name="relation">
            <a:extLst xmlns:a="http://schemas.openxmlformats.org/drawingml/2006/main">
              <a:ext uri="{FF2B5EF4-FFF2-40B4-BE49-F238E27FC236}">
                <a16:creationId xmlns:a16="http://schemas.microsoft.com/office/drawing/2014/main" id="{4C1AF405-D56A-41D4-974B-9827AB15A9F5}"/>
              </a:ext>
            </a:extLst>
          </p:cNvPr>
          <p:cNvSpPr>
            <a:spLocks xmlns:a="http://schemas.openxmlformats.org/drawingml/2006/main" noGrp="1"/>
          </p:cNvSpPr>
          <p:nvPr/>
        </p:nvSpPr>
        <p:spPr>
          <a:xfrm xmlns:a="http://schemas.openxmlformats.org/drawingml/2006/main">
            <a:off x="8277225" y="2524125"/>
            <a:ext cx="30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15740"/>
                </a:solidFill>
                <a:latin typeface="Arial"/>
                <a:ea typeface="Microsoft YaHei"/>
                <a:cs typeface="Arial"/>
              </a:defRPr>
            </a:defPPr>
            <a:lvl1pPr>
              <a:defRPr sz="2100" b="1">
                <a:solidFill>
                  <a:srgbClr val="115740"/>
                </a:solidFill>
                <a:latin typeface="Arial"/>
                <a:ea typeface="Microsoft YaHei"/>
                <a:cs typeface="Arial"/>
              </a:defRPr>
            </a:lvl1pPr>
            <a:lvl2pPr>
              <a:defRPr sz="2100" b="1">
                <a:solidFill>
                  <a:srgbClr val="115740"/>
                </a:solidFill>
                <a:latin typeface="Arial"/>
                <a:ea typeface="Microsoft YaHei"/>
                <a:cs typeface="Arial"/>
              </a:defRPr>
            </a:lvl2pPr>
            <a:lvl3pPr>
              <a:defRPr sz="2100" b="1">
                <a:solidFill>
                  <a:srgbClr val="115740"/>
                </a:solidFill>
                <a:latin typeface="Arial"/>
                <a:ea typeface="Microsoft YaHei"/>
                <a:cs typeface="Arial"/>
              </a:defRPr>
            </a:lvl3pPr>
            <a:lvl4pPr>
              <a:defRPr sz="2100" b="1">
                <a:solidFill>
                  <a:srgbClr val="115740"/>
                </a:solidFill>
                <a:latin typeface="Arial"/>
                <a:ea typeface="Microsoft YaHei"/>
                <a:cs typeface="Arial"/>
              </a:defRPr>
            </a:lvl4pPr>
            <a:lvl5pPr>
              <a:defRPr sz="2100" b="1">
                <a:solidFill>
                  <a:srgbClr val="115740"/>
                </a:solidFill>
                <a:latin typeface="Arial"/>
                <a:ea typeface="Microsoft YaHei"/>
                <a:cs typeface="Arial"/>
              </a:defRPr>
            </a:lvl5pPr>
            <a:lvl6pPr>
              <a:defRPr sz="2100" b="1">
                <a:solidFill>
                  <a:srgbClr val="115740"/>
                </a:solidFill>
                <a:latin typeface="Arial"/>
                <a:ea typeface="Microsoft YaHei"/>
                <a:cs typeface="Arial"/>
              </a:defRPr>
            </a:lvl6pPr>
            <a:lvl7pPr>
              <a:defRPr sz="2100" b="1">
                <a:solidFill>
                  <a:srgbClr val="115740"/>
                </a:solidFill>
                <a:latin typeface="Arial"/>
                <a:ea typeface="Microsoft YaHei"/>
                <a:cs typeface="Arial"/>
              </a:defRPr>
            </a:lvl7pPr>
            <a:lvl8pPr>
              <a:defRPr sz="2100" b="1">
                <a:solidFill>
                  <a:srgbClr val="115740"/>
                </a:solidFill>
                <a:latin typeface="Arial"/>
                <a:ea typeface="Microsoft YaHei"/>
                <a:cs typeface="Arial"/>
              </a:defRPr>
            </a:lvl8pPr>
            <a:lvl9pPr>
              <a:defRPr sz="2100" b="1">
                <a:solidFill>
                  <a:srgbClr val="115740"/>
                </a:solidFill>
                <a:latin typeface="Arial"/>
                <a:ea typeface="Microsoft YaHei"/>
                <a:cs typeface="Arial"/>
              </a:defRPr>
            </a:lvl9pPr>
          </a:lstStyle>
          <a:p xmlns:a="http://schemas.openxmlformats.org/drawingml/2006/main">
            <a:pPr>
              <a:defRPr sz="2100" b="1">
                <a:solidFill>
                  <a:srgbClr val="115740"/>
                </a:solidFill>
                <a:latin typeface="Arial"/>
                <a:ea typeface="Microsoft YaHei"/>
                <a:cs typeface="Arial"/>
              </a:defRPr>
            </a:pPr>
            <a:r>
              <a:rPr sz="2100" b="1">
                <a:solidFill>
                  <a:srgbClr val="115740"/>
                </a:solidFill>
                <a:latin typeface="Arial"/>
                <a:ea typeface="Microsoft YaHei"/>
                <a:cs typeface="Arial"/>
              </a:rPr>
              <a:t>→</a:t>
            </a:r>
          </a:p>
        </p:txBody>
      </p:sp>
      <p:sp>
        <p:nvSpPr>
          <p:cNvPr id="9" name="data-choice">
            <a:extLst xmlns:a="http://schemas.openxmlformats.org/drawingml/2006/main">
              <a:ext uri="{FF2B5EF4-FFF2-40B4-BE49-F238E27FC236}">
                <a16:creationId xmlns:a16="http://schemas.microsoft.com/office/drawing/2014/main" id="{2CE1B005-0644-4554-9A62-EB9D98D314DC}"/>
              </a:ext>
            </a:extLst>
          </p:cNvPr>
          <p:cNvSpPr>
            <a:spLocks xmlns:a="http://schemas.openxmlformats.org/drawingml/2006/main" noGrp="1"/>
          </p:cNvSpPr>
          <p:nvPr/>
        </p:nvSpPr>
        <p:spPr>
          <a:xfrm xmlns:a="http://schemas.openxmlformats.org/drawingml/2006/main">
            <a:off x="8715375" y="1838325"/>
            <a:ext cx="3057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15740"/>
                </a:solidFill>
                <a:latin typeface="Arial"/>
                <a:ea typeface="Microsoft YaHei"/>
                <a:cs typeface="Arial"/>
              </a:defRPr>
            </a:defPPr>
            <a:lvl1pPr>
              <a:defRPr sz="1800" b="1">
                <a:solidFill>
                  <a:srgbClr val="115740"/>
                </a:solidFill>
                <a:latin typeface="Arial"/>
                <a:ea typeface="Microsoft YaHei"/>
                <a:cs typeface="Arial"/>
              </a:defRPr>
            </a:lvl1pPr>
            <a:lvl2pPr>
              <a:defRPr sz="1800" b="1">
                <a:solidFill>
                  <a:srgbClr val="115740"/>
                </a:solidFill>
                <a:latin typeface="Arial"/>
                <a:ea typeface="Microsoft YaHei"/>
                <a:cs typeface="Arial"/>
              </a:defRPr>
            </a:lvl2pPr>
            <a:lvl3pPr>
              <a:defRPr sz="1800" b="1">
                <a:solidFill>
                  <a:srgbClr val="115740"/>
                </a:solidFill>
                <a:latin typeface="Arial"/>
                <a:ea typeface="Microsoft YaHei"/>
                <a:cs typeface="Arial"/>
              </a:defRPr>
            </a:lvl3pPr>
            <a:lvl4pPr>
              <a:defRPr sz="1800" b="1">
                <a:solidFill>
                  <a:srgbClr val="115740"/>
                </a:solidFill>
                <a:latin typeface="Arial"/>
                <a:ea typeface="Microsoft YaHei"/>
                <a:cs typeface="Arial"/>
              </a:defRPr>
            </a:lvl4pPr>
            <a:lvl5pPr>
              <a:defRPr sz="1800" b="1">
                <a:solidFill>
                  <a:srgbClr val="115740"/>
                </a:solidFill>
                <a:latin typeface="Arial"/>
                <a:ea typeface="Microsoft YaHei"/>
                <a:cs typeface="Arial"/>
              </a:defRPr>
            </a:lvl5pPr>
            <a:lvl6pPr>
              <a:defRPr sz="1800" b="1">
                <a:solidFill>
                  <a:srgbClr val="115740"/>
                </a:solidFill>
                <a:latin typeface="Arial"/>
                <a:ea typeface="Microsoft YaHei"/>
                <a:cs typeface="Arial"/>
              </a:defRPr>
            </a:lvl6pPr>
            <a:lvl7pPr>
              <a:defRPr sz="1800" b="1">
                <a:solidFill>
                  <a:srgbClr val="115740"/>
                </a:solidFill>
                <a:latin typeface="Arial"/>
                <a:ea typeface="Microsoft YaHei"/>
                <a:cs typeface="Arial"/>
              </a:defRPr>
            </a:lvl7pPr>
            <a:lvl8pPr>
              <a:defRPr sz="1800" b="1">
                <a:solidFill>
                  <a:srgbClr val="115740"/>
                </a:solidFill>
                <a:latin typeface="Arial"/>
                <a:ea typeface="Microsoft YaHei"/>
                <a:cs typeface="Arial"/>
              </a:defRPr>
            </a:lvl8pPr>
            <a:lvl9pPr>
              <a:defRPr sz="1800" b="1">
                <a:solidFill>
                  <a:srgbClr val="115740"/>
                </a:solidFill>
                <a:latin typeface="Arial"/>
                <a:ea typeface="Microsoft YaHei"/>
                <a:cs typeface="Arial"/>
              </a:defRPr>
            </a:lvl9pPr>
          </a:lstStyle>
          <a:p xmlns:a="http://schemas.openxmlformats.org/drawingml/2006/main">
            <a:pPr>
              <a:defRPr sz="1800" b="1">
                <a:solidFill>
                  <a:srgbClr val="115740"/>
                </a:solidFill>
                <a:latin typeface="Arial"/>
                <a:ea typeface="Microsoft YaHei"/>
                <a:cs typeface="Arial"/>
              </a:defRPr>
            </a:pPr>
            <a:r>
              <a:rPr sz="1800" b="1">
                <a:solidFill>
                  <a:srgbClr val="115740"/>
                </a:solidFill>
                <a:latin typeface="Arial"/>
                <a:ea typeface="Microsoft YaHei"/>
                <a:cs typeface="Arial"/>
              </a:rPr>
              <a:t>数据规模可以折中</a:t>
            </a:r>
          </a:p>
        </p:txBody>
      </p:sp>
      <p:sp>
        <p:nvSpPr>
          <p:cNvPr id="10" name="data-choice-body">
            <a:extLst xmlns:a="http://schemas.openxmlformats.org/drawingml/2006/main">
              <a:ext uri="{FF2B5EF4-FFF2-40B4-BE49-F238E27FC236}">
                <a16:creationId xmlns:a16="http://schemas.microsoft.com/office/drawing/2014/main" id="{205E3396-105E-4ABA-97E3-97EB61575F63}"/>
              </a:ext>
            </a:extLst>
          </p:cNvPr>
          <p:cNvSpPr>
            <a:spLocks xmlns:a="http://schemas.openxmlformats.org/drawingml/2006/main" noGrp="1"/>
          </p:cNvSpPr>
          <p:nvPr/>
        </p:nvSpPr>
        <p:spPr>
          <a:xfrm xmlns:a="http://schemas.openxmlformats.org/drawingml/2006/main">
            <a:off x="8715375" y="2305050"/>
            <a:ext cx="30575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在该评测下，1M 图像已接近全量训练效果；论文默认仍使用全部 11M 图像。</a:t>
            </a:r>
          </a:p>
        </p:txBody>
      </p:sp>
      <p:sp>
        <p:nvSpPr>
          <p:cNvPr id="11" name="divider">
            <a:extLst xmlns:a="http://schemas.openxmlformats.org/drawingml/2006/main">
              <a:ext uri="{FF2B5EF4-FFF2-40B4-BE49-F238E27FC236}">
                <a16:creationId xmlns:a16="http://schemas.microsoft.com/office/drawing/2014/main" id="{498CD0DA-5B14-4607-81A1-4C41F07158FD}"/>
              </a:ext>
            </a:extLst>
          </p:cNvPr>
          <p:cNvSpPr>
            <a:spLocks xmlns:a="http://schemas.openxmlformats.org/drawingml/2006/main" noGrp="1"/>
          </p:cNvSpPr>
          <p:nvPr/>
        </p:nvSpPr>
        <p:spPr>
          <a:xfrm xmlns:a="http://schemas.openxmlformats.org/drawingml/2006/main">
            <a:off x="419100" y="4029075"/>
            <a:ext cx="11353800" cy="9525"/>
          </a:xfrm>
          <a:prstGeom xmlns:a="http://schemas.openxmlformats.org/drawingml/2006/main" prst="rect">
            <a:avLst/>
          </a:prstGeom>
          <a:solidFill xmlns:a="http://schemas.openxmlformats.org/drawingml/2006/main">
            <a:srgbClr val="CED7DB"/>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688020F6-B2D4-4050-8275-1E552BF406A0}"/>
              </a:ext>
            </a:extLst>
          </p:cNvPr>
          <p:cNvPicPr>
            <a:picLocks xmlns:a="http://schemas.openxmlformats.org/drawingml/2006/main" noChangeAspect="1"/>
          </p:cNvPicPr>
          <p:nvPr/>
        </p:nvPicPr>
        <p:blipFill>
          <a:blip xmlns:r="http://schemas.openxmlformats.org/officeDocument/2006/relationships" xmlns:a="http://schemas.openxmlformats.org/drawingml/2006/main" r:embed="Rcbfb1e8f157f464c"/>
          <a:stretch xmlns:a="http://schemas.openxmlformats.org/drawingml/2006/main"/>
        </p:blipFill>
        <p:spPr>
          <a:xfrm xmlns:a="http://schemas.openxmlformats.org/drawingml/2006/main">
            <a:off x="444382" y="4286250"/>
            <a:ext cx="4045185" cy="2047875"/>
          </a:xfrm>
          <a:prstGeom xmlns:a="http://schemas.openxmlformats.org/drawingml/2006/main" prst="rect">
            <a:avLst/>
          </a:prstGeom>
        </p:spPr>
      </p:pic>
      <p:sp>
        <p:nvSpPr>
          <p:cNvPr id="13" name="model-read">
            <a:extLst xmlns:a="http://schemas.openxmlformats.org/drawingml/2006/main">
              <a:ext uri="{FF2B5EF4-FFF2-40B4-BE49-F238E27FC236}">
                <a16:creationId xmlns:a16="http://schemas.microsoft.com/office/drawing/2014/main" id="{E6AD398E-706C-414F-8A43-A2DACB462833}"/>
              </a:ext>
            </a:extLst>
          </p:cNvPr>
          <p:cNvSpPr>
            <a:spLocks xmlns:a="http://schemas.openxmlformats.org/drawingml/2006/main" noGrp="1"/>
          </p:cNvSpPr>
          <p:nvPr/>
        </p:nvSpPr>
        <p:spPr>
          <a:xfrm xmlns:a="http://schemas.openxmlformats.org/drawingml/2006/main">
            <a:off x="5029200" y="4362450"/>
            <a:ext cx="3143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02554"/>
                </a:solidFill>
                <a:latin typeface="Arial"/>
                <a:ea typeface="Microsoft YaHei"/>
                <a:cs typeface="Arial"/>
              </a:defRPr>
            </a:defPPr>
            <a:lvl1pPr>
              <a:defRPr sz="1725" b="1">
                <a:solidFill>
                  <a:srgbClr val="002554"/>
                </a:solidFill>
                <a:latin typeface="Arial"/>
                <a:ea typeface="Microsoft YaHei"/>
                <a:cs typeface="Arial"/>
              </a:defRPr>
            </a:lvl1pPr>
            <a:lvl2pPr>
              <a:defRPr sz="1725" b="1">
                <a:solidFill>
                  <a:srgbClr val="002554"/>
                </a:solidFill>
                <a:latin typeface="Arial"/>
                <a:ea typeface="Microsoft YaHei"/>
                <a:cs typeface="Arial"/>
              </a:defRPr>
            </a:lvl2pPr>
            <a:lvl3pPr>
              <a:defRPr sz="1725" b="1">
                <a:solidFill>
                  <a:srgbClr val="002554"/>
                </a:solidFill>
                <a:latin typeface="Arial"/>
                <a:ea typeface="Microsoft YaHei"/>
                <a:cs typeface="Arial"/>
              </a:defRPr>
            </a:lvl3pPr>
            <a:lvl4pPr>
              <a:defRPr sz="1725" b="1">
                <a:solidFill>
                  <a:srgbClr val="002554"/>
                </a:solidFill>
                <a:latin typeface="Arial"/>
                <a:ea typeface="Microsoft YaHei"/>
                <a:cs typeface="Arial"/>
              </a:defRPr>
            </a:lvl4pPr>
            <a:lvl5pPr>
              <a:defRPr sz="1725" b="1">
                <a:solidFill>
                  <a:srgbClr val="002554"/>
                </a:solidFill>
                <a:latin typeface="Arial"/>
                <a:ea typeface="Microsoft YaHei"/>
                <a:cs typeface="Arial"/>
              </a:defRPr>
            </a:lvl5pPr>
            <a:lvl6pPr>
              <a:defRPr sz="1725" b="1">
                <a:solidFill>
                  <a:srgbClr val="002554"/>
                </a:solidFill>
                <a:latin typeface="Arial"/>
                <a:ea typeface="Microsoft YaHei"/>
                <a:cs typeface="Arial"/>
              </a:defRPr>
            </a:lvl6pPr>
            <a:lvl7pPr>
              <a:defRPr sz="1725" b="1">
                <a:solidFill>
                  <a:srgbClr val="002554"/>
                </a:solidFill>
                <a:latin typeface="Arial"/>
                <a:ea typeface="Microsoft YaHei"/>
                <a:cs typeface="Arial"/>
              </a:defRPr>
            </a:lvl7pPr>
            <a:lvl8pPr>
              <a:defRPr sz="1725" b="1">
                <a:solidFill>
                  <a:srgbClr val="002554"/>
                </a:solidFill>
                <a:latin typeface="Arial"/>
                <a:ea typeface="Microsoft YaHei"/>
                <a:cs typeface="Arial"/>
              </a:defRPr>
            </a:lvl8pPr>
            <a:lvl9pPr>
              <a:defRPr sz="1725" b="1">
                <a:solidFill>
                  <a:srgbClr val="002554"/>
                </a:solidFill>
                <a:latin typeface="Arial"/>
                <a:ea typeface="Microsoft YaHei"/>
                <a:cs typeface="Arial"/>
              </a:defRPr>
            </a:lvl9pPr>
          </a:lstStyle>
          <a:p xmlns:a="http://schemas.openxmlformats.org/drawingml/2006/main">
            <a:pPr>
              <a:defRPr sz="1725" b="1">
                <a:solidFill>
                  <a:srgbClr val="002554"/>
                </a:solidFill>
                <a:latin typeface="Arial"/>
                <a:ea typeface="Microsoft YaHei"/>
                <a:cs typeface="Arial"/>
              </a:defRPr>
            </a:pPr>
            <a:r>
              <a:rPr sz="1725" b="1">
                <a:solidFill>
                  <a:srgbClr val="002554"/>
                </a:solidFill>
                <a:latin typeface="Arial"/>
                <a:ea typeface="Microsoft YaHei"/>
                <a:cs typeface="Arial"/>
              </a:rPr>
              <a:t>ViT-B → ViT-H：明显改善</a:t>
            </a:r>
          </a:p>
          <a:p xmlns:a="http://schemas.openxmlformats.org/drawingml/2006/main">
            <a:pPr>
              <a:defRPr sz="1725" b="1">
                <a:solidFill>
                  <a:srgbClr val="002554"/>
                </a:solidFill>
                <a:latin typeface="Arial"/>
                <a:ea typeface="Microsoft YaHei"/>
                <a:cs typeface="Arial"/>
              </a:defRPr>
            </a:pPr>
            <a:r>
              <a:rPr sz="1725" b="1">
                <a:solidFill>
                  <a:srgbClr val="002554"/>
                </a:solidFill>
                <a:latin typeface="Arial"/>
                <a:ea typeface="Microsoft YaHei"/>
                <a:cs typeface="Arial"/>
              </a:rPr>
              <a:t>ViT-L → ViT-H：增益有限</a:t>
            </a:r>
          </a:p>
        </p:txBody>
      </p:sp>
      <p:sp>
        <p:nvSpPr>
          <p:cNvPr id="14" name="model-infer">
            <a:extLst xmlns:a="http://schemas.openxmlformats.org/drawingml/2006/main">
              <a:ext uri="{FF2B5EF4-FFF2-40B4-BE49-F238E27FC236}">
                <a16:creationId xmlns:a16="http://schemas.microsoft.com/office/drawing/2014/main" id="{5EA6B2DC-64B9-49A2-9839-A61415C02861}"/>
              </a:ext>
            </a:extLst>
          </p:cNvPr>
          <p:cNvSpPr>
            <a:spLocks xmlns:a="http://schemas.openxmlformats.org/drawingml/2006/main" noGrp="1"/>
          </p:cNvSpPr>
          <p:nvPr/>
        </p:nvSpPr>
        <p:spPr>
          <a:xfrm xmlns:a="http://schemas.openxmlformats.org/drawingml/2006/main">
            <a:off x="5029200" y="5248275"/>
            <a:ext cx="31432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参数规模增长不保证同等幅度</a:t>
            </a:r>
          </a:p>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的性能增长。图中只测 mIoU，</a:t>
            </a:r>
          </a:p>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没有给出部署延迟比较。</a:t>
            </a:r>
          </a:p>
        </p:txBody>
      </p:sp>
      <p:sp>
        <p:nvSpPr>
          <p:cNvPr id="15" name="relation">
            <a:extLst xmlns:a="http://schemas.openxmlformats.org/drawingml/2006/main">
              <a:ext uri="{FF2B5EF4-FFF2-40B4-BE49-F238E27FC236}">
                <a16:creationId xmlns:a16="http://schemas.microsoft.com/office/drawing/2014/main" id="{1C057B98-5747-4CB3-9A38-10EFE012533D}"/>
              </a:ext>
            </a:extLst>
          </p:cNvPr>
          <p:cNvSpPr>
            <a:spLocks xmlns:a="http://schemas.openxmlformats.org/drawingml/2006/main" noGrp="1"/>
          </p:cNvSpPr>
          <p:nvPr/>
        </p:nvSpPr>
        <p:spPr>
          <a:xfrm xmlns:a="http://schemas.openxmlformats.org/drawingml/2006/main">
            <a:off x="8277225" y="5048250"/>
            <a:ext cx="30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15740"/>
                </a:solidFill>
                <a:latin typeface="Arial"/>
                <a:ea typeface="Microsoft YaHei"/>
                <a:cs typeface="Arial"/>
              </a:defRPr>
            </a:defPPr>
            <a:lvl1pPr>
              <a:defRPr sz="2100" b="1">
                <a:solidFill>
                  <a:srgbClr val="115740"/>
                </a:solidFill>
                <a:latin typeface="Arial"/>
                <a:ea typeface="Microsoft YaHei"/>
                <a:cs typeface="Arial"/>
              </a:defRPr>
            </a:lvl1pPr>
            <a:lvl2pPr>
              <a:defRPr sz="2100" b="1">
                <a:solidFill>
                  <a:srgbClr val="115740"/>
                </a:solidFill>
                <a:latin typeface="Arial"/>
                <a:ea typeface="Microsoft YaHei"/>
                <a:cs typeface="Arial"/>
              </a:defRPr>
            </a:lvl2pPr>
            <a:lvl3pPr>
              <a:defRPr sz="2100" b="1">
                <a:solidFill>
                  <a:srgbClr val="115740"/>
                </a:solidFill>
                <a:latin typeface="Arial"/>
                <a:ea typeface="Microsoft YaHei"/>
                <a:cs typeface="Arial"/>
              </a:defRPr>
            </a:lvl3pPr>
            <a:lvl4pPr>
              <a:defRPr sz="2100" b="1">
                <a:solidFill>
                  <a:srgbClr val="115740"/>
                </a:solidFill>
                <a:latin typeface="Arial"/>
                <a:ea typeface="Microsoft YaHei"/>
                <a:cs typeface="Arial"/>
              </a:defRPr>
            </a:lvl4pPr>
            <a:lvl5pPr>
              <a:defRPr sz="2100" b="1">
                <a:solidFill>
                  <a:srgbClr val="115740"/>
                </a:solidFill>
                <a:latin typeface="Arial"/>
                <a:ea typeface="Microsoft YaHei"/>
                <a:cs typeface="Arial"/>
              </a:defRPr>
            </a:lvl5pPr>
            <a:lvl6pPr>
              <a:defRPr sz="2100" b="1">
                <a:solidFill>
                  <a:srgbClr val="115740"/>
                </a:solidFill>
                <a:latin typeface="Arial"/>
                <a:ea typeface="Microsoft YaHei"/>
                <a:cs typeface="Arial"/>
              </a:defRPr>
            </a:lvl6pPr>
            <a:lvl7pPr>
              <a:defRPr sz="2100" b="1">
                <a:solidFill>
                  <a:srgbClr val="115740"/>
                </a:solidFill>
                <a:latin typeface="Arial"/>
                <a:ea typeface="Microsoft YaHei"/>
                <a:cs typeface="Arial"/>
              </a:defRPr>
            </a:lvl7pPr>
            <a:lvl8pPr>
              <a:defRPr sz="2100" b="1">
                <a:solidFill>
                  <a:srgbClr val="115740"/>
                </a:solidFill>
                <a:latin typeface="Arial"/>
                <a:ea typeface="Microsoft YaHei"/>
                <a:cs typeface="Arial"/>
              </a:defRPr>
            </a:lvl8pPr>
            <a:lvl9pPr>
              <a:defRPr sz="2100" b="1">
                <a:solidFill>
                  <a:srgbClr val="115740"/>
                </a:solidFill>
                <a:latin typeface="Arial"/>
                <a:ea typeface="Microsoft YaHei"/>
                <a:cs typeface="Arial"/>
              </a:defRPr>
            </a:lvl9pPr>
          </a:lstStyle>
          <a:p xmlns:a="http://schemas.openxmlformats.org/drawingml/2006/main">
            <a:pPr>
              <a:defRPr sz="2100" b="1">
                <a:solidFill>
                  <a:srgbClr val="115740"/>
                </a:solidFill>
                <a:latin typeface="Arial"/>
                <a:ea typeface="Microsoft YaHei"/>
                <a:cs typeface="Arial"/>
              </a:defRPr>
            </a:pPr>
            <a:r>
              <a:rPr sz="2100" b="1">
                <a:solidFill>
                  <a:srgbClr val="115740"/>
                </a:solidFill>
                <a:latin typeface="Arial"/>
                <a:ea typeface="Microsoft YaHei"/>
                <a:cs typeface="Arial"/>
              </a:rPr>
              <a:t>→</a:t>
            </a:r>
          </a:p>
        </p:txBody>
      </p:sp>
      <p:sp>
        <p:nvSpPr>
          <p:cNvPr id="16" name="model-choice">
            <a:extLst xmlns:a="http://schemas.openxmlformats.org/drawingml/2006/main">
              <a:ext uri="{FF2B5EF4-FFF2-40B4-BE49-F238E27FC236}">
                <a16:creationId xmlns:a16="http://schemas.microsoft.com/office/drawing/2014/main" id="{8174E70C-F4DC-47F8-BDFD-EA6A11B993C6}"/>
              </a:ext>
            </a:extLst>
          </p:cNvPr>
          <p:cNvSpPr>
            <a:spLocks xmlns:a="http://schemas.openxmlformats.org/drawingml/2006/main" noGrp="1"/>
          </p:cNvSpPr>
          <p:nvPr/>
        </p:nvSpPr>
        <p:spPr>
          <a:xfrm xmlns:a="http://schemas.openxmlformats.org/drawingml/2006/main">
            <a:off x="8715375" y="4362450"/>
            <a:ext cx="30575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1">
                <a:solidFill>
                  <a:srgbClr val="115740"/>
                </a:solidFill>
                <a:latin typeface="Arial"/>
                <a:ea typeface="Microsoft YaHei"/>
                <a:cs typeface="Arial"/>
              </a:defRPr>
            </a:defPPr>
            <a:lvl1pPr>
              <a:defRPr sz="1800" b="1">
                <a:solidFill>
                  <a:srgbClr val="115740"/>
                </a:solidFill>
                <a:latin typeface="Arial"/>
                <a:ea typeface="Microsoft YaHei"/>
                <a:cs typeface="Arial"/>
              </a:defRPr>
            </a:lvl1pPr>
            <a:lvl2pPr>
              <a:defRPr sz="1800" b="1">
                <a:solidFill>
                  <a:srgbClr val="115740"/>
                </a:solidFill>
                <a:latin typeface="Arial"/>
                <a:ea typeface="Microsoft YaHei"/>
                <a:cs typeface="Arial"/>
              </a:defRPr>
            </a:lvl2pPr>
            <a:lvl3pPr>
              <a:defRPr sz="1800" b="1">
                <a:solidFill>
                  <a:srgbClr val="115740"/>
                </a:solidFill>
                <a:latin typeface="Arial"/>
                <a:ea typeface="Microsoft YaHei"/>
                <a:cs typeface="Arial"/>
              </a:defRPr>
            </a:lvl3pPr>
            <a:lvl4pPr>
              <a:defRPr sz="1800" b="1">
                <a:solidFill>
                  <a:srgbClr val="115740"/>
                </a:solidFill>
                <a:latin typeface="Arial"/>
                <a:ea typeface="Microsoft YaHei"/>
                <a:cs typeface="Arial"/>
              </a:defRPr>
            </a:lvl4pPr>
            <a:lvl5pPr>
              <a:defRPr sz="1800" b="1">
                <a:solidFill>
                  <a:srgbClr val="115740"/>
                </a:solidFill>
                <a:latin typeface="Arial"/>
                <a:ea typeface="Microsoft YaHei"/>
                <a:cs typeface="Arial"/>
              </a:defRPr>
            </a:lvl5pPr>
            <a:lvl6pPr>
              <a:defRPr sz="1800" b="1">
                <a:solidFill>
                  <a:srgbClr val="115740"/>
                </a:solidFill>
                <a:latin typeface="Arial"/>
                <a:ea typeface="Microsoft YaHei"/>
                <a:cs typeface="Arial"/>
              </a:defRPr>
            </a:lvl6pPr>
            <a:lvl7pPr>
              <a:defRPr sz="1800" b="1">
                <a:solidFill>
                  <a:srgbClr val="115740"/>
                </a:solidFill>
                <a:latin typeface="Arial"/>
                <a:ea typeface="Microsoft YaHei"/>
                <a:cs typeface="Arial"/>
              </a:defRPr>
            </a:lvl7pPr>
            <a:lvl8pPr>
              <a:defRPr sz="1800" b="1">
                <a:solidFill>
                  <a:srgbClr val="115740"/>
                </a:solidFill>
                <a:latin typeface="Arial"/>
                <a:ea typeface="Microsoft YaHei"/>
                <a:cs typeface="Arial"/>
              </a:defRPr>
            </a:lvl8pPr>
            <a:lvl9pPr>
              <a:defRPr sz="1800" b="1">
                <a:solidFill>
                  <a:srgbClr val="115740"/>
                </a:solidFill>
                <a:latin typeface="Arial"/>
                <a:ea typeface="Microsoft YaHei"/>
                <a:cs typeface="Arial"/>
              </a:defRPr>
            </a:lvl9pPr>
          </a:lstStyle>
          <a:p xmlns:a="http://schemas.openxmlformats.org/drawingml/2006/main">
            <a:pPr>
              <a:defRPr sz="1800" b="1">
                <a:solidFill>
                  <a:srgbClr val="115740"/>
                </a:solidFill>
                <a:latin typeface="Arial"/>
                <a:ea typeface="Microsoft YaHei"/>
                <a:cs typeface="Arial"/>
              </a:defRPr>
            </a:pPr>
            <a:r>
              <a:rPr sz="1800" b="1">
                <a:solidFill>
                  <a:srgbClr val="115740"/>
                </a:solidFill>
                <a:latin typeface="Arial"/>
                <a:ea typeface="Microsoft YaHei"/>
                <a:cs typeface="Arial"/>
              </a:rPr>
              <a:t>按资源选择编码器</a:t>
            </a:r>
          </a:p>
        </p:txBody>
      </p:sp>
      <p:sp>
        <p:nvSpPr>
          <p:cNvPr id="17" name="model-choice-body">
            <a:extLst xmlns:a="http://schemas.openxmlformats.org/drawingml/2006/main">
              <a:ext uri="{FF2B5EF4-FFF2-40B4-BE49-F238E27FC236}">
                <a16:creationId xmlns:a16="http://schemas.microsoft.com/office/drawing/2014/main" id="{C8EE63D0-8836-419D-8370-48BCEABDC6E6}"/>
              </a:ext>
            </a:extLst>
          </p:cNvPr>
          <p:cNvSpPr>
            <a:spLocks xmlns:a="http://schemas.openxmlformats.org/drawingml/2006/main" noGrp="1"/>
          </p:cNvSpPr>
          <p:nvPr/>
        </p:nvSpPr>
        <p:spPr>
          <a:xfrm xmlns:a="http://schemas.openxmlformats.org/drawingml/2006/main">
            <a:off x="8715375" y="4829175"/>
            <a:ext cx="30575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较小编码器可用于资源受限条件；实际速度与显存仍需另测，不能由参数量直接替代。</a:t>
            </a:r>
          </a:p>
        </p:txBody>
      </p:sp>
      <p:sp>
        <p:nvSpPr>
          <p:cNvPr id="18" name="source">
            <a:extLst xmlns:a="http://schemas.openxmlformats.org/drawingml/2006/main">
              <a:ext uri="{FF2B5EF4-FFF2-40B4-BE49-F238E27FC236}">
                <a16:creationId xmlns:a16="http://schemas.microsoft.com/office/drawing/2014/main" id="{6D52E595-4B4A-43CB-B838-1FBBB4876AB5}"/>
              </a:ext>
            </a:extLst>
          </p:cNvPr>
          <p:cNvSpPr>
            <a:spLocks xmlns:a="http://schemas.openxmlformats.org/drawingml/2006/main" noGrp="1"/>
          </p:cNvSpPr>
          <p:nvPr/>
        </p:nvSpPr>
        <p:spPr>
          <a:xfrm xmlns:a="http://schemas.openxmlformats.org/drawingml/2006/main">
            <a:off x="419100" y="6429375"/>
            <a:ext cx="1095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050" b="0">
                <a:solidFill>
                  <a:srgbClr val="647580"/>
                </a:solidFill>
                <a:latin typeface="Arial"/>
                <a:ea typeface="Microsoft YaHei"/>
                <a:cs typeface="Arial"/>
              </a:defRPr>
            </a:defPPr>
            <a:lvl1pPr>
              <a:defRPr sz="1050" b="0">
                <a:solidFill>
                  <a:srgbClr val="647580"/>
                </a:solidFill>
                <a:latin typeface="Arial"/>
                <a:ea typeface="Microsoft YaHei"/>
                <a:cs typeface="Arial"/>
              </a:defRPr>
            </a:lvl1pPr>
            <a:lvl2pPr>
              <a:defRPr sz="1050" b="0">
                <a:solidFill>
                  <a:srgbClr val="647580"/>
                </a:solidFill>
                <a:latin typeface="Arial"/>
                <a:ea typeface="Microsoft YaHei"/>
                <a:cs typeface="Arial"/>
              </a:defRPr>
            </a:lvl2pPr>
            <a:lvl3pPr>
              <a:defRPr sz="1050" b="0">
                <a:solidFill>
                  <a:srgbClr val="647580"/>
                </a:solidFill>
                <a:latin typeface="Arial"/>
                <a:ea typeface="Microsoft YaHei"/>
                <a:cs typeface="Arial"/>
              </a:defRPr>
            </a:lvl3pPr>
            <a:lvl4pPr>
              <a:defRPr sz="1050" b="0">
                <a:solidFill>
                  <a:srgbClr val="647580"/>
                </a:solidFill>
                <a:latin typeface="Arial"/>
                <a:ea typeface="Microsoft YaHei"/>
                <a:cs typeface="Arial"/>
              </a:defRPr>
            </a:lvl4pPr>
            <a:lvl5pPr>
              <a:defRPr sz="1050" b="0">
                <a:solidFill>
                  <a:srgbClr val="647580"/>
                </a:solidFill>
                <a:latin typeface="Arial"/>
                <a:ea typeface="Microsoft YaHei"/>
                <a:cs typeface="Arial"/>
              </a:defRPr>
            </a:lvl5pPr>
            <a:lvl6pPr>
              <a:defRPr sz="1050" b="0">
                <a:solidFill>
                  <a:srgbClr val="647580"/>
                </a:solidFill>
                <a:latin typeface="Arial"/>
                <a:ea typeface="Microsoft YaHei"/>
                <a:cs typeface="Arial"/>
              </a:defRPr>
            </a:lvl6pPr>
            <a:lvl7pPr>
              <a:defRPr sz="1050" b="0">
                <a:solidFill>
                  <a:srgbClr val="647580"/>
                </a:solidFill>
                <a:latin typeface="Arial"/>
                <a:ea typeface="Microsoft YaHei"/>
                <a:cs typeface="Arial"/>
              </a:defRPr>
            </a:lvl7pPr>
            <a:lvl8pPr>
              <a:defRPr sz="1050" b="0">
                <a:solidFill>
                  <a:srgbClr val="647580"/>
                </a:solidFill>
                <a:latin typeface="Arial"/>
                <a:ea typeface="Microsoft YaHei"/>
                <a:cs typeface="Arial"/>
              </a:defRPr>
            </a:lvl8pPr>
            <a:lvl9pPr>
              <a:defRPr sz="1050" b="0">
                <a:solidFill>
                  <a:srgbClr val="647580"/>
                </a:solidFill>
                <a:latin typeface="Arial"/>
                <a:ea typeface="Microsoft YaHei"/>
                <a:cs typeface="Arial"/>
              </a:defRPr>
            </a:lvl9pPr>
          </a:lstStyle>
          <a:p xmlns:a="http://schemas.openxmlformats.org/drawingml/2006/main">
            <a:pPr>
              <a:defRPr sz="1050" b="0">
                <a:solidFill>
                  <a:srgbClr val="647580"/>
                </a:solidFill>
                <a:latin typeface="Arial"/>
                <a:ea typeface="Microsoft YaHei"/>
                <a:cs typeface="Arial"/>
              </a:defRPr>
            </a:pPr>
            <a:r>
              <a:rPr sz="1050" b="0">
                <a:solidFill>
                  <a:srgbClr val="647580"/>
                </a:solidFill>
                <a:latin typeface="Arial"/>
                <a:ea typeface="Microsoft YaHei"/>
                <a:cs typeface="Arial"/>
              </a:rPr>
              <a:t>Kirillov et al., ICCV 2023, §7.6、Figure 13 中 / 右；均在 23 数据集评测，oracle 为按真值选择最佳候选</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6</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1863112542"/>
      </p:ext>
    </p:extLst>
  </p:cSld>
</p:sld>
</file>

<file path=ppt/slides/fidelity-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3" name="PAGE_TITLE">
            <a:extLst xmlns:a="http://schemas.openxmlformats.org/drawingml/2006/main">
              <a:ext uri="{FF2B5EF4-FFF2-40B4-BE49-F238E27FC236}">
                <a16:creationId xmlns:a16="http://schemas.microsoft.com/office/drawing/2014/main" id="{7206B16B-6F11-4F35-BBCF-FCB209AE2DD9}"/>
              </a:ext>
            </a:extLst>
          </p:cNvPr>
          <p:cNvSpPr>
            <a:spLocks xmlns:a="http://schemas.openxmlformats.org/drawingml/2006/main" noGrp="1"/>
          </p:cNvSpPr>
          <p:nvPr/>
        </p:nvSpPr>
        <p:spPr>
          <a:xfrm xmlns:a="http://schemas.openxmlformats.org/drawingml/2006/main">
            <a:off x="790575" y="371475"/>
            <a:ext cx="9001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22257C"/>
                </a:solidFill>
                <a:latin typeface="Arial"/>
                <a:ea typeface="Microsoft YaHei"/>
                <a:cs typeface="Arial"/>
              </a:defRPr>
            </a:defPPr>
            <a:lvl1pPr algn="l">
              <a:defRPr sz="3225" b="1">
                <a:solidFill>
                  <a:srgbClr val="22257C"/>
                </a:solidFill>
                <a:latin typeface="Arial"/>
                <a:ea typeface="Microsoft YaHei"/>
                <a:cs typeface="Arial"/>
              </a:defRPr>
            </a:lvl1pPr>
            <a:lvl2pPr algn="l">
              <a:defRPr sz="3225" b="1">
                <a:solidFill>
                  <a:srgbClr val="22257C"/>
                </a:solidFill>
                <a:latin typeface="Arial"/>
                <a:ea typeface="Microsoft YaHei"/>
                <a:cs typeface="Arial"/>
              </a:defRPr>
            </a:lvl2pPr>
            <a:lvl3pPr algn="l">
              <a:defRPr sz="3225" b="1">
                <a:solidFill>
                  <a:srgbClr val="22257C"/>
                </a:solidFill>
                <a:latin typeface="Arial"/>
                <a:ea typeface="Microsoft YaHei"/>
                <a:cs typeface="Arial"/>
              </a:defRPr>
            </a:lvl3pPr>
            <a:lvl4pPr algn="l">
              <a:defRPr sz="3225" b="1">
                <a:solidFill>
                  <a:srgbClr val="22257C"/>
                </a:solidFill>
                <a:latin typeface="Arial"/>
                <a:ea typeface="Microsoft YaHei"/>
                <a:cs typeface="Arial"/>
              </a:defRPr>
            </a:lvl4pPr>
            <a:lvl5pPr algn="l">
              <a:defRPr sz="3225" b="1">
                <a:solidFill>
                  <a:srgbClr val="22257C"/>
                </a:solidFill>
                <a:latin typeface="Arial"/>
                <a:ea typeface="Microsoft YaHei"/>
                <a:cs typeface="Arial"/>
              </a:defRPr>
            </a:lvl5pPr>
            <a:lvl6pPr algn="l">
              <a:defRPr sz="3225" b="1">
                <a:solidFill>
                  <a:srgbClr val="22257C"/>
                </a:solidFill>
                <a:latin typeface="Arial"/>
                <a:ea typeface="Microsoft YaHei"/>
                <a:cs typeface="Arial"/>
              </a:defRPr>
            </a:lvl6pPr>
            <a:lvl7pPr algn="l">
              <a:defRPr sz="3225" b="1">
                <a:solidFill>
                  <a:srgbClr val="22257C"/>
                </a:solidFill>
                <a:latin typeface="Arial"/>
                <a:ea typeface="Microsoft YaHei"/>
                <a:cs typeface="Arial"/>
              </a:defRPr>
            </a:lvl7pPr>
            <a:lvl8pPr algn="l">
              <a:defRPr sz="3225" b="1">
                <a:solidFill>
                  <a:srgbClr val="22257C"/>
                </a:solidFill>
                <a:latin typeface="Arial"/>
                <a:ea typeface="Microsoft YaHei"/>
                <a:cs typeface="Arial"/>
              </a:defRPr>
            </a:lvl8pPr>
            <a:lvl9pPr algn="l">
              <a:defRPr sz="3225" b="1">
                <a:solidFill>
                  <a:srgbClr val="22257C"/>
                </a:solidFill>
                <a:latin typeface="Arial"/>
                <a:ea typeface="Microsoft YaHei"/>
                <a:cs typeface="Arial"/>
              </a:defRPr>
            </a:lvl9pPr>
          </a:lstStyle>
          <a:p xmlns:a="http://schemas.openxmlformats.org/drawingml/2006/main">
            <a:pPr algn="l">
              <a:defRPr sz="3225" b="1">
                <a:solidFill>
                  <a:srgbClr val="22257C"/>
                </a:solidFill>
                <a:latin typeface="Arial"/>
                <a:ea typeface="Microsoft YaHei"/>
                <a:cs typeface="Arial"/>
              </a:defRPr>
            </a:pPr>
            <a:r>
              <a:rPr sz="3225" b="1">
                <a:solidFill>
                  <a:srgbClr val="22257C"/>
                </a:solidFill>
                <a:latin typeface="Arial"/>
                <a:ea typeface="Microsoft YaHei"/>
                <a:cs typeface="Arial"/>
              </a:rPr>
              <a:t>1.1  可提示分割的研究背景</a:t>
            </a:r>
          </a:p>
        </p:txBody>
      </p:sp>
      <p:sp>
        <p:nvSpPr>
          <p:cNvPr id="2" name="页眉分隔">
            <a:extLst xmlns:a="http://schemas.openxmlformats.org/drawingml/2006/main">
              <a:ext uri="{FF2B5EF4-FFF2-40B4-BE49-F238E27FC236}">
                <a16:creationId xmlns:a16="http://schemas.microsoft.com/office/drawing/2014/main" id="{CE55773C-FC5B-40DF-9827-74D27478D4A4}"/>
              </a:ext>
            </a:extLst>
          </p:cNvPr>
          <p:cNvSpPr>
            <a:spLocks xmlns:a="http://schemas.openxmlformats.org/drawingml/2006/main" noGrp="1"/>
          </p:cNvSpPr>
          <p:nvPr/>
        </p:nvSpPr>
        <p:spPr>
          <a:xfrm xmlns:a="http://schemas.openxmlformats.org/drawingml/2006/main">
            <a:off x="0" y="1014413"/>
            <a:ext cx="12192000" cy="953"/>
          </a:xfrm>
          <a:custGeom xmlns:a="http://schemas.openxmlformats.org/drawingml/2006/main">
            <a:pathLst>
              <a:path w="12192000" h="953">
                <a:moveTo>
                  <a:pt x="0" y="0"/>
                </a:moveTo>
                <a:lnTo>
                  <a:pt x="12192000" y="0"/>
                </a:lnTo>
              </a:path>
            </a:pathLst>
          </a:custGeom>
          <a:noFill xmlns:a="http://schemas.openxmlformats.org/drawingml/2006/main"/>
          <a:ln xmlns:a="http://schemas.openxmlformats.org/drawingml/2006/main" w="8573">
            <a:solidFill>
              <a:srgbClr val="22257C"/>
            </a:solidFill>
            <a:prstDash val="solid"/>
          </a:ln>
        </p:spPr>
      </p:sp>
      <p:sp>
        <p:nvSpPr>
          <p:cNvPr id="3" name="左区标题">
            <a:extLst xmlns:a="http://schemas.openxmlformats.org/drawingml/2006/main">
              <a:ext uri="{FF2B5EF4-FFF2-40B4-BE49-F238E27FC236}">
                <a16:creationId xmlns:a16="http://schemas.microsoft.com/office/drawing/2014/main" id="{27C2EB6C-4893-4A9D-8C56-34BB585C5551}"/>
              </a:ext>
            </a:extLst>
          </p:cNvPr>
          <p:cNvSpPr>
            <a:spLocks xmlns:a="http://schemas.openxmlformats.org/drawingml/2006/main" noGrp="1"/>
          </p:cNvSpPr>
          <p:nvPr/>
        </p:nvSpPr>
        <p:spPr>
          <a:xfrm xmlns:a="http://schemas.openxmlformats.org/drawingml/2006/main">
            <a:off x="742950" y="1333500"/>
            <a:ext cx="442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025" b="1">
                <a:solidFill>
                  <a:srgbClr val="111111"/>
                </a:solidFill>
                <a:latin typeface="Arial"/>
                <a:ea typeface="Microsoft YaHei"/>
                <a:cs typeface="Arial"/>
              </a:defRPr>
            </a:defPPr>
            <a:lvl1pPr algn="ctr">
              <a:defRPr sz="2025" b="1">
                <a:solidFill>
                  <a:srgbClr val="111111"/>
                </a:solidFill>
                <a:latin typeface="Arial"/>
                <a:ea typeface="Microsoft YaHei"/>
                <a:cs typeface="Arial"/>
              </a:defRPr>
            </a:lvl1pPr>
            <a:lvl2pPr algn="ctr">
              <a:defRPr sz="2025" b="1">
                <a:solidFill>
                  <a:srgbClr val="111111"/>
                </a:solidFill>
                <a:latin typeface="Arial"/>
                <a:ea typeface="Microsoft YaHei"/>
                <a:cs typeface="Arial"/>
              </a:defRPr>
            </a:lvl2pPr>
            <a:lvl3pPr algn="ctr">
              <a:defRPr sz="2025" b="1">
                <a:solidFill>
                  <a:srgbClr val="111111"/>
                </a:solidFill>
                <a:latin typeface="Arial"/>
                <a:ea typeface="Microsoft YaHei"/>
                <a:cs typeface="Arial"/>
              </a:defRPr>
            </a:lvl3pPr>
            <a:lvl4pPr algn="ctr">
              <a:defRPr sz="2025" b="1">
                <a:solidFill>
                  <a:srgbClr val="111111"/>
                </a:solidFill>
                <a:latin typeface="Arial"/>
                <a:ea typeface="Microsoft YaHei"/>
                <a:cs typeface="Arial"/>
              </a:defRPr>
            </a:lvl4pPr>
            <a:lvl5pPr algn="ctr">
              <a:defRPr sz="2025" b="1">
                <a:solidFill>
                  <a:srgbClr val="111111"/>
                </a:solidFill>
                <a:latin typeface="Arial"/>
                <a:ea typeface="Microsoft YaHei"/>
                <a:cs typeface="Arial"/>
              </a:defRPr>
            </a:lvl5pPr>
            <a:lvl6pPr algn="ctr">
              <a:defRPr sz="2025" b="1">
                <a:solidFill>
                  <a:srgbClr val="111111"/>
                </a:solidFill>
                <a:latin typeface="Arial"/>
                <a:ea typeface="Microsoft YaHei"/>
                <a:cs typeface="Arial"/>
              </a:defRPr>
            </a:lvl6pPr>
            <a:lvl7pPr algn="ctr">
              <a:defRPr sz="2025" b="1">
                <a:solidFill>
                  <a:srgbClr val="111111"/>
                </a:solidFill>
                <a:latin typeface="Arial"/>
                <a:ea typeface="Microsoft YaHei"/>
                <a:cs typeface="Arial"/>
              </a:defRPr>
            </a:lvl7pPr>
            <a:lvl8pPr algn="ctr">
              <a:defRPr sz="2025" b="1">
                <a:solidFill>
                  <a:srgbClr val="111111"/>
                </a:solidFill>
                <a:latin typeface="Arial"/>
                <a:ea typeface="Microsoft YaHei"/>
                <a:cs typeface="Arial"/>
              </a:defRPr>
            </a:lvl8pPr>
            <a:lvl9pPr algn="ctr">
              <a:defRPr sz="2025" b="1">
                <a:solidFill>
                  <a:srgbClr val="111111"/>
                </a:solidFill>
                <a:latin typeface="Arial"/>
                <a:ea typeface="Microsoft YaHei"/>
                <a:cs typeface="Arial"/>
              </a:defRPr>
            </a:lvl9pPr>
          </a:lstStyle>
          <a:p xmlns:a="http://schemas.openxmlformats.org/drawingml/2006/main">
            <a:pPr algn="ctr">
              <a:defRPr sz="2025" b="1">
                <a:solidFill>
                  <a:srgbClr val="111111"/>
                </a:solidFill>
                <a:latin typeface="Arial"/>
                <a:ea typeface="Microsoft YaHei"/>
                <a:cs typeface="Arial"/>
              </a:defRPr>
            </a:pPr>
            <a:r>
              <a:rPr sz="2025" b="1">
                <a:solidFill>
                  <a:srgbClr val="111111"/>
                </a:solidFill>
                <a:latin typeface="Arial"/>
                <a:ea typeface="Microsoft YaHei"/>
                <a:cs typeface="Arial"/>
              </a:rPr>
              <a:t>不同使用方式需要明确分割对象</a:t>
            </a:r>
          </a:p>
        </p:txBody>
      </p:sp>
      <p:sp>
        <p:nvSpPr>
          <p:cNvPr id="4" name="输入区边界">
            <a:extLst xmlns:a="http://schemas.openxmlformats.org/drawingml/2006/main">
              <a:ext uri="{FF2B5EF4-FFF2-40B4-BE49-F238E27FC236}">
                <a16:creationId xmlns:a16="http://schemas.microsoft.com/office/drawing/2014/main" id="{18DDC858-4AB7-4C66-AF6A-003C92C84770}"/>
              </a:ext>
            </a:extLst>
          </p:cNvPr>
          <p:cNvSpPr>
            <a:spLocks xmlns:a="http://schemas.openxmlformats.org/drawingml/2006/main" noGrp="1"/>
          </p:cNvSpPr>
          <p:nvPr/>
        </p:nvSpPr>
        <p:spPr>
          <a:xfrm xmlns:a="http://schemas.openxmlformats.org/drawingml/2006/main">
            <a:off x="257175" y="1781175"/>
            <a:ext cx="5162550" cy="4048125"/>
          </a:xfrm>
          <a:prstGeom xmlns:a="http://schemas.openxmlformats.org/drawingml/2006/main" prst="roundRect">
            <a:avLst>
              <a:gd name="adj" fmla="val 1882"/>
            </a:avLst>
          </a:prstGeom>
          <a:noFill xmlns:a="http://schemas.openxmlformats.org/drawingml/2006/main"/>
          <a:ln xmlns:a="http://schemas.openxmlformats.org/drawingml/2006/main" w="20955">
            <a:solidFill>
              <a:srgbClr val="22257C"/>
            </a:solidFill>
            <a:prstDash val="dot"/>
          </a:ln>
        </p:spPr>
      </p:sp>
      <p:sp>
        <p:nvSpPr>
          <p:cNvPr id="5" name="输入说明底">
            <a:extLst xmlns:a="http://schemas.openxmlformats.org/drawingml/2006/main">
              <a:ext uri="{FF2B5EF4-FFF2-40B4-BE49-F238E27FC236}">
                <a16:creationId xmlns:a16="http://schemas.microsoft.com/office/drawing/2014/main" id="{194FF232-070D-4C1F-9B58-85BAC9694A63}"/>
              </a:ext>
            </a:extLst>
          </p:cNvPr>
          <p:cNvSpPr>
            <a:spLocks xmlns:a="http://schemas.openxmlformats.org/drawingml/2006/main" noGrp="1"/>
          </p:cNvSpPr>
          <p:nvPr/>
        </p:nvSpPr>
        <p:spPr>
          <a:xfrm xmlns:a="http://schemas.openxmlformats.org/drawingml/2006/main">
            <a:off x="876300" y="2028825"/>
            <a:ext cx="4057650" cy="400050"/>
          </a:xfrm>
          <a:prstGeom xmlns:a="http://schemas.openxmlformats.org/drawingml/2006/main" prst="rect">
            <a:avLst/>
          </a:prstGeom>
          <a:solidFill xmlns:a="http://schemas.openxmlformats.org/drawingml/2006/main">
            <a:srgbClr val="DAE8F5"/>
          </a:solidFill>
          <a:ln xmlns:a="http://schemas.openxmlformats.org/drawingml/2006/main" w="0">
            <a:noFill/>
            <a:prstDash val="solid"/>
          </a:ln>
        </p:spPr>
      </p:sp>
      <p:sp>
        <p:nvSpPr>
          <p:cNvPr id="6" name="输入说明">
            <a:extLst xmlns:a="http://schemas.openxmlformats.org/drawingml/2006/main">
              <a:ext uri="{FF2B5EF4-FFF2-40B4-BE49-F238E27FC236}">
                <a16:creationId xmlns:a16="http://schemas.microsoft.com/office/drawing/2014/main" id="{795863A4-966D-421F-A1AB-13E21F7F2094}"/>
              </a:ext>
            </a:extLst>
          </p:cNvPr>
          <p:cNvSpPr>
            <a:spLocks xmlns:a="http://schemas.openxmlformats.org/drawingml/2006/main" noGrp="1"/>
          </p:cNvSpPr>
          <p:nvPr/>
        </p:nvSpPr>
        <p:spPr>
          <a:xfrm xmlns:a="http://schemas.openxmlformats.org/drawingml/2006/main">
            <a:off x="923925" y="2028825"/>
            <a:ext cx="3962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11111"/>
                </a:solidFill>
                <a:latin typeface="Arial"/>
                <a:ea typeface="Microsoft YaHei"/>
                <a:cs typeface="Arial"/>
              </a:defRPr>
            </a:defPPr>
            <a:lvl1pPr algn="ctr">
              <a:defRPr sz="1875" b="1">
                <a:solidFill>
                  <a:srgbClr val="111111"/>
                </a:solidFill>
                <a:latin typeface="Arial"/>
                <a:ea typeface="Microsoft YaHei"/>
                <a:cs typeface="Arial"/>
              </a:defRPr>
            </a:lvl1pPr>
            <a:lvl2pPr algn="ctr">
              <a:defRPr sz="1875" b="1">
                <a:solidFill>
                  <a:srgbClr val="111111"/>
                </a:solidFill>
                <a:latin typeface="Arial"/>
                <a:ea typeface="Microsoft YaHei"/>
                <a:cs typeface="Arial"/>
              </a:defRPr>
            </a:lvl2pPr>
            <a:lvl3pPr algn="ctr">
              <a:defRPr sz="1875" b="1">
                <a:solidFill>
                  <a:srgbClr val="111111"/>
                </a:solidFill>
                <a:latin typeface="Arial"/>
                <a:ea typeface="Microsoft YaHei"/>
                <a:cs typeface="Arial"/>
              </a:defRPr>
            </a:lvl3pPr>
            <a:lvl4pPr algn="ctr">
              <a:defRPr sz="1875" b="1">
                <a:solidFill>
                  <a:srgbClr val="111111"/>
                </a:solidFill>
                <a:latin typeface="Arial"/>
                <a:ea typeface="Microsoft YaHei"/>
                <a:cs typeface="Arial"/>
              </a:defRPr>
            </a:lvl4pPr>
            <a:lvl5pPr algn="ctr">
              <a:defRPr sz="1875" b="1">
                <a:solidFill>
                  <a:srgbClr val="111111"/>
                </a:solidFill>
                <a:latin typeface="Arial"/>
                <a:ea typeface="Microsoft YaHei"/>
                <a:cs typeface="Arial"/>
              </a:defRPr>
            </a:lvl5pPr>
            <a:lvl6pPr algn="ctr">
              <a:defRPr sz="1875" b="1">
                <a:solidFill>
                  <a:srgbClr val="111111"/>
                </a:solidFill>
                <a:latin typeface="Arial"/>
                <a:ea typeface="Microsoft YaHei"/>
                <a:cs typeface="Arial"/>
              </a:defRPr>
            </a:lvl6pPr>
            <a:lvl7pPr algn="ctr">
              <a:defRPr sz="1875" b="1">
                <a:solidFill>
                  <a:srgbClr val="111111"/>
                </a:solidFill>
                <a:latin typeface="Arial"/>
                <a:ea typeface="Microsoft YaHei"/>
                <a:cs typeface="Arial"/>
              </a:defRPr>
            </a:lvl7pPr>
            <a:lvl8pPr algn="ctr">
              <a:defRPr sz="1875" b="1">
                <a:solidFill>
                  <a:srgbClr val="111111"/>
                </a:solidFill>
                <a:latin typeface="Arial"/>
                <a:ea typeface="Microsoft YaHei"/>
                <a:cs typeface="Arial"/>
              </a:defRPr>
            </a:lvl8pPr>
            <a:lvl9pPr algn="ctr">
              <a:defRPr sz="1875" b="1">
                <a:solidFill>
                  <a:srgbClr val="111111"/>
                </a:solidFill>
                <a:latin typeface="Arial"/>
                <a:ea typeface="Microsoft YaHei"/>
                <a:cs typeface="Arial"/>
              </a:defRPr>
            </a:lvl9pPr>
          </a:lstStyle>
          <a:p xmlns:a="http://schemas.openxmlformats.org/drawingml/2006/main">
            <a:pPr algn="ctr">
              <a:defRPr sz="1875" b="1">
                <a:solidFill>
                  <a:srgbClr val="111111"/>
                </a:solidFill>
                <a:latin typeface="Arial"/>
                <a:ea typeface="Microsoft YaHei"/>
                <a:cs typeface="Arial"/>
              </a:defRPr>
            </a:pPr>
            <a:r>
              <a:rPr sz="1875" b="1">
                <a:solidFill>
                  <a:srgbClr val="111111"/>
                </a:solidFill>
                <a:latin typeface="Arial"/>
                <a:ea typeface="Microsoft YaHei"/>
                <a:cs typeface="Arial"/>
              </a:rPr>
              <a:t>同一图像，可以有不同的目标意图</a:t>
            </a:r>
          </a:p>
        </p:txBody>
      </p:sp>
      <p:sp>
        <p:nvSpPr>
          <p:cNvPr id="7" name="关系箭头">
            <a:extLst xmlns:a="http://schemas.openxmlformats.org/drawingml/2006/main">
              <a:ext uri="{FF2B5EF4-FFF2-40B4-BE49-F238E27FC236}">
                <a16:creationId xmlns:a16="http://schemas.microsoft.com/office/drawing/2014/main" id="{995362F5-E191-4BC8-8273-D81270237239}"/>
              </a:ext>
            </a:extLst>
          </p:cNvPr>
          <p:cNvSpPr>
            <a:spLocks xmlns:a="http://schemas.openxmlformats.org/drawingml/2006/main" noGrp="1"/>
          </p:cNvSpPr>
          <p:nvPr/>
        </p:nvSpPr>
        <p:spPr>
          <a:xfrm xmlns:a="http://schemas.openxmlformats.org/drawingml/2006/main">
            <a:off x="2571750" y="2486025"/>
            <a:ext cx="685800" cy="371475"/>
          </a:xfrm>
          <a:prstGeom xmlns:a="http://schemas.openxmlformats.org/drawingml/2006/main" prst="downArrow">
            <a:avLst/>
          </a:prstGeom>
          <a:solidFill xmlns:a="http://schemas.openxmlformats.org/drawingml/2006/main">
            <a:srgbClr val="A5C9EB"/>
          </a:solidFill>
          <a:ln xmlns:a="http://schemas.openxmlformats.org/drawingml/2006/main" w="0">
            <a:noFill/>
            <a:prstDash val="solid"/>
          </a:ln>
        </p:spPr>
      </p:sp>
      <p:sp>
        <p:nvSpPr>
          <p:cNvPr id="8" name="提示背景">
            <a:extLst xmlns:a="http://schemas.openxmlformats.org/drawingml/2006/main">
              <a:ext uri="{FF2B5EF4-FFF2-40B4-BE49-F238E27FC236}">
                <a16:creationId xmlns:a16="http://schemas.microsoft.com/office/drawing/2014/main" id="{EDEC5D64-EE0A-4F13-BD66-3B6433445065}"/>
              </a:ext>
            </a:extLst>
          </p:cNvPr>
          <p:cNvSpPr>
            <a:spLocks xmlns:a="http://schemas.openxmlformats.org/drawingml/2006/main" noGrp="1"/>
          </p:cNvSpPr>
          <p:nvPr/>
        </p:nvSpPr>
        <p:spPr>
          <a:xfrm xmlns:a="http://schemas.openxmlformats.org/drawingml/2006/main">
            <a:off x="333375" y="2857500"/>
            <a:ext cx="4981575" cy="1952625"/>
          </a:xfrm>
          <a:prstGeom xmlns:a="http://schemas.openxmlformats.org/drawingml/2006/main" prst="ellipse">
            <a:avLst/>
          </a:prstGeom>
          <a:solidFill xmlns:a="http://schemas.openxmlformats.org/drawingml/2006/main">
            <a:srgbClr val="D9E6F9"/>
          </a:solidFill>
          <a:ln xmlns:a="http://schemas.openxmlformats.org/drawingml/2006/main" w="0">
            <a:noFill/>
            <a:prstDash val="solid"/>
          </a:ln>
        </p:spPr>
      </p:sp>
      <p:pic>
        <p:nvPicPr>
          <p:cNvPr id="9" name="">
            <a:extLst xmlns:a="http://schemas.openxmlformats.org/drawingml/2006/main">
              <a:ext uri="{FF2B5EF4-FFF2-40B4-BE49-F238E27FC236}">
                <a16:creationId xmlns:a16="http://schemas.microsoft.com/office/drawing/2014/main" id="{859A0F39-1007-41AB-B8C1-386A00293055}"/>
              </a:ext>
            </a:extLst>
          </p:cNvPr>
          <p:cNvPicPr>
            <a:picLocks xmlns:a="http://schemas.openxmlformats.org/drawingml/2006/main" noChangeAspect="1"/>
          </p:cNvPicPr>
          <p:nvPr/>
        </p:nvPicPr>
        <p:blipFill>
          <a:blip xmlns:r="http://schemas.openxmlformats.org/officeDocument/2006/relationships" xmlns:a="http://schemas.openxmlformats.org/drawingml/2006/main" r:embed="Ra05cf6ed6bb84ae1"/>
          <a:stretch xmlns:a="http://schemas.openxmlformats.org/drawingml/2006/main"/>
        </p:blipFill>
        <p:spPr>
          <a:xfrm xmlns:a="http://schemas.openxmlformats.org/drawingml/2006/main">
            <a:off x="1752953" y="3009900"/>
            <a:ext cx="2190044" cy="1219200"/>
          </a:xfrm>
          <a:prstGeom xmlns:a="http://schemas.openxmlformats.org/drawingml/2006/main" prst="rect">
            <a:avLst/>
          </a:prstGeom>
        </p:spPr>
      </p:pic>
      <p:sp>
        <p:nvSpPr>
          <p:cNvPr id="10" name="点符号">
            <a:extLst xmlns:a="http://schemas.openxmlformats.org/drawingml/2006/main">
              <a:ext uri="{FF2B5EF4-FFF2-40B4-BE49-F238E27FC236}">
                <a16:creationId xmlns:a16="http://schemas.microsoft.com/office/drawing/2014/main" id="{1159F8B2-2941-4C5B-90F8-D96E77DEC62A}"/>
              </a:ext>
            </a:extLst>
          </p:cNvPr>
          <p:cNvSpPr>
            <a:spLocks xmlns:a="http://schemas.openxmlformats.org/drawingml/2006/main" noGrp="1"/>
          </p:cNvSpPr>
          <p:nvPr/>
        </p:nvSpPr>
        <p:spPr>
          <a:xfrm xmlns:a="http://schemas.openxmlformats.org/drawingml/2006/main">
            <a:off x="1133475" y="3429000"/>
            <a:ext cx="123825" cy="123825"/>
          </a:xfrm>
          <a:prstGeom xmlns:a="http://schemas.openxmlformats.org/drawingml/2006/main" prst="ellipse">
            <a:avLst/>
          </a:prstGeom>
          <a:solidFill xmlns:a="http://schemas.openxmlformats.org/drawingml/2006/main">
            <a:srgbClr val="23AB5E"/>
          </a:solidFill>
          <a:ln xmlns:a="http://schemas.openxmlformats.org/drawingml/2006/main" w="9525">
            <a:solidFill>
              <a:srgbClr val="FFFFFF"/>
            </a:solidFill>
            <a:prstDash val="solid"/>
          </a:ln>
        </p:spPr>
      </p:sp>
      <p:sp>
        <p:nvSpPr>
          <p:cNvPr id="11" name="点提示">
            <a:extLst xmlns:a="http://schemas.openxmlformats.org/drawingml/2006/main">
              <a:ext uri="{FF2B5EF4-FFF2-40B4-BE49-F238E27FC236}">
                <a16:creationId xmlns:a16="http://schemas.microsoft.com/office/drawing/2014/main" id="{D43B3F1F-5CBB-4B49-A7D8-28C6107E7C82}"/>
              </a:ext>
            </a:extLst>
          </p:cNvPr>
          <p:cNvSpPr>
            <a:spLocks xmlns:a="http://schemas.openxmlformats.org/drawingml/2006/main" noGrp="1"/>
          </p:cNvSpPr>
          <p:nvPr/>
        </p:nvSpPr>
        <p:spPr>
          <a:xfrm xmlns:a="http://schemas.openxmlformats.org/drawingml/2006/main">
            <a:off x="752475" y="3676650"/>
            <a:ext cx="876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11111"/>
                </a:solidFill>
                <a:latin typeface="Arial"/>
                <a:ea typeface="Microsoft YaHei"/>
                <a:cs typeface="Arial"/>
              </a:defRPr>
            </a:defPPr>
            <a:lvl1pPr algn="ctr">
              <a:defRPr sz="1725" b="1">
                <a:solidFill>
                  <a:srgbClr val="111111"/>
                </a:solidFill>
                <a:latin typeface="Arial"/>
                <a:ea typeface="Microsoft YaHei"/>
                <a:cs typeface="Arial"/>
              </a:defRPr>
            </a:lvl1pPr>
            <a:lvl2pPr algn="ctr">
              <a:defRPr sz="1725" b="1">
                <a:solidFill>
                  <a:srgbClr val="111111"/>
                </a:solidFill>
                <a:latin typeface="Arial"/>
                <a:ea typeface="Microsoft YaHei"/>
                <a:cs typeface="Arial"/>
              </a:defRPr>
            </a:lvl2pPr>
            <a:lvl3pPr algn="ctr">
              <a:defRPr sz="1725" b="1">
                <a:solidFill>
                  <a:srgbClr val="111111"/>
                </a:solidFill>
                <a:latin typeface="Arial"/>
                <a:ea typeface="Microsoft YaHei"/>
                <a:cs typeface="Arial"/>
              </a:defRPr>
            </a:lvl3pPr>
            <a:lvl4pPr algn="ctr">
              <a:defRPr sz="1725" b="1">
                <a:solidFill>
                  <a:srgbClr val="111111"/>
                </a:solidFill>
                <a:latin typeface="Arial"/>
                <a:ea typeface="Microsoft YaHei"/>
                <a:cs typeface="Arial"/>
              </a:defRPr>
            </a:lvl4pPr>
            <a:lvl5pPr algn="ctr">
              <a:defRPr sz="1725" b="1">
                <a:solidFill>
                  <a:srgbClr val="111111"/>
                </a:solidFill>
                <a:latin typeface="Arial"/>
                <a:ea typeface="Microsoft YaHei"/>
                <a:cs typeface="Arial"/>
              </a:defRPr>
            </a:lvl5pPr>
            <a:lvl6pPr algn="ctr">
              <a:defRPr sz="1725" b="1">
                <a:solidFill>
                  <a:srgbClr val="111111"/>
                </a:solidFill>
                <a:latin typeface="Arial"/>
                <a:ea typeface="Microsoft YaHei"/>
                <a:cs typeface="Arial"/>
              </a:defRPr>
            </a:lvl6pPr>
            <a:lvl7pPr algn="ctr">
              <a:defRPr sz="1725" b="1">
                <a:solidFill>
                  <a:srgbClr val="111111"/>
                </a:solidFill>
                <a:latin typeface="Arial"/>
                <a:ea typeface="Microsoft YaHei"/>
                <a:cs typeface="Arial"/>
              </a:defRPr>
            </a:lvl7pPr>
            <a:lvl8pPr algn="ctr">
              <a:defRPr sz="1725" b="1">
                <a:solidFill>
                  <a:srgbClr val="111111"/>
                </a:solidFill>
                <a:latin typeface="Arial"/>
                <a:ea typeface="Microsoft YaHei"/>
                <a:cs typeface="Arial"/>
              </a:defRPr>
            </a:lvl8pPr>
            <a:lvl9pPr algn="ctr">
              <a:defRPr sz="1725" b="1">
                <a:solidFill>
                  <a:srgbClr val="111111"/>
                </a:solidFill>
                <a:latin typeface="Arial"/>
                <a:ea typeface="Microsoft YaHei"/>
                <a:cs typeface="Arial"/>
              </a:defRPr>
            </a:lvl9pPr>
          </a:lstStyle>
          <a:p xmlns:a="http://schemas.openxmlformats.org/drawingml/2006/main">
            <a:pPr algn="ctr">
              <a:defRPr sz="1725" b="1">
                <a:solidFill>
                  <a:srgbClr val="111111"/>
                </a:solidFill>
                <a:latin typeface="Arial"/>
                <a:ea typeface="Microsoft YaHei"/>
                <a:cs typeface="Arial"/>
              </a:defRPr>
            </a:pPr>
            <a:r>
              <a:rPr sz="1725" b="1">
                <a:solidFill>
                  <a:srgbClr val="111111"/>
                </a:solidFill>
                <a:latin typeface="Arial"/>
                <a:ea typeface="Microsoft YaHei"/>
                <a:cs typeface="Arial"/>
              </a:rPr>
              <a:t>点提示</a:t>
            </a:r>
          </a:p>
        </p:txBody>
      </p:sp>
      <p:sp>
        <p:nvSpPr>
          <p:cNvPr id="12" name="框符号">
            <a:extLst xmlns:a="http://schemas.openxmlformats.org/drawingml/2006/main">
              <a:ext uri="{FF2B5EF4-FFF2-40B4-BE49-F238E27FC236}">
                <a16:creationId xmlns:a16="http://schemas.microsoft.com/office/drawing/2014/main" id="{8A46DFF8-D963-477E-A2E3-B6525C4D6B83}"/>
              </a:ext>
            </a:extLst>
          </p:cNvPr>
          <p:cNvSpPr>
            <a:spLocks xmlns:a="http://schemas.openxmlformats.org/drawingml/2006/main" noGrp="1"/>
          </p:cNvSpPr>
          <p:nvPr/>
        </p:nvSpPr>
        <p:spPr>
          <a:xfrm xmlns:a="http://schemas.openxmlformats.org/drawingml/2006/main">
            <a:off x="4200525" y="3257550"/>
            <a:ext cx="600075" cy="409575"/>
          </a:xfrm>
          <a:prstGeom xmlns:a="http://schemas.openxmlformats.org/drawingml/2006/main" prst="rect">
            <a:avLst/>
          </a:prstGeom>
          <a:noFill xmlns:a="http://schemas.openxmlformats.org/drawingml/2006/main"/>
          <a:ln xmlns:a="http://schemas.openxmlformats.org/drawingml/2006/main" w="28575">
            <a:solidFill>
              <a:srgbClr val="2465A8"/>
            </a:solidFill>
            <a:prstDash val="solid"/>
          </a:ln>
        </p:spPr>
      </p:sp>
      <p:sp>
        <p:nvSpPr>
          <p:cNvPr id="13" name="框提示">
            <a:extLst xmlns:a="http://schemas.openxmlformats.org/drawingml/2006/main">
              <a:ext uri="{FF2B5EF4-FFF2-40B4-BE49-F238E27FC236}">
                <a16:creationId xmlns:a16="http://schemas.microsoft.com/office/drawing/2014/main" id="{70582C57-B55D-4B36-B589-020832A9F2FD}"/>
              </a:ext>
            </a:extLst>
          </p:cNvPr>
          <p:cNvSpPr>
            <a:spLocks xmlns:a="http://schemas.openxmlformats.org/drawingml/2006/main" noGrp="1"/>
          </p:cNvSpPr>
          <p:nvPr/>
        </p:nvSpPr>
        <p:spPr>
          <a:xfrm xmlns:a="http://schemas.openxmlformats.org/drawingml/2006/main">
            <a:off x="4029075" y="3705225"/>
            <a:ext cx="9620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725" b="1">
                <a:solidFill>
                  <a:srgbClr val="111111"/>
                </a:solidFill>
                <a:latin typeface="Arial"/>
                <a:ea typeface="Microsoft YaHei"/>
                <a:cs typeface="Arial"/>
              </a:defRPr>
            </a:defPPr>
            <a:lvl1pPr algn="ctr">
              <a:defRPr sz="1725" b="1">
                <a:solidFill>
                  <a:srgbClr val="111111"/>
                </a:solidFill>
                <a:latin typeface="Arial"/>
                <a:ea typeface="Microsoft YaHei"/>
                <a:cs typeface="Arial"/>
              </a:defRPr>
            </a:lvl1pPr>
            <a:lvl2pPr algn="ctr">
              <a:defRPr sz="1725" b="1">
                <a:solidFill>
                  <a:srgbClr val="111111"/>
                </a:solidFill>
                <a:latin typeface="Arial"/>
                <a:ea typeface="Microsoft YaHei"/>
                <a:cs typeface="Arial"/>
              </a:defRPr>
            </a:lvl2pPr>
            <a:lvl3pPr algn="ctr">
              <a:defRPr sz="1725" b="1">
                <a:solidFill>
                  <a:srgbClr val="111111"/>
                </a:solidFill>
                <a:latin typeface="Arial"/>
                <a:ea typeface="Microsoft YaHei"/>
                <a:cs typeface="Arial"/>
              </a:defRPr>
            </a:lvl3pPr>
            <a:lvl4pPr algn="ctr">
              <a:defRPr sz="1725" b="1">
                <a:solidFill>
                  <a:srgbClr val="111111"/>
                </a:solidFill>
                <a:latin typeface="Arial"/>
                <a:ea typeface="Microsoft YaHei"/>
                <a:cs typeface="Arial"/>
              </a:defRPr>
            </a:lvl4pPr>
            <a:lvl5pPr algn="ctr">
              <a:defRPr sz="1725" b="1">
                <a:solidFill>
                  <a:srgbClr val="111111"/>
                </a:solidFill>
                <a:latin typeface="Arial"/>
                <a:ea typeface="Microsoft YaHei"/>
                <a:cs typeface="Arial"/>
              </a:defRPr>
            </a:lvl5pPr>
            <a:lvl6pPr algn="ctr">
              <a:defRPr sz="1725" b="1">
                <a:solidFill>
                  <a:srgbClr val="111111"/>
                </a:solidFill>
                <a:latin typeface="Arial"/>
                <a:ea typeface="Microsoft YaHei"/>
                <a:cs typeface="Arial"/>
              </a:defRPr>
            </a:lvl6pPr>
            <a:lvl7pPr algn="ctr">
              <a:defRPr sz="1725" b="1">
                <a:solidFill>
                  <a:srgbClr val="111111"/>
                </a:solidFill>
                <a:latin typeface="Arial"/>
                <a:ea typeface="Microsoft YaHei"/>
                <a:cs typeface="Arial"/>
              </a:defRPr>
            </a:lvl7pPr>
            <a:lvl8pPr algn="ctr">
              <a:defRPr sz="1725" b="1">
                <a:solidFill>
                  <a:srgbClr val="111111"/>
                </a:solidFill>
                <a:latin typeface="Arial"/>
                <a:ea typeface="Microsoft YaHei"/>
                <a:cs typeface="Arial"/>
              </a:defRPr>
            </a:lvl8pPr>
            <a:lvl9pPr algn="ctr">
              <a:defRPr sz="1725" b="1">
                <a:solidFill>
                  <a:srgbClr val="111111"/>
                </a:solidFill>
                <a:latin typeface="Arial"/>
                <a:ea typeface="Microsoft YaHei"/>
                <a:cs typeface="Arial"/>
              </a:defRPr>
            </a:lvl9pPr>
          </a:lstStyle>
          <a:p xmlns:a="http://schemas.openxmlformats.org/drawingml/2006/main">
            <a:pPr algn="ctr">
              <a:defRPr sz="1725" b="1">
                <a:solidFill>
                  <a:srgbClr val="111111"/>
                </a:solidFill>
                <a:latin typeface="Arial"/>
                <a:ea typeface="Microsoft YaHei"/>
                <a:cs typeface="Arial"/>
              </a:defRPr>
            </a:pPr>
            <a:r>
              <a:rPr sz="1725" b="1">
                <a:solidFill>
                  <a:srgbClr val="111111"/>
                </a:solidFill>
                <a:latin typeface="Arial"/>
                <a:ea typeface="Microsoft YaHei"/>
                <a:cs typeface="Arial"/>
              </a:rPr>
              <a:t>框提示</a:t>
            </a:r>
          </a:p>
        </p:txBody>
      </p:sp>
      <p:sp>
        <p:nvSpPr>
          <p:cNvPr id="14" name="掩码符号">
            <a:extLst xmlns:a="http://schemas.openxmlformats.org/drawingml/2006/main">
              <a:ext uri="{FF2B5EF4-FFF2-40B4-BE49-F238E27FC236}">
                <a16:creationId xmlns:a16="http://schemas.microsoft.com/office/drawing/2014/main" id="{CB5A1B3A-A4FE-4218-970D-941CD97140E9}"/>
              </a:ext>
            </a:extLst>
          </p:cNvPr>
          <p:cNvSpPr>
            <a:spLocks xmlns:a="http://schemas.openxmlformats.org/drawingml/2006/main" noGrp="1"/>
          </p:cNvSpPr>
          <p:nvPr/>
        </p:nvSpPr>
        <p:spPr>
          <a:xfrm xmlns:a="http://schemas.openxmlformats.org/drawingml/2006/main">
            <a:off x="2085975" y="4410075"/>
            <a:ext cx="361950" cy="209550"/>
          </a:xfrm>
          <a:prstGeom xmlns:a="http://schemas.openxmlformats.org/drawingml/2006/main" prst="ellipse">
            <a:avLst/>
          </a:prstGeom>
          <a:solidFill xmlns:a="http://schemas.openxmlformats.org/drawingml/2006/main">
            <a:srgbClr val="77B9CA"/>
          </a:solidFill>
          <a:ln xmlns:a="http://schemas.openxmlformats.org/drawingml/2006/main" w="9525">
            <a:solidFill>
              <a:srgbClr val="2C8E9F"/>
            </a:solidFill>
            <a:prstDash val="solid"/>
          </a:ln>
        </p:spPr>
      </p:sp>
      <p:sp>
        <p:nvSpPr>
          <p:cNvPr id="15" name="掩码提示">
            <a:extLst xmlns:a="http://schemas.openxmlformats.org/drawingml/2006/main">
              <a:ext uri="{FF2B5EF4-FFF2-40B4-BE49-F238E27FC236}">
                <a16:creationId xmlns:a16="http://schemas.microsoft.com/office/drawing/2014/main" id="{52328B5F-EE01-43B9-B4AB-9A3CF728765E}"/>
              </a:ext>
            </a:extLst>
          </p:cNvPr>
          <p:cNvSpPr>
            <a:spLocks xmlns:a="http://schemas.openxmlformats.org/drawingml/2006/main" noGrp="1"/>
          </p:cNvSpPr>
          <p:nvPr/>
        </p:nvSpPr>
        <p:spPr>
          <a:xfrm xmlns:a="http://schemas.openxmlformats.org/drawingml/2006/main">
            <a:off x="2533650" y="4314825"/>
            <a:ext cx="12001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1">
                <a:solidFill>
                  <a:srgbClr val="111111"/>
                </a:solidFill>
                <a:latin typeface="Arial"/>
                <a:ea typeface="Microsoft YaHei"/>
                <a:cs typeface="Arial"/>
              </a:defRPr>
            </a:defPPr>
            <a:lvl1pPr algn="l">
              <a:defRPr sz="1725" b="1">
                <a:solidFill>
                  <a:srgbClr val="111111"/>
                </a:solidFill>
                <a:latin typeface="Arial"/>
                <a:ea typeface="Microsoft YaHei"/>
                <a:cs typeface="Arial"/>
              </a:defRPr>
            </a:lvl1pPr>
            <a:lvl2pPr algn="l">
              <a:defRPr sz="1725" b="1">
                <a:solidFill>
                  <a:srgbClr val="111111"/>
                </a:solidFill>
                <a:latin typeface="Arial"/>
                <a:ea typeface="Microsoft YaHei"/>
                <a:cs typeface="Arial"/>
              </a:defRPr>
            </a:lvl2pPr>
            <a:lvl3pPr algn="l">
              <a:defRPr sz="1725" b="1">
                <a:solidFill>
                  <a:srgbClr val="111111"/>
                </a:solidFill>
                <a:latin typeface="Arial"/>
                <a:ea typeface="Microsoft YaHei"/>
                <a:cs typeface="Arial"/>
              </a:defRPr>
            </a:lvl3pPr>
            <a:lvl4pPr algn="l">
              <a:defRPr sz="1725" b="1">
                <a:solidFill>
                  <a:srgbClr val="111111"/>
                </a:solidFill>
                <a:latin typeface="Arial"/>
                <a:ea typeface="Microsoft YaHei"/>
                <a:cs typeface="Arial"/>
              </a:defRPr>
            </a:lvl4pPr>
            <a:lvl5pPr algn="l">
              <a:defRPr sz="1725" b="1">
                <a:solidFill>
                  <a:srgbClr val="111111"/>
                </a:solidFill>
                <a:latin typeface="Arial"/>
                <a:ea typeface="Microsoft YaHei"/>
                <a:cs typeface="Arial"/>
              </a:defRPr>
            </a:lvl5pPr>
            <a:lvl6pPr algn="l">
              <a:defRPr sz="1725" b="1">
                <a:solidFill>
                  <a:srgbClr val="111111"/>
                </a:solidFill>
                <a:latin typeface="Arial"/>
                <a:ea typeface="Microsoft YaHei"/>
                <a:cs typeface="Arial"/>
              </a:defRPr>
            </a:lvl6pPr>
            <a:lvl7pPr algn="l">
              <a:defRPr sz="1725" b="1">
                <a:solidFill>
                  <a:srgbClr val="111111"/>
                </a:solidFill>
                <a:latin typeface="Arial"/>
                <a:ea typeface="Microsoft YaHei"/>
                <a:cs typeface="Arial"/>
              </a:defRPr>
            </a:lvl7pPr>
            <a:lvl8pPr algn="l">
              <a:defRPr sz="1725" b="1">
                <a:solidFill>
                  <a:srgbClr val="111111"/>
                </a:solidFill>
                <a:latin typeface="Arial"/>
                <a:ea typeface="Microsoft YaHei"/>
                <a:cs typeface="Arial"/>
              </a:defRPr>
            </a:lvl8pPr>
            <a:lvl9pPr algn="l">
              <a:defRPr sz="1725" b="1">
                <a:solidFill>
                  <a:srgbClr val="111111"/>
                </a:solidFill>
                <a:latin typeface="Arial"/>
                <a:ea typeface="Microsoft YaHei"/>
                <a:cs typeface="Arial"/>
              </a:defRPr>
            </a:lvl9pPr>
          </a:lstStyle>
          <a:p xmlns:a="http://schemas.openxmlformats.org/drawingml/2006/main">
            <a:pPr algn="l">
              <a:defRPr sz="1725" b="1">
                <a:solidFill>
                  <a:srgbClr val="111111"/>
                </a:solidFill>
                <a:latin typeface="Arial"/>
                <a:ea typeface="Microsoft YaHei"/>
                <a:cs typeface="Arial"/>
              </a:defRPr>
            </a:pPr>
            <a:r>
              <a:rPr sz="1725" b="1">
                <a:solidFill>
                  <a:srgbClr val="111111"/>
                </a:solidFill>
                <a:latin typeface="Arial"/>
                <a:ea typeface="Microsoft YaHei"/>
                <a:cs typeface="Arial"/>
              </a:rPr>
              <a:t>掩码提示</a:t>
            </a:r>
          </a:p>
        </p:txBody>
      </p:sp>
      <p:sp>
        <p:nvSpPr>
          <p:cNvPr id="16" name="关系箭头">
            <a:extLst xmlns:a="http://schemas.openxmlformats.org/drawingml/2006/main">
              <a:ext uri="{FF2B5EF4-FFF2-40B4-BE49-F238E27FC236}">
                <a16:creationId xmlns:a16="http://schemas.microsoft.com/office/drawing/2014/main" id="{DC4584D8-9D60-4892-837E-294F37A4EB9A}"/>
              </a:ext>
            </a:extLst>
          </p:cNvPr>
          <p:cNvSpPr>
            <a:spLocks xmlns:a="http://schemas.openxmlformats.org/drawingml/2006/main" noGrp="1"/>
          </p:cNvSpPr>
          <p:nvPr/>
        </p:nvSpPr>
        <p:spPr>
          <a:xfrm xmlns:a="http://schemas.openxmlformats.org/drawingml/2006/main">
            <a:off x="2571750" y="4876800"/>
            <a:ext cx="685800" cy="352425"/>
          </a:xfrm>
          <a:prstGeom xmlns:a="http://schemas.openxmlformats.org/drawingml/2006/main" prst="downArrow">
            <a:avLst/>
          </a:prstGeom>
          <a:solidFill xmlns:a="http://schemas.openxmlformats.org/drawingml/2006/main">
            <a:srgbClr val="A5C9EB"/>
          </a:solidFill>
          <a:ln xmlns:a="http://schemas.openxmlformats.org/drawingml/2006/main" w="0">
            <a:noFill/>
            <a:prstDash val="solid"/>
          </a:ln>
        </p:spPr>
      </p:sp>
      <p:sp>
        <p:nvSpPr>
          <p:cNvPr id="17" name="输入约束底">
            <a:extLst xmlns:a="http://schemas.openxmlformats.org/drawingml/2006/main">
              <a:ext uri="{FF2B5EF4-FFF2-40B4-BE49-F238E27FC236}">
                <a16:creationId xmlns:a16="http://schemas.microsoft.com/office/drawing/2014/main" id="{C2E59DC0-2ECF-4243-85D4-9A1A014CFC4D}"/>
              </a:ext>
            </a:extLst>
          </p:cNvPr>
          <p:cNvSpPr>
            <a:spLocks xmlns:a="http://schemas.openxmlformats.org/drawingml/2006/main" noGrp="1"/>
          </p:cNvSpPr>
          <p:nvPr/>
        </p:nvSpPr>
        <p:spPr>
          <a:xfrm xmlns:a="http://schemas.openxmlformats.org/drawingml/2006/main">
            <a:off x="295275" y="5295900"/>
            <a:ext cx="5076825" cy="400050"/>
          </a:xfrm>
          <a:prstGeom xmlns:a="http://schemas.openxmlformats.org/drawingml/2006/main" prst="rect">
            <a:avLst/>
          </a:prstGeom>
          <a:solidFill xmlns:a="http://schemas.openxmlformats.org/drawingml/2006/main">
            <a:srgbClr val="DAE8F5"/>
          </a:solidFill>
          <a:ln xmlns:a="http://schemas.openxmlformats.org/drawingml/2006/main" w="0">
            <a:noFill/>
            <a:prstDash val="solid"/>
          </a:ln>
        </p:spPr>
      </p:sp>
      <p:sp>
        <p:nvSpPr>
          <p:cNvPr id="18" name="输入约束">
            <a:extLst xmlns:a="http://schemas.openxmlformats.org/drawingml/2006/main">
              <a:ext uri="{FF2B5EF4-FFF2-40B4-BE49-F238E27FC236}">
                <a16:creationId xmlns:a16="http://schemas.microsoft.com/office/drawing/2014/main" id="{A7B2043F-3E85-4B8F-B46E-BBE7FF7E9912}"/>
              </a:ext>
            </a:extLst>
          </p:cNvPr>
          <p:cNvSpPr>
            <a:spLocks xmlns:a="http://schemas.openxmlformats.org/drawingml/2006/main" noGrp="1"/>
          </p:cNvSpPr>
          <p:nvPr/>
        </p:nvSpPr>
        <p:spPr>
          <a:xfrm xmlns:a="http://schemas.openxmlformats.org/drawingml/2006/main">
            <a:off x="371475" y="5295900"/>
            <a:ext cx="49244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00" b="1">
                <a:solidFill>
                  <a:srgbClr val="111111"/>
                </a:solidFill>
                <a:latin typeface="Arial"/>
                <a:ea typeface="Microsoft YaHei"/>
                <a:cs typeface="Arial"/>
              </a:defRPr>
            </a:defPPr>
            <a:lvl1pPr algn="ctr">
              <a:defRPr sz="1800" b="1">
                <a:solidFill>
                  <a:srgbClr val="111111"/>
                </a:solidFill>
                <a:latin typeface="Arial"/>
                <a:ea typeface="Microsoft YaHei"/>
                <a:cs typeface="Arial"/>
              </a:defRPr>
            </a:lvl1pPr>
            <a:lvl2pPr algn="ctr">
              <a:defRPr sz="1800" b="1">
                <a:solidFill>
                  <a:srgbClr val="111111"/>
                </a:solidFill>
                <a:latin typeface="Arial"/>
                <a:ea typeface="Microsoft YaHei"/>
                <a:cs typeface="Arial"/>
              </a:defRPr>
            </a:lvl2pPr>
            <a:lvl3pPr algn="ctr">
              <a:defRPr sz="1800" b="1">
                <a:solidFill>
                  <a:srgbClr val="111111"/>
                </a:solidFill>
                <a:latin typeface="Arial"/>
                <a:ea typeface="Microsoft YaHei"/>
                <a:cs typeface="Arial"/>
              </a:defRPr>
            </a:lvl3pPr>
            <a:lvl4pPr algn="ctr">
              <a:defRPr sz="1800" b="1">
                <a:solidFill>
                  <a:srgbClr val="111111"/>
                </a:solidFill>
                <a:latin typeface="Arial"/>
                <a:ea typeface="Microsoft YaHei"/>
                <a:cs typeface="Arial"/>
              </a:defRPr>
            </a:lvl4pPr>
            <a:lvl5pPr algn="ctr">
              <a:defRPr sz="1800" b="1">
                <a:solidFill>
                  <a:srgbClr val="111111"/>
                </a:solidFill>
                <a:latin typeface="Arial"/>
                <a:ea typeface="Microsoft YaHei"/>
                <a:cs typeface="Arial"/>
              </a:defRPr>
            </a:lvl5pPr>
            <a:lvl6pPr algn="ctr">
              <a:defRPr sz="1800" b="1">
                <a:solidFill>
                  <a:srgbClr val="111111"/>
                </a:solidFill>
                <a:latin typeface="Arial"/>
                <a:ea typeface="Microsoft YaHei"/>
                <a:cs typeface="Arial"/>
              </a:defRPr>
            </a:lvl6pPr>
            <a:lvl7pPr algn="ctr">
              <a:defRPr sz="1800" b="1">
                <a:solidFill>
                  <a:srgbClr val="111111"/>
                </a:solidFill>
                <a:latin typeface="Arial"/>
                <a:ea typeface="Microsoft YaHei"/>
                <a:cs typeface="Arial"/>
              </a:defRPr>
            </a:lvl7pPr>
            <a:lvl8pPr algn="ctr">
              <a:defRPr sz="1800" b="1">
                <a:solidFill>
                  <a:srgbClr val="111111"/>
                </a:solidFill>
                <a:latin typeface="Arial"/>
                <a:ea typeface="Microsoft YaHei"/>
                <a:cs typeface="Arial"/>
              </a:defRPr>
            </a:lvl8pPr>
            <a:lvl9pPr algn="ctr">
              <a:defRPr sz="1800" b="1">
                <a:solidFill>
                  <a:srgbClr val="111111"/>
                </a:solidFill>
                <a:latin typeface="Arial"/>
                <a:ea typeface="Microsoft YaHei"/>
                <a:cs typeface="Arial"/>
              </a:defRPr>
            </a:lvl9pPr>
          </a:lstStyle>
          <a:p xmlns:a="http://schemas.openxmlformats.org/drawingml/2006/main">
            <a:pPr algn="ctr">
              <a:defRPr sz="1800" b="1">
                <a:solidFill>
                  <a:srgbClr val="111111"/>
                </a:solidFill>
                <a:latin typeface="Arial"/>
                <a:ea typeface="Microsoft YaHei"/>
                <a:cs typeface="Arial"/>
              </a:defRPr>
            </a:pPr>
            <a:r>
              <a:rPr sz="1800" b="1">
                <a:solidFill>
                  <a:srgbClr val="111111"/>
                </a:solidFill>
                <a:latin typeface="Arial"/>
                <a:ea typeface="Microsoft YaHei"/>
                <a:cs typeface="Arial"/>
              </a:rPr>
              <a:t>目标粒度不同，提示信息也可能不充分</a:t>
            </a:r>
          </a:p>
        </p:txBody>
      </p:sp>
      <p:sp>
        <p:nvSpPr>
          <p:cNvPr id="19" name="加号">
            <a:extLst xmlns:a="http://schemas.openxmlformats.org/drawingml/2006/main">
              <a:ext uri="{FF2B5EF4-FFF2-40B4-BE49-F238E27FC236}">
                <a16:creationId xmlns:a16="http://schemas.microsoft.com/office/drawing/2014/main" id="{A95DF2BB-4AB2-4472-99DE-BAA34314E20C}"/>
              </a:ext>
            </a:extLst>
          </p:cNvPr>
          <p:cNvSpPr>
            <a:spLocks xmlns:a="http://schemas.openxmlformats.org/drawingml/2006/main" noGrp="1"/>
          </p:cNvSpPr>
          <p:nvPr/>
        </p:nvSpPr>
        <p:spPr>
          <a:xfrm xmlns:a="http://schemas.openxmlformats.org/drawingml/2006/main">
            <a:off x="5448300" y="3562350"/>
            <a:ext cx="25717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775" b="1">
                <a:solidFill>
                  <a:srgbClr val="5A96D5"/>
                </a:solidFill>
                <a:latin typeface="Arial"/>
                <a:ea typeface="Microsoft YaHei"/>
                <a:cs typeface="Arial"/>
              </a:defRPr>
            </a:defPPr>
            <a:lvl1pPr algn="ctr">
              <a:defRPr sz="2775" b="1">
                <a:solidFill>
                  <a:srgbClr val="5A96D5"/>
                </a:solidFill>
                <a:latin typeface="Arial"/>
                <a:ea typeface="Microsoft YaHei"/>
                <a:cs typeface="Arial"/>
              </a:defRPr>
            </a:lvl1pPr>
            <a:lvl2pPr algn="ctr">
              <a:defRPr sz="2775" b="1">
                <a:solidFill>
                  <a:srgbClr val="5A96D5"/>
                </a:solidFill>
                <a:latin typeface="Arial"/>
                <a:ea typeface="Microsoft YaHei"/>
                <a:cs typeface="Arial"/>
              </a:defRPr>
            </a:lvl2pPr>
            <a:lvl3pPr algn="ctr">
              <a:defRPr sz="2775" b="1">
                <a:solidFill>
                  <a:srgbClr val="5A96D5"/>
                </a:solidFill>
                <a:latin typeface="Arial"/>
                <a:ea typeface="Microsoft YaHei"/>
                <a:cs typeface="Arial"/>
              </a:defRPr>
            </a:lvl3pPr>
            <a:lvl4pPr algn="ctr">
              <a:defRPr sz="2775" b="1">
                <a:solidFill>
                  <a:srgbClr val="5A96D5"/>
                </a:solidFill>
                <a:latin typeface="Arial"/>
                <a:ea typeface="Microsoft YaHei"/>
                <a:cs typeface="Arial"/>
              </a:defRPr>
            </a:lvl4pPr>
            <a:lvl5pPr algn="ctr">
              <a:defRPr sz="2775" b="1">
                <a:solidFill>
                  <a:srgbClr val="5A96D5"/>
                </a:solidFill>
                <a:latin typeface="Arial"/>
                <a:ea typeface="Microsoft YaHei"/>
                <a:cs typeface="Arial"/>
              </a:defRPr>
            </a:lvl5pPr>
            <a:lvl6pPr algn="ctr">
              <a:defRPr sz="2775" b="1">
                <a:solidFill>
                  <a:srgbClr val="5A96D5"/>
                </a:solidFill>
                <a:latin typeface="Arial"/>
                <a:ea typeface="Microsoft YaHei"/>
                <a:cs typeface="Arial"/>
              </a:defRPr>
            </a:lvl6pPr>
            <a:lvl7pPr algn="ctr">
              <a:defRPr sz="2775" b="1">
                <a:solidFill>
                  <a:srgbClr val="5A96D5"/>
                </a:solidFill>
                <a:latin typeface="Arial"/>
                <a:ea typeface="Microsoft YaHei"/>
                <a:cs typeface="Arial"/>
              </a:defRPr>
            </a:lvl7pPr>
            <a:lvl8pPr algn="ctr">
              <a:defRPr sz="2775" b="1">
                <a:solidFill>
                  <a:srgbClr val="5A96D5"/>
                </a:solidFill>
                <a:latin typeface="Arial"/>
                <a:ea typeface="Microsoft YaHei"/>
                <a:cs typeface="Arial"/>
              </a:defRPr>
            </a:lvl8pPr>
            <a:lvl9pPr algn="ctr">
              <a:defRPr sz="2775" b="1">
                <a:solidFill>
                  <a:srgbClr val="5A96D5"/>
                </a:solidFill>
                <a:latin typeface="Arial"/>
                <a:ea typeface="Microsoft YaHei"/>
                <a:cs typeface="Arial"/>
              </a:defRPr>
            </a:lvl9pPr>
          </a:lstStyle>
          <a:p xmlns:a="http://schemas.openxmlformats.org/drawingml/2006/main">
            <a:pPr algn="ctr">
              <a:defRPr sz="2775" b="1">
                <a:solidFill>
                  <a:srgbClr val="5A96D5"/>
                </a:solidFill>
                <a:latin typeface="Arial"/>
                <a:ea typeface="Microsoft YaHei"/>
                <a:cs typeface="Arial"/>
              </a:defRPr>
            </a:pPr>
            <a:r>
              <a:rPr sz="2775" b="1">
                <a:solidFill>
                  <a:srgbClr val="5A96D5"/>
                </a:solidFill>
                <a:latin typeface="Arial"/>
                <a:ea typeface="Microsoft YaHei"/>
                <a:cs typeface="Arial"/>
              </a:rPr>
              <a:t>+</a:t>
            </a:r>
          </a:p>
        </p:txBody>
      </p:sp>
      <p:sp>
        <p:nvSpPr>
          <p:cNvPr id="20" name="右区标题">
            <a:extLst xmlns:a="http://schemas.openxmlformats.org/drawingml/2006/main">
              <a:ext uri="{FF2B5EF4-FFF2-40B4-BE49-F238E27FC236}">
                <a16:creationId xmlns:a16="http://schemas.microsoft.com/office/drawing/2014/main" id="{384BF70B-8F68-4053-9D15-C9EB2699CE8A}"/>
              </a:ext>
            </a:extLst>
          </p:cNvPr>
          <p:cNvSpPr>
            <a:spLocks xmlns:a="http://schemas.openxmlformats.org/drawingml/2006/main" noGrp="1"/>
          </p:cNvSpPr>
          <p:nvPr/>
        </p:nvSpPr>
        <p:spPr>
          <a:xfrm xmlns:a="http://schemas.openxmlformats.org/drawingml/2006/main">
            <a:off x="5943600" y="1333500"/>
            <a:ext cx="466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025" b="1">
                <a:solidFill>
                  <a:srgbClr val="111111"/>
                </a:solidFill>
                <a:latin typeface="Arial"/>
                <a:ea typeface="Microsoft YaHei"/>
                <a:cs typeface="Arial"/>
              </a:defRPr>
            </a:defPPr>
            <a:lvl1pPr algn="ctr">
              <a:defRPr sz="2025" b="1">
                <a:solidFill>
                  <a:srgbClr val="111111"/>
                </a:solidFill>
                <a:latin typeface="Arial"/>
                <a:ea typeface="Microsoft YaHei"/>
                <a:cs typeface="Arial"/>
              </a:defRPr>
            </a:lvl1pPr>
            <a:lvl2pPr algn="ctr">
              <a:defRPr sz="2025" b="1">
                <a:solidFill>
                  <a:srgbClr val="111111"/>
                </a:solidFill>
                <a:latin typeface="Arial"/>
                <a:ea typeface="Microsoft YaHei"/>
                <a:cs typeface="Arial"/>
              </a:defRPr>
            </a:lvl2pPr>
            <a:lvl3pPr algn="ctr">
              <a:defRPr sz="2025" b="1">
                <a:solidFill>
                  <a:srgbClr val="111111"/>
                </a:solidFill>
                <a:latin typeface="Arial"/>
                <a:ea typeface="Microsoft YaHei"/>
                <a:cs typeface="Arial"/>
              </a:defRPr>
            </a:lvl3pPr>
            <a:lvl4pPr algn="ctr">
              <a:defRPr sz="2025" b="1">
                <a:solidFill>
                  <a:srgbClr val="111111"/>
                </a:solidFill>
                <a:latin typeface="Arial"/>
                <a:ea typeface="Microsoft YaHei"/>
                <a:cs typeface="Arial"/>
              </a:defRPr>
            </a:lvl4pPr>
            <a:lvl5pPr algn="ctr">
              <a:defRPr sz="2025" b="1">
                <a:solidFill>
                  <a:srgbClr val="111111"/>
                </a:solidFill>
                <a:latin typeface="Arial"/>
                <a:ea typeface="Microsoft YaHei"/>
                <a:cs typeface="Arial"/>
              </a:defRPr>
            </a:lvl5pPr>
            <a:lvl6pPr algn="ctr">
              <a:defRPr sz="2025" b="1">
                <a:solidFill>
                  <a:srgbClr val="111111"/>
                </a:solidFill>
                <a:latin typeface="Arial"/>
                <a:ea typeface="Microsoft YaHei"/>
                <a:cs typeface="Arial"/>
              </a:defRPr>
            </a:lvl6pPr>
            <a:lvl7pPr algn="ctr">
              <a:defRPr sz="2025" b="1">
                <a:solidFill>
                  <a:srgbClr val="111111"/>
                </a:solidFill>
                <a:latin typeface="Arial"/>
                <a:ea typeface="Microsoft YaHei"/>
                <a:cs typeface="Arial"/>
              </a:defRPr>
            </a:lvl7pPr>
            <a:lvl8pPr algn="ctr">
              <a:defRPr sz="2025" b="1">
                <a:solidFill>
                  <a:srgbClr val="111111"/>
                </a:solidFill>
                <a:latin typeface="Arial"/>
                <a:ea typeface="Microsoft YaHei"/>
                <a:cs typeface="Arial"/>
              </a:defRPr>
            </a:lvl8pPr>
            <a:lvl9pPr algn="ctr">
              <a:defRPr sz="2025" b="1">
                <a:solidFill>
                  <a:srgbClr val="111111"/>
                </a:solidFill>
                <a:latin typeface="Arial"/>
                <a:ea typeface="Microsoft YaHei"/>
                <a:cs typeface="Arial"/>
              </a:defRPr>
            </a:lvl9pPr>
          </a:lstStyle>
          <a:p xmlns:a="http://schemas.openxmlformats.org/drawingml/2006/main">
            <a:pPr algn="ctr">
              <a:defRPr sz="2025" b="1">
                <a:solidFill>
                  <a:srgbClr val="111111"/>
                </a:solidFill>
                <a:latin typeface="Arial"/>
                <a:ea typeface="Microsoft YaHei"/>
                <a:cs typeface="Arial"/>
              </a:defRPr>
            </a:pPr>
            <a:r>
              <a:rPr sz="2025" b="1">
                <a:solidFill>
                  <a:srgbClr val="111111"/>
                </a:solidFill>
                <a:latin typeface="Arial"/>
                <a:ea typeface="Microsoft YaHei"/>
                <a:cs typeface="Arial"/>
              </a:rPr>
              <a:t>可提示模型提供可复用的分割能力</a:t>
            </a:r>
          </a:p>
        </p:txBody>
      </p:sp>
      <p:pic>
        <p:nvPicPr>
          <p:cNvPr id="21" name="">
            <a:extLst xmlns:a="http://schemas.openxmlformats.org/drawingml/2006/main">
              <a:ext uri="{FF2B5EF4-FFF2-40B4-BE49-F238E27FC236}">
                <a16:creationId xmlns:a16="http://schemas.microsoft.com/office/drawing/2014/main" id="{C0B7159D-7112-48FE-ADDE-7372EE3AB164}"/>
              </a:ext>
            </a:extLst>
          </p:cNvPr>
          <p:cNvPicPr>
            <a:picLocks xmlns:a="http://schemas.openxmlformats.org/drawingml/2006/main" noChangeAspect="1"/>
          </p:cNvPicPr>
          <p:nvPr/>
        </p:nvPicPr>
        <p:blipFill>
          <a:blip xmlns:r="http://schemas.openxmlformats.org/officeDocument/2006/relationships" xmlns:a="http://schemas.openxmlformats.org/drawingml/2006/main" r:embed="R1dcd3025a6374bb8"/>
          <a:stretch xmlns:a="http://schemas.openxmlformats.org/drawingml/2006/main"/>
        </p:blipFill>
        <p:spPr>
          <a:xfrm xmlns:a="http://schemas.openxmlformats.org/drawingml/2006/main">
            <a:off x="5695950" y="1909167"/>
            <a:ext cx="2076450" cy="3763566"/>
          </a:xfrm>
          <a:prstGeom xmlns:a="http://schemas.openxmlformats.org/drawingml/2006/main" prst="rect">
            <a:avLst/>
          </a:prstGeom>
        </p:spPr>
      </p:pic>
      <p:sp>
        <p:nvSpPr>
          <p:cNvPr id="22" name="能力分组">
            <a:extLst xmlns:a="http://schemas.openxmlformats.org/drawingml/2006/main">
              <a:ext uri="{FF2B5EF4-FFF2-40B4-BE49-F238E27FC236}">
                <a16:creationId xmlns:a16="http://schemas.microsoft.com/office/drawing/2014/main" id="{04071A4E-45D8-4D98-978C-86F6B0370239}"/>
              </a:ext>
            </a:extLst>
          </p:cNvPr>
          <p:cNvSpPr>
            <a:spLocks xmlns:a="http://schemas.openxmlformats.org/drawingml/2006/main" noGrp="1"/>
          </p:cNvSpPr>
          <p:nvPr/>
        </p:nvSpPr>
        <p:spPr>
          <a:xfrm xmlns:a="http://schemas.openxmlformats.org/drawingml/2006/main">
            <a:off x="7915275" y="1809750"/>
            <a:ext cx="2495550" cy="1238250"/>
          </a:xfrm>
          <a:prstGeom xmlns:a="http://schemas.openxmlformats.org/drawingml/2006/main" prst="roundRect">
            <a:avLst>
              <a:gd name="adj" fmla="val 6154"/>
            </a:avLst>
          </a:prstGeom>
          <a:solidFill xmlns:a="http://schemas.openxmlformats.org/drawingml/2006/main">
            <a:srgbClr val="DCF0CF"/>
          </a:solidFill>
          <a:ln xmlns:a="http://schemas.openxmlformats.org/drawingml/2006/main" w="19050">
            <a:solidFill>
              <a:srgbClr val="47AB2F"/>
            </a:solidFill>
            <a:prstDash val="solid"/>
          </a:ln>
        </p:spPr>
      </p:sp>
      <p:sp>
        <p:nvSpPr>
          <p:cNvPr id="23" name="能力标题">
            <a:extLst xmlns:a="http://schemas.openxmlformats.org/drawingml/2006/main">
              <a:ext uri="{FF2B5EF4-FFF2-40B4-BE49-F238E27FC236}">
                <a16:creationId xmlns:a16="http://schemas.microsoft.com/office/drawing/2014/main" id="{4D3E45E7-4256-44B8-8BF2-60607E4C029D}"/>
              </a:ext>
            </a:extLst>
          </p:cNvPr>
          <p:cNvSpPr>
            <a:spLocks xmlns:a="http://schemas.openxmlformats.org/drawingml/2006/main" noGrp="1"/>
          </p:cNvSpPr>
          <p:nvPr/>
        </p:nvSpPr>
        <p:spPr>
          <a:xfrm xmlns:a="http://schemas.openxmlformats.org/drawingml/2006/main">
            <a:off x="8029575" y="1857375"/>
            <a:ext cx="2266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47AB2F"/>
                </a:solidFill>
                <a:latin typeface="Arial"/>
                <a:ea typeface="Microsoft YaHei"/>
                <a:cs typeface="Arial"/>
              </a:defRPr>
            </a:defPPr>
            <a:lvl1pPr algn="ctr">
              <a:defRPr sz="1875" b="1">
                <a:solidFill>
                  <a:srgbClr val="47AB2F"/>
                </a:solidFill>
                <a:latin typeface="Arial"/>
                <a:ea typeface="Microsoft YaHei"/>
                <a:cs typeface="Arial"/>
              </a:defRPr>
            </a:lvl1pPr>
            <a:lvl2pPr algn="ctr">
              <a:defRPr sz="1875" b="1">
                <a:solidFill>
                  <a:srgbClr val="47AB2F"/>
                </a:solidFill>
                <a:latin typeface="Arial"/>
                <a:ea typeface="Microsoft YaHei"/>
                <a:cs typeface="Arial"/>
              </a:defRPr>
            </a:lvl2pPr>
            <a:lvl3pPr algn="ctr">
              <a:defRPr sz="1875" b="1">
                <a:solidFill>
                  <a:srgbClr val="47AB2F"/>
                </a:solidFill>
                <a:latin typeface="Arial"/>
                <a:ea typeface="Microsoft YaHei"/>
                <a:cs typeface="Arial"/>
              </a:defRPr>
            </a:lvl3pPr>
            <a:lvl4pPr algn="ctr">
              <a:defRPr sz="1875" b="1">
                <a:solidFill>
                  <a:srgbClr val="47AB2F"/>
                </a:solidFill>
                <a:latin typeface="Arial"/>
                <a:ea typeface="Microsoft YaHei"/>
                <a:cs typeface="Arial"/>
              </a:defRPr>
            </a:lvl4pPr>
            <a:lvl5pPr algn="ctr">
              <a:defRPr sz="1875" b="1">
                <a:solidFill>
                  <a:srgbClr val="47AB2F"/>
                </a:solidFill>
                <a:latin typeface="Arial"/>
                <a:ea typeface="Microsoft YaHei"/>
                <a:cs typeface="Arial"/>
              </a:defRPr>
            </a:lvl5pPr>
            <a:lvl6pPr algn="ctr">
              <a:defRPr sz="1875" b="1">
                <a:solidFill>
                  <a:srgbClr val="47AB2F"/>
                </a:solidFill>
                <a:latin typeface="Arial"/>
                <a:ea typeface="Microsoft YaHei"/>
                <a:cs typeface="Arial"/>
              </a:defRPr>
            </a:lvl6pPr>
            <a:lvl7pPr algn="ctr">
              <a:defRPr sz="1875" b="1">
                <a:solidFill>
                  <a:srgbClr val="47AB2F"/>
                </a:solidFill>
                <a:latin typeface="Arial"/>
                <a:ea typeface="Microsoft YaHei"/>
                <a:cs typeface="Arial"/>
              </a:defRPr>
            </a:lvl7pPr>
            <a:lvl8pPr algn="ctr">
              <a:defRPr sz="1875" b="1">
                <a:solidFill>
                  <a:srgbClr val="47AB2F"/>
                </a:solidFill>
                <a:latin typeface="Arial"/>
                <a:ea typeface="Microsoft YaHei"/>
                <a:cs typeface="Arial"/>
              </a:defRPr>
            </a:lvl8pPr>
            <a:lvl9pPr algn="ctr">
              <a:defRPr sz="1875" b="1">
                <a:solidFill>
                  <a:srgbClr val="47AB2F"/>
                </a:solidFill>
                <a:latin typeface="Arial"/>
                <a:ea typeface="Microsoft YaHei"/>
                <a:cs typeface="Arial"/>
              </a:defRPr>
            </a:lvl9pPr>
          </a:lstStyle>
          <a:p xmlns:a="http://schemas.openxmlformats.org/drawingml/2006/main">
            <a:pPr algn="ctr">
              <a:defRPr sz="1875" b="1">
                <a:solidFill>
                  <a:srgbClr val="47AB2F"/>
                </a:solidFill>
                <a:latin typeface="Arial"/>
                <a:ea typeface="Microsoft YaHei"/>
                <a:cs typeface="Arial"/>
              </a:defRPr>
            </a:pPr>
            <a:r>
              <a:rPr sz="1875" b="1">
                <a:solidFill>
                  <a:srgbClr val="47AB2F"/>
                </a:solidFill>
                <a:latin typeface="Arial"/>
                <a:ea typeface="Microsoft YaHei"/>
                <a:cs typeface="Arial"/>
              </a:rPr>
              <a:t>提示适配</a:t>
            </a:r>
          </a:p>
        </p:txBody>
      </p:sp>
      <p:sp>
        <p:nvSpPr>
          <p:cNvPr id="24" name="能力细节">
            <a:extLst xmlns:a="http://schemas.openxmlformats.org/drawingml/2006/main">
              <a:ext uri="{FF2B5EF4-FFF2-40B4-BE49-F238E27FC236}">
                <a16:creationId xmlns:a16="http://schemas.microsoft.com/office/drawing/2014/main" id="{50A3B931-11E5-459A-870B-681302E8B4D3}"/>
              </a:ext>
            </a:extLst>
          </p:cNvPr>
          <p:cNvSpPr>
            <a:spLocks xmlns:a="http://schemas.openxmlformats.org/drawingml/2006/main" noGrp="1"/>
          </p:cNvSpPr>
          <p:nvPr/>
        </p:nvSpPr>
        <p:spPr>
          <a:xfrm xmlns:a="http://schemas.openxmlformats.org/drawingml/2006/main">
            <a:off x="8077200" y="2200275"/>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0">
                <a:solidFill>
                  <a:srgbClr val="111111"/>
                </a:solidFill>
                <a:latin typeface="Arial"/>
                <a:ea typeface="Microsoft YaHei"/>
                <a:cs typeface="Arial"/>
              </a:defRPr>
            </a:defPPr>
            <a:lvl1pPr algn="l">
              <a:defRPr sz="1575" b="0">
                <a:solidFill>
                  <a:srgbClr val="111111"/>
                </a:solidFill>
                <a:latin typeface="Arial"/>
                <a:ea typeface="Microsoft YaHei"/>
                <a:cs typeface="Arial"/>
              </a:defRPr>
            </a:lvl1pPr>
            <a:lvl2pPr algn="l">
              <a:defRPr sz="1575" b="0">
                <a:solidFill>
                  <a:srgbClr val="111111"/>
                </a:solidFill>
                <a:latin typeface="Arial"/>
                <a:ea typeface="Microsoft YaHei"/>
                <a:cs typeface="Arial"/>
              </a:defRPr>
            </a:lvl2pPr>
            <a:lvl3pPr algn="l">
              <a:defRPr sz="1575" b="0">
                <a:solidFill>
                  <a:srgbClr val="111111"/>
                </a:solidFill>
                <a:latin typeface="Arial"/>
                <a:ea typeface="Microsoft YaHei"/>
                <a:cs typeface="Arial"/>
              </a:defRPr>
            </a:lvl3pPr>
            <a:lvl4pPr algn="l">
              <a:defRPr sz="1575" b="0">
                <a:solidFill>
                  <a:srgbClr val="111111"/>
                </a:solidFill>
                <a:latin typeface="Arial"/>
                <a:ea typeface="Microsoft YaHei"/>
                <a:cs typeface="Arial"/>
              </a:defRPr>
            </a:lvl4pPr>
            <a:lvl5pPr algn="l">
              <a:defRPr sz="1575" b="0">
                <a:solidFill>
                  <a:srgbClr val="111111"/>
                </a:solidFill>
                <a:latin typeface="Arial"/>
                <a:ea typeface="Microsoft YaHei"/>
                <a:cs typeface="Arial"/>
              </a:defRPr>
            </a:lvl5pPr>
            <a:lvl6pPr algn="l">
              <a:defRPr sz="1575" b="0">
                <a:solidFill>
                  <a:srgbClr val="111111"/>
                </a:solidFill>
                <a:latin typeface="Arial"/>
                <a:ea typeface="Microsoft YaHei"/>
                <a:cs typeface="Arial"/>
              </a:defRPr>
            </a:lvl6pPr>
            <a:lvl7pPr algn="l">
              <a:defRPr sz="1575" b="0">
                <a:solidFill>
                  <a:srgbClr val="111111"/>
                </a:solidFill>
                <a:latin typeface="Arial"/>
                <a:ea typeface="Microsoft YaHei"/>
                <a:cs typeface="Arial"/>
              </a:defRPr>
            </a:lvl7pPr>
            <a:lvl8pPr algn="l">
              <a:defRPr sz="1575" b="0">
                <a:solidFill>
                  <a:srgbClr val="111111"/>
                </a:solidFill>
                <a:latin typeface="Arial"/>
                <a:ea typeface="Microsoft YaHei"/>
                <a:cs typeface="Arial"/>
              </a:defRPr>
            </a:lvl8pPr>
            <a:lvl9pPr algn="l">
              <a:defRPr sz="1575" b="0">
                <a:solidFill>
                  <a:srgbClr val="111111"/>
                </a:solidFill>
                <a:latin typeface="Arial"/>
                <a:ea typeface="Microsoft YaHei"/>
                <a:cs typeface="Arial"/>
              </a:defRPr>
            </a:lvl9pPr>
          </a:lstStyle>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点、框与已有掩码</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由提示编码器表达</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指定待分割的对象</a:t>
            </a:r>
          </a:p>
        </p:txBody>
      </p:sp>
      <p:sp>
        <p:nvSpPr>
          <p:cNvPr id="25" name="能力分组">
            <a:extLst xmlns:a="http://schemas.openxmlformats.org/drawingml/2006/main">
              <a:ext uri="{FF2B5EF4-FFF2-40B4-BE49-F238E27FC236}">
                <a16:creationId xmlns:a16="http://schemas.microsoft.com/office/drawing/2014/main" id="{516987A1-FC1B-4AE5-A122-D8B2C8F818E4}"/>
              </a:ext>
            </a:extLst>
          </p:cNvPr>
          <p:cNvSpPr>
            <a:spLocks xmlns:a="http://schemas.openxmlformats.org/drawingml/2006/main" noGrp="1"/>
          </p:cNvSpPr>
          <p:nvPr/>
        </p:nvSpPr>
        <p:spPr>
          <a:xfrm xmlns:a="http://schemas.openxmlformats.org/drawingml/2006/main">
            <a:off x="7915275" y="3152775"/>
            <a:ext cx="24955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9050">
            <a:solidFill>
              <a:srgbClr val="2465A8"/>
            </a:solidFill>
            <a:prstDash val="solid"/>
          </a:ln>
        </p:spPr>
      </p:sp>
      <p:sp>
        <p:nvSpPr>
          <p:cNvPr id="26" name="能力标题">
            <a:extLst xmlns:a="http://schemas.openxmlformats.org/drawingml/2006/main">
              <a:ext uri="{FF2B5EF4-FFF2-40B4-BE49-F238E27FC236}">
                <a16:creationId xmlns:a16="http://schemas.microsoft.com/office/drawing/2014/main" id="{8538584B-B04F-46BD-BF9F-0F970CD095F9}"/>
              </a:ext>
            </a:extLst>
          </p:cNvPr>
          <p:cNvSpPr>
            <a:spLocks xmlns:a="http://schemas.openxmlformats.org/drawingml/2006/main" noGrp="1"/>
          </p:cNvSpPr>
          <p:nvPr/>
        </p:nvSpPr>
        <p:spPr>
          <a:xfrm xmlns:a="http://schemas.openxmlformats.org/drawingml/2006/main">
            <a:off x="8029575" y="3200400"/>
            <a:ext cx="2266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2465A8"/>
                </a:solidFill>
                <a:latin typeface="Arial"/>
                <a:ea typeface="Microsoft YaHei"/>
                <a:cs typeface="Arial"/>
              </a:defRPr>
            </a:defPPr>
            <a:lvl1pPr algn="ctr">
              <a:defRPr sz="1875" b="1">
                <a:solidFill>
                  <a:srgbClr val="2465A8"/>
                </a:solidFill>
                <a:latin typeface="Arial"/>
                <a:ea typeface="Microsoft YaHei"/>
                <a:cs typeface="Arial"/>
              </a:defRPr>
            </a:lvl1pPr>
            <a:lvl2pPr algn="ctr">
              <a:defRPr sz="1875" b="1">
                <a:solidFill>
                  <a:srgbClr val="2465A8"/>
                </a:solidFill>
                <a:latin typeface="Arial"/>
                <a:ea typeface="Microsoft YaHei"/>
                <a:cs typeface="Arial"/>
              </a:defRPr>
            </a:lvl2pPr>
            <a:lvl3pPr algn="ctr">
              <a:defRPr sz="1875" b="1">
                <a:solidFill>
                  <a:srgbClr val="2465A8"/>
                </a:solidFill>
                <a:latin typeface="Arial"/>
                <a:ea typeface="Microsoft YaHei"/>
                <a:cs typeface="Arial"/>
              </a:defRPr>
            </a:lvl3pPr>
            <a:lvl4pPr algn="ctr">
              <a:defRPr sz="1875" b="1">
                <a:solidFill>
                  <a:srgbClr val="2465A8"/>
                </a:solidFill>
                <a:latin typeface="Arial"/>
                <a:ea typeface="Microsoft YaHei"/>
                <a:cs typeface="Arial"/>
              </a:defRPr>
            </a:lvl4pPr>
            <a:lvl5pPr algn="ctr">
              <a:defRPr sz="1875" b="1">
                <a:solidFill>
                  <a:srgbClr val="2465A8"/>
                </a:solidFill>
                <a:latin typeface="Arial"/>
                <a:ea typeface="Microsoft YaHei"/>
                <a:cs typeface="Arial"/>
              </a:defRPr>
            </a:lvl5pPr>
            <a:lvl6pPr algn="ctr">
              <a:defRPr sz="1875" b="1">
                <a:solidFill>
                  <a:srgbClr val="2465A8"/>
                </a:solidFill>
                <a:latin typeface="Arial"/>
                <a:ea typeface="Microsoft YaHei"/>
                <a:cs typeface="Arial"/>
              </a:defRPr>
            </a:lvl6pPr>
            <a:lvl7pPr algn="ctr">
              <a:defRPr sz="1875" b="1">
                <a:solidFill>
                  <a:srgbClr val="2465A8"/>
                </a:solidFill>
                <a:latin typeface="Arial"/>
                <a:ea typeface="Microsoft YaHei"/>
                <a:cs typeface="Arial"/>
              </a:defRPr>
            </a:lvl7pPr>
            <a:lvl8pPr algn="ctr">
              <a:defRPr sz="1875" b="1">
                <a:solidFill>
                  <a:srgbClr val="2465A8"/>
                </a:solidFill>
                <a:latin typeface="Arial"/>
                <a:ea typeface="Microsoft YaHei"/>
                <a:cs typeface="Arial"/>
              </a:defRPr>
            </a:lvl8pPr>
            <a:lvl9pPr algn="ctr">
              <a:defRPr sz="1875" b="1">
                <a:solidFill>
                  <a:srgbClr val="2465A8"/>
                </a:solidFill>
                <a:latin typeface="Arial"/>
                <a:ea typeface="Microsoft YaHei"/>
                <a:cs typeface="Arial"/>
              </a:defRPr>
            </a:lvl9pPr>
          </a:lstStyle>
          <a:p xmlns:a="http://schemas.openxmlformats.org/drawingml/2006/main">
            <a:pPr algn="ctr">
              <a:defRPr sz="1875" b="1">
                <a:solidFill>
                  <a:srgbClr val="2465A8"/>
                </a:solidFill>
                <a:latin typeface="Arial"/>
                <a:ea typeface="Microsoft YaHei"/>
                <a:cs typeface="Arial"/>
              </a:defRPr>
            </a:pPr>
            <a:r>
              <a:rPr sz="1875" b="1">
                <a:solidFill>
                  <a:srgbClr val="2465A8"/>
                </a:solidFill>
                <a:latin typeface="Arial"/>
                <a:ea typeface="Microsoft YaHei"/>
                <a:cs typeface="Arial"/>
              </a:rPr>
              <a:t>多解输出</a:t>
            </a:r>
          </a:p>
        </p:txBody>
      </p:sp>
      <p:sp>
        <p:nvSpPr>
          <p:cNvPr id="27" name="能力细节">
            <a:extLst xmlns:a="http://schemas.openxmlformats.org/drawingml/2006/main">
              <a:ext uri="{FF2B5EF4-FFF2-40B4-BE49-F238E27FC236}">
                <a16:creationId xmlns:a16="http://schemas.microsoft.com/office/drawing/2014/main" id="{F886CBD0-67FD-4246-A081-C2F8C16925D9}"/>
              </a:ext>
            </a:extLst>
          </p:cNvPr>
          <p:cNvSpPr>
            <a:spLocks xmlns:a="http://schemas.openxmlformats.org/drawingml/2006/main" noGrp="1"/>
          </p:cNvSpPr>
          <p:nvPr/>
        </p:nvSpPr>
        <p:spPr>
          <a:xfrm xmlns:a="http://schemas.openxmlformats.org/drawingml/2006/main">
            <a:off x="8077200" y="3543300"/>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0">
                <a:solidFill>
                  <a:srgbClr val="111111"/>
                </a:solidFill>
                <a:latin typeface="Arial"/>
                <a:ea typeface="Microsoft YaHei"/>
                <a:cs typeface="Arial"/>
              </a:defRPr>
            </a:defPPr>
            <a:lvl1pPr algn="l">
              <a:defRPr sz="1575" b="0">
                <a:solidFill>
                  <a:srgbClr val="111111"/>
                </a:solidFill>
                <a:latin typeface="Arial"/>
                <a:ea typeface="Microsoft YaHei"/>
                <a:cs typeface="Arial"/>
              </a:defRPr>
            </a:lvl1pPr>
            <a:lvl2pPr algn="l">
              <a:defRPr sz="1575" b="0">
                <a:solidFill>
                  <a:srgbClr val="111111"/>
                </a:solidFill>
                <a:latin typeface="Arial"/>
                <a:ea typeface="Microsoft YaHei"/>
                <a:cs typeface="Arial"/>
              </a:defRPr>
            </a:lvl2pPr>
            <a:lvl3pPr algn="l">
              <a:defRPr sz="1575" b="0">
                <a:solidFill>
                  <a:srgbClr val="111111"/>
                </a:solidFill>
                <a:latin typeface="Arial"/>
                <a:ea typeface="Microsoft YaHei"/>
                <a:cs typeface="Arial"/>
              </a:defRPr>
            </a:lvl3pPr>
            <a:lvl4pPr algn="l">
              <a:defRPr sz="1575" b="0">
                <a:solidFill>
                  <a:srgbClr val="111111"/>
                </a:solidFill>
                <a:latin typeface="Arial"/>
                <a:ea typeface="Microsoft YaHei"/>
                <a:cs typeface="Arial"/>
              </a:defRPr>
            </a:lvl4pPr>
            <a:lvl5pPr algn="l">
              <a:defRPr sz="1575" b="0">
                <a:solidFill>
                  <a:srgbClr val="111111"/>
                </a:solidFill>
                <a:latin typeface="Arial"/>
                <a:ea typeface="Microsoft YaHei"/>
                <a:cs typeface="Arial"/>
              </a:defRPr>
            </a:lvl5pPr>
            <a:lvl6pPr algn="l">
              <a:defRPr sz="1575" b="0">
                <a:solidFill>
                  <a:srgbClr val="111111"/>
                </a:solidFill>
                <a:latin typeface="Arial"/>
                <a:ea typeface="Microsoft YaHei"/>
                <a:cs typeface="Arial"/>
              </a:defRPr>
            </a:lvl6pPr>
            <a:lvl7pPr algn="l">
              <a:defRPr sz="1575" b="0">
                <a:solidFill>
                  <a:srgbClr val="111111"/>
                </a:solidFill>
                <a:latin typeface="Arial"/>
                <a:ea typeface="Microsoft YaHei"/>
                <a:cs typeface="Arial"/>
              </a:defRPr>
            </a:lvl7pPr>
            <a:lvl8pPr algn="l">
              <a:defRPr sz="1575" b="0">
                <a:solidFill>
                  <a:srgbClr val="111111"/>
                </a:solidFill>
                <a:latin typeface="Arial"/>
                <a:ea typeface="Microsoft YaHei"/>
                <a:cs typeface="Arial"/>
              </a:defRPr>
            </a:lvl8pPr>
            <a:lvl9pPr algn="l">
              <a:defRPr sz="1575" b="0">
                <a:solidFill>
                  <a:srgbClr val="111111"/>
                </a:solidFill>
                <a:latin typeface="Arial"/>
                <a:ea typeface="Microsoft YaHei"/>
                <a:cs typeface="Arial"/>
              </a:defRPr>
            </a:lvl9pPr>
          </a:lstStyle>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一次输出 3 个候选</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覆盖不同目标层级</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预测候选掩码质量</a:t>
            </a:r>
          </a:p>
        </p:txBody>
      </p:sp>
      <p:sp>
        <p:nvSpPr>
          <p:cNvPr id="28" name="能力分组">
            <a:extLst xmlns:a="http://schemas.openxmlformats.org/drawingml/2006/main">
              <a:ext uri="{FF2B5EF4-FFF2-40B4-BE49-F238E27FC236}">
                <a16:creationId xmlns:a16="http://schemas.microsoft.com/office/drawing/2014/main" id="{7A836A38-CF2E-48CC-AEA9-024D64C268D4}"/>
              </a:ext>
            </a:extLst>
          </p:cNvPr>
          <p:cNvSpPr>
            <a:spLocks xmlns:a="http://schemas.openxmlformats.org/drawingml/2006/main" noGrp="1"/>
          </p:cNvSpPr>
          <p:nvPr/>
        </p:nvSpPr>
        <p:spPr>
          <a:xfrm xmlns:a="http://schemas.openxmlformats.org/drawingml/2006/main">
            <a:off x="7915275" y="4495800"/>
            <a:ext cx="2495550" cy="1238250"/>
          </a:xfrm>
          <a:prstGeom xmlns:a="http://schemas.openxmlformats.org/drawingml/2006/main" prst="roundRect">
            <a:avLst>
              <a:gd name="adj" fmla="val 6154"/>
            </a:avLst>
          </a:prstGeom>
          <a:solidFill xmlns:a="http://schemas.openxmlformats.org/drawingml/2006/main">
            <a:srgbClr val="FFFFFF"/>
          </a:solidFill>
          <a:ln xmlns:a="http://schemas.openxmlformats.org/drawingml/2006/main" w="19050">
            <a:solidFill>
              <a:srgbClr val="F07832"/>
            </a:solidFill>
            <a:prstDash val="solid"/>
          </a:ln>
        </p:spPr>
      </p:sp>
      <p:sp>
        <p:nvSpPr>
          <p:cNvPr id="29" name="能力标题">
            <a:extLst xmlns:a="http://schemas.openxmlformats.org/drawingml/2006/main">
              <a:ext uri="{FF2B5EF4-FFF2-40B4-BE49-F238E27FC236}">
                <a16:creationId xmlns:a16="http://schemas.microsoft.com/office/drawing/2014/main" id="{411E466F-D8E2-4DD9-9C28-27F3A45F0E4E}"/>
              </a:ext>
            </a:extLst>
          </p:cNvPr>
          <p:cNvSpPr>
            <a:spLocks xmlns:a="http://schemas.openxmlformats.org/drawingml/2006/main" noGrp="1"/>
          </p:cNvSpPr>
          <p:nvPr/>
        </p:nvSpPr>
        <p:spPr>
          <a:xfrm xmlns:a="http://schemas.openxmlformats.org/drawingml/2006/main">
            <a:off x="8029575" y="4543425"/>
            <a:ext cx="2266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F07832"/>
                </a:solidFill>
                <a:latin typeface="Arial"/>
                <a:ea typeface="Microsoft YaHei"/>
                <a:cs typeface="Arial"/>
              </a:defRPr>
            </a:defPPr>
            <a:lvl1pPr algn="ctr">
              <a:defRPr sz="1875" b="1">
                <a:solidFill>
                  <a:srgbClr val="F07832"/>
                </a:solidFill>
                <a:latin typeface="Arial"/>
                <a:ea typeface="Microsoft YaHei"/>
                <a:cs typeface="Arial"/>
              </a:defRPr>
            </a:lvl1pPr>
            <a:lvl2pPr algn="ctr">
              <a:defRPr sz="1875" b="1">
                <a:solidFill>
                  <a:srgbClr val="F07832"/>
                </a:solidFill>
                <a:latin typeface="Arial"/>
                <a:ea typeface="Microsoft YaHei"/>
                <a:cs typeface="Arial"/>
              </a:defRPr>
            </a:lvl2pPr>
            <a:lvl3pPr algn="ctr">
              <a:defRPr sz="1875" b="1">
                <a:solidFill>
                  <a:srgbClr val="F07832"/>
                </a:solidFill>
                <a:latin typeface="Arial"/>
                <a:ea typeface="Microsoft YaHei"/>
                <a:cs typeface="Arial"/>
              </a:defRPr>
            </a:lvl3pPr>
            <a:lvl4pPr algn="ctr">
              <a:defRPr sz="1875" b="1">
                <a:solidFill>
                  <a:srgbClr val="F07832"/>
                </a:solidFill>
                <a:latin typeface="Arial"/>
                <a:ea typeface="Microsoft YaHei"/>
                <a:cs typeface="Arial"/>
              </a:defRPr>
            </a:lvl4pPr>
            <a:lvl5pPr algn="ctr">
              <a:defRPr sz="1875" b="1">
                <a:solidFill>
                  <a:srgbClr val="F07832"/>
                </a:solidFill>
                <a:latin typeface="Arial"/>
                <a:ea typeface="Microsoft YaHei"/>
                <a:cs typeface="Arial"/>
              </a:defRPr>
            </a:lvl5pPr>
            <a:lvl6pPr algn="ctr">
              <a:defRPr sz="1875" b="1">
                <a:solidFill>
                  <a:srgbClr val="F07832"/>
                </a:solidFill>
                <a:latin typeface="Arial"/>
                <a:ea typeface="Microsoft YaHei"/>
                <a:cs typeface="Arial"/>
              </a:defRPr>
            </a:lvl6pPr>
            <a:lvl7pPr algn="ctr">
              <a:defRPr sz="1875" b="1">
                <a:solidFill>
                  <a:srgbClr val="F07832"/>
                </a:solidFill>
                <a:latin typeface="Arial"/>
                <a:ea typeface="Microsoft YaHei"/>
                <a:cs typeface="Arial"/>
              </a:defRPr>
            </a:lvl7pPr>
            <a:lvl8pPr algn="ctr">
              <a:defRPr sz="1875" b="1">
                <a:solidFill>
                  <a:srgbClr val="F07832"/>
                </a:solidFill>
                <a:latin typeface="Arial"/>
                <a:ea typeface="Microsoft YaHei"/>
                <a:cs typeface="Arial"/>
              </a:defRPr>
            </a:lvl8pPr>
            <a:lvl9pPr algn="ctr">
              <a:defRPr sz="1875" b="1">
                <a:solidFill>
                  <a:srgbClr val="F07832"/>
                </a:solidFill>
                <a:latin typeface="Arial"/>
                <a:ea typeface="Microsoft YaHei"/>
                <a:cs typeface="Arial"/>
              </a:defRPr>
            </a:lvl9pPr>
          </a:lstStyle>
          <a:p xmlns:a="http://schemas.openxmlformats.org/drawingml/2006/main">
            <a:pPr algn="ctr">
              <a:defRPr sz="1875" b="1">
                <a:solidFill>
                  <a:srgbClr val="F07832"/>
                </a:solidFill>
                <a:latin typeface="Arial"/>
                <a:ea typeface="Microsoft YaHei"/>
                <a:cs typeface="Arial"/>
              </a:defRPr>
            </a:pPr>
            <a:r>
              <a:rPr sz="1875" b="1">
                <a:solidFill>
                  <a:srgbClr val="F07832"/>
                </a:solidFill>
                <a:latin typeface="Arial"/>
                <a:ea typeface="Microsoft YaHei"/>
                <a:cs typeface="Arial"/>
              </a:rPr>
              <a:t>交互效率</a:t>
            </a:r>
          </a:p>
        </p:txBody>
      </p:sp>
      <p:sp>
        <p:nvSpPr>
          <p:cNvPr id="30" name="能力细节">
            <a:extLst xmlns:a="http://schemas.openxmlformats.org/drawingml/2006/main">
              <a:ext uri="{FF2B5EF4-FFF2-40B4-BE49-F238E27FC236}">
                <a16:creationId xmlns:a16="http://schemas.microsoft.com/office/drawing/2014/main" id="{FD2FC119-99C4-4848-865A-EBEA5483CD25}"/>
              </a:ext>
            </a:extLst>
          </p:cNvPr>
          <p:cNvSpPr>
            <a:spLocks xmlns:a="http://schemas.openxmlformats.org/drawingml/2006/main" noGrp="1"/>
          </p:cNvSpPr>
          <p:nvPr/>
        </p:nvSpPr>
        <p:spPr>
          <a:xfrm xmlns:a="http://schemas.openxmlformats.org/drawingml/2006/main">
            <a:off x="8077200" y="4886325"/>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0">
                <a:solidFill>
                  <a:srgbClr val="111111"/>
                </a:solidFill>
                <a:latin typeface="Arial"/>
                <a:ea typeface="Microsoft YaHei"/>
                <a:cs typeface="Arial"/>
              </a:defRPr>
            </a:defPPr>
            <a:lvl1pPr algn="l">
              <a:defRPr sz="1575" b="0">
                <a:solidFill>
                  <a:srgbClr val="111111"/>
                </a:solidFill>
                <a:latin typeface="Arial"/>
                <a:ea typeface="Microsoft YaHei"/>
                <a:cs typeface="Arial"/>
              </a:defRPr>
            </a:lvl1pPr>
            <a:lvl2pPr algn="l">
              <a:defRPr sz="1575" b="0">
                <a:solidFill>
                  <a:srgbClr val="111111"/>
                </a:solidFill>
                <a:latin typeface="Arial"/>
                <a:ea typeface="Microsoft YaHei"/>
                <a:cs typeface="Arial"/>
              </a:defRPr>
            </a:lvl2pPr>
            <a:lvl3pPr algn="l">
              <a:defRPr sz="1575" b="0">
                <a:solidFill>
                  <a:srgbClr val="111111"/>
                </a:solidFill>
                <a:latin typeface="Arial"/>
                <a:ea typeface="Microsoft YaHei"/>
                <a:cs typeface="Arial"/>
              </a:defRPr>
            </a:lvl3pPr>
            <a:lvl4pPr algn="l">
              <a:defRPr sz="1575" b="0">
                <a:solidFill>
                  <a:srgbClr val="111111"/>
                </a:solidFill>
                <a:latin typeface="Arial"/>
                <a:ea typeface="Microsoft YaHei"/>
                <a:cs typeface="Arial"/>
              </a:defRPr>
            </a:lvl4pPr>
            <a:lvl5pPr algn="l">
              <a:defRPr sz="1575" b="0">
                <a:solidFill>
                  <a:srgbClr val="111111"/>
                </a:solidFill>
                <a:latin typeface="Arial"/>
                <a:ea typeface="Microsoft YaHei"/>
                <a:cs typeface="Arial"/>
              </a:defRPr>
            </a:lvl5pPr>
            <a:lvl6pPr algn="l">
              <a:defRPr sz="1575" b="0">
                <a:solidFill>
                  <a:srgbClr val="111111"/>
                </a:solidFill>
                <a:latin typeface="Arial"/>
                <a:ea typeface="Microsoft YaHei"/>
                <a:cs typeface="Arial"/>
              </a:defRPr>
            </a:lvl6pPr>
            <a:lvl7pPr algn="l">
              <a:defRPr sz="1575" b="0">
                <a:solidFill>
                  <a:srgbClr val="111111"/>
                </a:solidFill>
                <a:latin typeface="Arial"/>
                <a:ea typeface="Microsoft YaHei"/>
                <a:cs typeface="Arial"/>
              </a:defRPr>
            </a:lvl7pPr>
            <a:lvl8pPr algn="l">
              <a:defRPr sz="1575" b="0">
                <a:solidFill>
                  <a:srgbClr val="111111"/>
                </a:solidFill>
                <a:latin typeface="Arial"/>
                <a:ea typeface="Microsoft YaHei"/>
                <a:cs typeface="Arial"/>
              </a:defRPr>
            </a:lvl8pPr>
            <a:lvl9pPr algn="l">
              <a:defRPr sz="1575" b="0">
                <a:solidFill>
                  <a:srgbClr val="111111"/>
                </a:solidFill>
                <a:latin typeface="Arial"/>
                <a:ea typeface="Microsoft YaHei"/>
                <a:cs typeface="Arial"/>
              </a:defRPr>
            </a:lvl9pPr>
          </a:lstStyle>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图像特征重复使用</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轻量提示编码 / 解码</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预计算后约 50 ms</a:t>
            </a:r>
          </a:p>
        </p:txBody>
      </p:sp>
      <p:sp>
        <p:nvSpPr>
          <p:cNvPr id="31" name="关系箭头">
            <a:extLst xmlns:a="http://schemas.openxmlformats.org/drawingml/2006/main">
              <a:ext uri="{FF2B5EF4-FFF2-40B4-BE49-F238E27FC236}">
                <a16:creationId xmlns:a16="http://schemas.microsoft.com/office/drawing/2014/main" id="{0639B091-22A6-4E55-9A9E-9AAA71C3EB3F}"/>
              </a:ext>
            </a:extLst>
          </p:cNvPr>
          <p:cNvSpPr>
            <a:spLocks xmlns:a="http://schemas.openxmlformats.org/drawingml/2006/main" noGrp="1"/>
          </p:cNvSpPr>
          <p:nvPr/>
        </p:nvSpPr>
        <p:spPr>
          <a:xfrm xmlns:a="http://schemas.openxmlformats.org/drawingml/2006/main">
            <a:off x="10487025" y="3429000"/>
            <a:ext cx="314325" cy="590550"/>
          </a:xfrm>
          <a:prstGeom xmlns:a="http://schemas.openxmlformats.org/drawingml/2006/main" prst="rightArrow">
            <a:avLst/>
          </a:prstGeom>
          <a:solidFill xmlns:a="http://schemas.openxmlformats.org/drawingml/2006/main">
            <a:srgbClr val="9EBDDE"/>
          </a:solidFill>
          <a:ln xmlns:a="http://schemas.openxmlformats.org/drawingml/2006/main" w="0">
            <a:noFill/>
            <a:prstDash val="solid"/>
          </a:ln>
        </p:spPr>
      </p:sp>
      <p:sp>
        <p:nvSpPr>
          <p:cNvPr id="32" name="下游任务">
            <a:extLst xmlns:a="http://schemas.openxmlformats.org/drawingml/2006/main">
              <a:ext uri="{FF2B5EF4-FFF2-40B4-BE49-F238E27FC236}">
                <a16:creationId xmlns:a16="http://schemas.microsoft.com/office/drawing/2014/main" id="{D3927BF9-5BEA-46F1-8CC9-02430CF9977C}"/>
              </a:ext>
            </a:extLst>
          </p:cNvPr>
          <p:cNvSpPr>
            <a:spLocks xmlns:a="http://schemas.openxmlformats.org/drawingml/2006/main" noGrp="1"/>
          </p:cNvSpPr>
          <p:nvPr/>
        </p:nvSpPr>
        <p:spPr>
          <a:xfrm xmlns:a="http://schemas.openxmlformats.org/drawingml/2006/main">
            <a:off x="10877550" y="1790700"/>
            <a:ext cx="1028700" cy="942975"/>
          </a:xfrm>
          <a:prstGeom xmlns:a="http://schemas.openxmlformats.org/drawingml/2006/main" prst="roundRect">
            <a:avLst>
              <a:gd name="adj" fmla="val 8081"/>
            </a:avLst>
          </a:prstGeom>
          <a:solidFill xmlns:a="http://schemas.openxmlformats.org/drawingml/2006/main">
            <a:srgbClr val="DAE8F5"/>
          </a:solidFill>
          <a:ln xmlns:a="http://schemas.openxmlformats.org/drawingml/2006/main" w="17145">
            <a:solidFill>
              <a:srgbClr val="22257C"/>
            </a:solidFill>
            <a:prstDash val="dot"/>
          </a:ln>
        </p:spPr>
      </p:sp>
      <p:sp>
        <p:nvSpPr>
          <p:cNvPr id="33" name="任务标签">
            <a:extLst xmlns:a="http://schemas.openxmlformats.org/drawingml/2006/main">
              <a:ext uri="{FF2B5EF4-FFF2-40B4-BE49-F238E27FC236}">
                <a16:creationId xmlns:a16="http://schemas.microsoft.com/office/drawing/2014/main" id="{F4E4CE02-6934-4C4B-B8C9-EEAA23726405}"/>
              </a:ext>
            </a:extLst>
          </p:cNvPr>
          <p:cNvSpPr>
            <a:spLocks xmlns:a="http://schemas.openxmlformats.org/drawingml/2006/main" noGrp="1"/>
          </p:cNvSpPr>
          <p:nvPr/>
        </p:nvSpPr>
        <p:spPr>
          <a:xfrm xmlns:a="http://schemas.openxmlformats.org/drawingml/2006/main">
            <a:off x="10953750" y="1838325"/>
            <a:ext cx="8763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950" b="1">
                <a:solidFill>
                  <a:srgbClr val="111111"/>
                </a:solidFill>
                <a:latin typeface="Arial"/>
                <a:ea typeface="Microsoft YaHei"/>
                <a:cs typeface="Arial"/>
              </a:defRPr>
            </a:defPPr>
            <a:lvl1pPr algn="ctr">
              <a:defRPr sz="1950" b="1">
                <a:solidFill>
                  <a:srgbClr val="111111"/>
                </a:solidFill>
                <a:latin typeface="Arial"/>
                <a:ea typeface="Microsoft YaHei"/>
                <a:cs typeface="Arial"/>
              </a:defRPr>
            </a:lvl1pPr>
            <a:lvl2pPr algn="ctr">
              <a:defRPr sz="1950" b="1">
                <a:solidFill>
                  <a:srgbClr val="111111"/>
                </a:solidFill>
                <a:latin typeface="Arial"/>
                <a:ea typeface="Microsoft YaHei"/>
                <a:cs typeface="Arial"/>
              </a:defRPr>
            </a:lvl2pPr>
            <a:lvl3pPr algn="ctr">
              <a:defRPr sz="1950" b="1">
                <a:solidFill>
                  <a:srgbClr val="111111"/>
                </a:solidFill>
                <a:latin typeface="Arial"/>
                <a:ea typeface="Microsoft YaHei"/>
                <a:cs typeface="Arial"/>
              </a:defRPr>
            </a:lvl3pPr>
            <a:lvl4pPr algn="ctr">
              <a:defRPr sz="1950" b="1">
                <a:solidFill>
                  <a:srgbClr val="111111"/>
                </a:solidFill>
                <a:latin typeface="Arial"/>
                <a:ea typeface="Microsoft YaHei"/>
                <a:cs typeface="Arial"/>
              </a:defRPr>
            </a:lvl4pPr>
            <a:lvl5pPr algn="ctr">
              <a:defRPr sz="1950" b="1">
                <a:solidFill>
                  <a:srgbClr val="111111"/>
                </a:solidFill>
                <a:latin typeface="Arial"/>
                <a:ea typeface="Microsoft YaHei"/>
                <a:cs typeface="Arial"/>
              </a:defRPr>
            </a:lvl5pPr>
            <a:lvl6pPr algn="ctr">
              <a:defRPr sz="1950" b="1">
                <a:solidFill>
                  <a:srgbClr val="111111"/>
                </a:solidFill>
                <a:latin typeface="Arial"/>
                <a:ea typeface="Microsoft YaHei"/>
                <a:cs typeface="Arial"/>
              </a:defRPr>
            </a:lvl6pPr>
            <a:lvl7pPr algn="ctr">
              <a:defRPr sz="1950" b="1">
                <a:solidFill>
                  <a:srgbClr val="111111"/>
                </a:solidFill>
                <a:latin typeface="Arial"/>
                <a:ea typeface="Microsoft YaHei"/>
                <a:cs typeface="Arial"/>
              </a:defRPr>
            </a:lvl7pPr>
            <a:lvl8pPr algn="ctr">
              <a:defRPr sz="1950" b="1">
                <a:solidFill>
                  <a:srgbClr val="111111"/>
                </a:solidFill>
                <a:latin typeface="Arial"/>
                <a:ea typeface="Microsoft YaHei"/>
                <a:cs typeface="Arial"/>
              </a:defRPr>
            </a:lvl8pPr>
            <a:lvl9pPr algn="ctr">
              <a:defRPr sz="1950" b="1">
                <a:solidFill>
                  <a:srgbClr val="111111"/>
                </a:solidFill>
                <a:latin typeface="Arial"/>
                <a:ea typeface="Microsoft YaHei"/>
                <a:cs typeface="Arial"/>
              </a:defRPr>
            </a:lvl9pPr>
          </a:lstStyle>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交互</a:t>
            </a:r>
          </a:p>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分割</a:t>
            </a:r>
          </a:p>
        </p:txBody>
      </p:sp>
      <p:sp>
        <p:nvSpPr>
          <p:cNvPr id="34" name="下游任务">
            <a:extLst xmlns:a="http://schemas.openxmlformats.org/drawingml/2006/main">
              <a:ext uri="{FF2B5EF4-FFF2-40B4-BE49-F238E27FC236}">
                <a16:creationId xmlns:a16="http://schemas.microsoft.com/office/drawing/2014/main" id="{AB43D2B5-71A0-4E5A-977F-C4548336938A}"/>
              </a:ext>
            </a:extLst>
          </p:cNvPr>
          <p:cNvSpPr>
            <a:spLocks xmlns:a="http://schemas.openxmlformats.org/drawingml/2006/main" noGrp="1"/>
          </p:cNvSpPr>
          <p:nvPr/>
        </p:nvSpPr>
        <p:spPr>
          <a:xfrm xmlns:a="http://schemas.openxmlformats.org/drawingml/2006/main">
            <a:off x="10877550" y="2800350"/>
            <a:ext cx="1028700" cy="942975"/>
          </a:xfrm>
          <a:prstGeom xmlns:a="http://schemas.openxmlformats.org/drawingml/2006/main" prst="roundRect">
            <a:avLst>
              <a:gd name="adj" fmla="val 8081"/>
            </a:avLst>
          </a:prstGeom>
          <a:solidFill xmlns:a="http://schemas.openxmlformats.org/drawingml/2006/main">
            <a:srgbClr val="DAE8F5"/>
          </a:solidFill>
          <a:ln xmlns:a="http://schemas.openxmlformats.org/drawingml/2006/main" w="17145">
            <a:solidFill>
              <a:srgbClr val="22257C"/>
            </a:solidFill>
            <a:prstDash val="dot"/>
          </a:ln>
        </p:spPr>
      </p:sp>
      <p:sp>
        <p:nvSpPr>
          <p:cNvPr id="35" name="任务标签">
            <a:extLst xmlns:a="http://schemas.openxmlformats.org/drawingml/2006/main">
              <a:ext uri="{FF2B5EF4-FFF2-40B4-BE49-F238E27FC236}">
                <a16:creationId xmlns:a16="http://schemas.microsoft.com/office/drawing/2014/main" id="{1B2486CF-6261-4229-8466-5297BF96CB65}"/>
              </a:ext>
            </a:extLst>
          </p:cNvPr>
          <p:cNvSpPr>
            <a:spLocks xmlns:a="http://schemas.openxmlformats.org/drawingml/2006/main" noGrp="1"/>
          </p:cNvSpPr>
          <p:nvPr/>
        </p:nvSpPr>
        <p:spPr>
          <a:xfrm xmlns:a="http://schemas.openxmlformats.org/drawingml/2006/main">
            <a:off x="10953750" y="2847975"/>
            <a:ext cx="8763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950" b="1">
                <a:solidFill>
                  <a:srgbClr val="111111"/>
                </a:solidFill>
                <a:latin typeface="Arial"/>
                <a:ea typeface="Microsoft YaHei"/>
                <a:cs typeface="Arial"/>
              </a:defRPr>
            </a:defPPr>
            <a:lvl1pPr algn="ctr">
              <a:defRPr sz="1950" b="1">
                <a:solidFill>
                  <a:srgbClr val="111111"/>
                </a:solidFill>
                <a:latin typeface="Arial"/>
                <a:ea typeface="Microsoft YaHei"/>
                <a:cs typeface="Arial"/>
              </a:defRPr>
            </a:lvl1pPr>
            <a:lvl2pPr algn="ctr">
              <a:defRPr sz="1950" b="1">
                <a:solidFill>
                  <a:srgbClr val="111111"/>
                </a:solidFill>
                <a:latin typeface="Arial"/>
                <a:ea typeface="Microsoft YaHei"/>
                <a:cs typeface="Arial"/>
              </a:defRPr>
            </a:lvl2pPr>
            <a:lvl3pPr algn="ctr">
              <a:defRPr sz="1950" b="1">
                <a:solidFill>
                  <a:srgbClr val="111111"/>
                </a:solidFill>
                <a:latin typeface="Arial"/>
                <a:ea typeface="Microsoft YaHei"/>
                <a:cs typeface="Arial"/>
              </a:defRPr>
            </a:lvl3pPr>
            <a:lvl4pPr algn="ctr">
              <a:defRPr sz="1950" b="1">
                <a:solidFill>
                  <a:srgbClr val="111111"/>
                </a:solidFill>
                <a:latin typeface="Arial"/>
                <a:ea typeface="Microsoft YaHei"/>
                <a:cs typeface="Arial"/>
              </a:defRPr>
            </a:lvl4pPr>
            <a:lvl5pPr algn="ctr">
              <a:defRPr sz="1950" b="1">
                <a:solidFill>
                  <a:srgbClr val="111111"/>
                </a:solidFill>
                <a:latin typeface="Arial"/>
                <a:ea typeface="Microsoft YaHei"/>
                <a:cs typeface="Arial"/>
              </a:defRPr>
            </a:lvl5pPr>
            <a:lvl6pPr algn="ctr">
              <a:defRPr sz="1950" b="1">
                <a:solidFill>
                  <a:srgbClr val="111111"/>
                </a:solidFill>
                <a:latin typeface="Arial"/>
                <a:ea typeface="Microsoft YaHei"/>
                <a:cs typeface="Arial"/>
              </a:defRPr>
            </a:lvl6pPr>
            <a:lvl7pPr algn="ctr">
              <a:defRPr sz="1950" b="1">
                <a:solidFill>
                  <a:srgbClr val="111111"/>
                </a:solidFill>
                <a:latin typeface="Arial"/>
                <a:ea typeface="Microsoft YaHei"/>
                <a:cs typeface="Arial"/>
              </a:defRPr>
            </a:lvl7pPr>
            <a:lvl8pPr algn="ctr">
              <a:defRPr sz="1950" b="1">
                <a:solidFill>
                  <a:srgbClr val="111111"/>
                </a:solidFill>
                <a:latin typeface="Arial"/>
                <a:ea typeface="Microsoft YaHei"/>
                <a:cs typeface="Arial"/>
              </a:defRPr>
            </a:lvl8pPr>
            <a:lvl9pPr algn="ctr">
              <a:defRPr sz="1950" b="1">
                <a:solidFill>
                  <a:srgbClr val="111111"/>
                </a:solidFill>
                <a:latin typeface="Arial"/>
                <a:ea typeface="Microsoft YaHei"/>
                <a:cs typeface="Arial"/>
              </a:defRPr>
            </a:lvl9pPr>
          </a:lstStyle>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实例</a:t>
            </a:r>
          </a:p>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分割</a:t>
            </a:r>
          </a:p>
        </p:txBody>
      </p:sp>
      <p:sp>
        <p:nvSpPr>
          <p:cNvPr id="36" name="下游任务">
            <a:extLst xmlns:a="http://schemas.openxmlformats.org/drawingml/2006/main">
              <a:ext uri="{FF2B5EF4-FFF2-40B4-BE49-F238E27FC236}">
                <a16:creationId xmlns:a16="http://schemas.microsoft.com/office/drawing/2014/main" id="{21059F11-9BCF-4068-A22D-33FB5DC98E3F}"/>
              </a:ext>
            </a:extLst>
          </p:cNvPr>
          <p:cNvSpPr>
            <a:spLocks xmlns:a="http://schemas.openxmlformats.org/drawingml/2006/main" noGrp="1"/>
          </p:cNvSpPr>
          <p:nvPr/>
        </p:nvSpPr>
        <p:spPr>
          <a:xfrm xmlns:a="http://schemas.openxmlformats.org/drawingml/2006/main">
            <a:off x="10877550" y="3810000"/>
            <a:ext cx="1028700" cy="942975"/>
          </a:xfrm>
          <a:prstGeom xmlns:a="http://schemas.openxmlformats.org/drawingml/2006/main" prst="roundRect">
            <a:avLst>
              <a:gd name="adj" fmla="val 8081"/>
            </a:avLst>
          </a:prstGeom>
          <a:solidFill xmlns:a="http://schemas.openxmlformats.org/drawingml/2006/main">
            <a:srgbClr val="DAE8F5"/>
          </a:solidFill>
          <a:ln xmlns:a="http://schemas.openxmlformats.org/drawingml/2006/main" w="17145">
            <a:solidFill>
              <a:srgbClr val="22257C"/>
            </a:solidFill>
            <a:prstDash val="dot"/>
          </a:ln>
        </p:spPr>
      </p:sp>
      <p:sp>
        <p:nvSpPr>
          <p:cNvPr id="37" name="任务标签">
            <a:extLst xmlns:a="http://schemas.openxmlformats.org/drawingml/2006/main">
              <a:ext uri="{FF2B5EF4-FFF2-40B4-BE49-F238E27FC236}">
                <a16:creationId xmlns:a16="http://schemas.microsoft.com/office/drawing/2014/main" id="{0274CD3D-C6F3-4479-A27A-250BC66972A1}"/>
              </a:ext>
            </a:extLst>
          </p:cNvPr>
          <p:cNvSpPr>
            <a:spLocks xmlns:a="http://schemas.openxmlformats.org/drawingml/2006/main" noGrp="1"/>
          </p:cNvSpPr>
          <p:nvPr/>
        </p:nvSpPr>
        <p:spPr>
          <a:xfrm xmlns:a="http://schemas.openxmlformats.org/drawingml/2006/main">
            <a:off x="10953750" y="3857625"/>
            <a:ext cx="8763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950" b="1">
                <a:solidFill>
                  <a:srgbClr val="111111"/>
                </a:solidFill>
                <a:latin typeface="Arial"/>
                <a:ea typeface="Microsoft YaHei"/>
                <a:cs typeface="Arial"/>
              </a:defRPr>
            </a:defPPr>
            <a:lvl1pPr algn="ctr">
              <a:defRPr sz="1950" b="1">
                <a:solidFill>
                  <a:srgbClr val="111111"/>
                </a:solidFill>
                <a:latin typeface="Arial"/>
                <a:ea typeface="Microsoft YaHei"/>
                <a:cs typeface="Arial"/>
              </a:defRPr>
            </a:lvl1pPr>
            <a:lvl2pPr algn="ctr">
              <a:defRPr sz="1950" b="1">
                <a:solidFill>
                  <a:srgbClr val="111111"/>
                </a:solidFill>
                <a:latin typeface="Arial"/>
                <a:ea typeface="Microsoft YaHei"/>
                <a:cs typeface="Arial"/>
              </a:defRPr>
            </a:lvl2pPr>
            <a:lvl3pPr algn="ctr">
              <a:defRPr sz="1950" b="1">
                <a:solidFill>
                  <a:srgbClr val="111111"/>
                </a:solidFill>
                <a:latin typeface="Arial"/>
                <a:ea typeface="Microsoft YaHei"/>
                <a:cs typeface="Arial"/>
              </a:defRPr>
            </a:lvl3pPr>
            <a:lvl4pPr algn="ctr">
              <a:defRPr sz="1950" b="1">
                <a:solidFill>
                  <a:srgbClr val="111111"/>
                </a:solidFill>
                <a:latin typeface="Arial"/>
                <a:ea typeface="Microsoft YaHei"/>
                <a:cs typeface="Arial"/>
              </a:defRPr>
            </a:lvl4pPr>
            <a:lvl5pPr algn="ctr">
              <a:defRPr sz="1950" b="1">
                <a:solidFill>
                  <a:srgbClr val="111111"/>
                </a:solidFill>
                <a:latin typeface="Arial"/>
                <a:ea typeface="Microsoft YaHei"/>
                <a:cs typeface="Arial"/>
              </a:defRPr>
            </a:lvl5pPr>
            <a:lvl6pPr algn="ctr">
              <a:defRPr sz="1950" b="1">
                <a:solidFill>
                  <a:srgbClr val="111111"/>
                </a:solidFill>
                <a:latin typeface="Arial"/>
                <a:ea typeface="Microsoft YaHei"/>
                <a:cs typeface="Arial"/>
              </a:defRPr>
            </a:lvl6pPr>
            <a:lvl7pPr algn="ctr">
              <a:defRPr sz="1950" b="1">
                <a:solidFill>
                  <a:srgbClr val="111111"/>
                </a:solidFill>
                <a:latin typeface="Arial"/>
                <a:ea typeface="Microsoft YaHei"/>
                <a:cs typeface="Arial"/>
              </a:defRPr>
            </a:lvl7pPr>
            <a:lvl8pPr algn="ctr">
              <a:defRPr sz="1950" b="1">
                <a:solidFill>
                  <a:srgbClr val="111111"/>
                </a:solidFill>
                <a:latin typeface="Arial"/>
                <a:ea typeface="Microsoft YaHei"/>
                <a:cs typeface="Arial"/>
              </a:defRPr>
            </a:lvl8pPr>
            <a:lvl9pPr algn="ctr">
              <a:defRPr sz="1950" b="1">
                <a:solidFill>
                  <a:srgbClr val="111111"/>
                </a:solidFill>
                <a:latin typeface="Arial"/>
                <a:ea typeface="Microsoft YaHei"/>
                <a:cs typeface="Arial"/>
              </a:defRPr>
            </a:lvl9pPr>
          </a:lstStyle>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候选</a:t>
            </a:r>
          </a:p>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区域</a:t>
            </a:r>
          </a:p>
        </p:txBody>
      </p:sp>
      <p:sp>
        <p:nvSpPr>
          <p:cNvPr id="38" name="下游任务">
            <a:extLst xmlns:a="http://schemas.openxmlformats.org/drawingml/2006/main">
              <a:ext uri="{FF2B5EF4-FFF2-40B4-BE49-F238E27FC236}">
                <a16:creationId xmlns:a16="http://schemas.microsoft.com/office/drawing/2014/main" id="{9C83CB04-1A3E-4538-A99E-281429FAD102}"/>
              </a:ext>
            </a:extLst>
          </p:cNvPr>
          <p:cNvSpPr>
            <a:spLocks xmlns:a="http://schemas.openxmlformats.org/drawingml/2006/main" noGrp="1"/>
          </p:cNvSpPr>
          <p:nvPr/>
        </p:nvSpPr>
        <p:spPr>
          <a:xfrm xmlns:a="http://schemas.openxmlformats.org/drawingml/2006/main">
            <a:off x="10877550" y="4819650"/>
            <a:ext cx="1028700" cy="942975"/>
          </a:xfrm>
          <a:prstGeom xmlns:a="http://schemas.openxmlformats.org/drawingml/2006/main" prst="roundRect">
            <a:avLst>
              <a:gd name="adj" fmla="val 8081"/>
            </a:avLst>
          </a:prstGeom>
          <a:solidFill xmlns:a="http://schemas.openxmlformats.org/drawingml/2006/main">
            <a:srgbClr val="DAE8F5"/>
          </a:solidFill>
          <a:ln xmlns:a="http://schemas.openxmlformats.org/drawingml/2006/main" w="17145">
            <a:solidFill>
              <a:srgbClr val="22257C"/>
            </a:solidFill>
            <a:prstDash val="dot"/>
          </a:ln>
        </p:spPr>
      </p:sp>
      <p:sp>
        <p:nvSpPr>
          <p:cNvPr id="39" name="任务标签">
            <a:extLst xmlns:a="http://schemas.openxmlformats.org/drawingml/2006/main">
              <a:ext uri="{FF2B5EF4-FFF2-40B4-BE49-F238E27FC236}">
                <a16:creationId xmlns:a16="http://schemas.microsoft.com/office/drawing/2014/main" id="{FCE65C2B-CCB2-4EE7-826B-9E880A81F3ED}"/>
              </a:ext>
            </a:extLst>
          </p:cNvPr>
          <p:cNvSpPr>
            <a:spLocks xmlns:a="http://schemas.openxmlformats.org/drawingml/2006/main" noGrp="1"/>
          </p:cNvSpPr>
          <p:nvPr/>
        </p:nvSpPr>
        <p:spPr>
          <a:xfrm xmlns:a="http://schemas.openxmlformats.org/drawingml/2006/main">
            <a:off x="10953750" y="4867275"/>
            <a:ext cx="876300" cy="847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950" b="1">
                <a:solidFill>
                  <a:srgbClr val="111111"/>
                </a:solidFill>
                <a:latin typeface="Arial"/>
                <a:ea typeface="Microsoft YaHei"/>
                <a:cs typeface="Arial"/>
              </a:defRPr>
            </a:defPPr>
            <a:lvl1pPr algn="ctr">
              <a:defRPr sz="1950" b="1">
                <a:solidFill>
                  <a:srgbClr val="111111"/>
                </a:solidFill>
                <a:latin typeface="Arial"/>
                <a:ea typeface="Microsoft YaHei"/>
                <a:cs typeface="Arial"/>
              </a:defRPr>
            </a:lvl1pPr>
            <a:lvl2pPr algn="ctr">
              <a:defRPr sz="1950" b="1">
                <a:solidFill>
                  <a:srgbClr val="111111"/>
                </a:solidFill>
                <a:latin typeface="Arial"/>
                <a:ea typeface="Microsoft YaHei"/>
                <a:cs typeface="Arial"/>
              </a:defRPr>
            </a:lvl2pPr>
            <a:lvl3pPr algn="ctr">
              <a:defRPr sz="1950" b="1">
                <a:solidFill>
                  <a:srgbClr val="111111"/>
                </a:solidFill>
                <a:latin typeface="Arial"/>
                <a:ea typeface="Microsoft YaHei"/>
                <a:cs typeface="Arial"/>
              </a:defRPr>
            </a:lvl3pPr>
            <a:lvl4pPr algn="ctr">
              <a:defRPr sz="1950" b="1">
                <a:solidFill>
                  <a:srgbClr val="111111"/>
                </a:solidFill>
                <a:latin typeface="Arial"/>
                <a:ea typeface="Microsoft YaHei"/>
                <a:cs typeface="Arial"/>
              </a:defRPr>
            </a:lvl4pPr>
            <a:lvl5pPr algn="ctr">
              <a:defRPr sz="1950" b="1">
                <a:solidFill>
                  <a:srgbClr val="111111"/>
                </a:solidFill>
                <a:latin typeface="Arial"/>
                <a:ea typeface="Microsoft YaHei"/>
                <a:cs typeface="Arial"/>
              </a:defRPr>
            </a:lvl5pPr>
            <a:lvl6pPr algn="ctr">
              <a:defRPr sz="1950" b="1">
                <a:solidFill>
                  <a:srgbClr val="111111"/>
                </a:solidFill>
                <a:latin typeface="Arial"/>
                <a:ea typeface="Microsoft YaHei"/>
                <a:cs typeface="Arial"/>
              </a:defRPr>
            </a:lvl6pPr>
            <a:lvl7pPr algn="ctr">
              <a:defRPr sz="1950" b="1">
                <a:solidFill>
                  <a:srgbClr val="111111"/>
                </a:solidFill>
                <a:latin typeface="Arial"/>
                <a:ea typeface="Microsoft YaHei"/>
                <a:cs typeface="Arial"/>
              </a:defRPr>
            </a:lvl7pPr>
            <a:lvl8pPr algn="ctr">
              <a:defRPr sz="1950" b="1">
                <a:solidFill>
                  <a:srgbClr val="111111"/>
                </a:solidFill>
                <a:latin typeface="Arial"/>
                <a:ea typeface="Microsoft YaHei"/>
                <a:cs typeface="Arial"/>
              </a:defRPr>
            </a:lvl8pPr>
            <a:lvl9pPr algn="ctr">
              <a:defRPr sz="1950" b="1">
                <a:solidFill>
                  <a:srgbClr val="111111"/>
                </a:solidFill>
                <a:latin typeface="Arial"/>
                <a:ea typeface="Microsoft YaHei"/>
                <a:cs typeface="Arial"/>
              </a:defRPr>
            </a:lvl9pPr>
          </a:lstStyle>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边缘</a:t>
            </a:r>
          </a:p>
          <a:p xmlns:a="http://schemas.openxmlformats.org/drawingml/2006/main">
            <a:pPr algn="ctr">
              <a:defRPr sz="1950" b="1">
                <a:solidFill>
                  <a:srgbClr val="111111"/>
                </a:solidFill>
                <a:latin typeface="Arial"/>
                <a:ea typeface="Microsoft YaHei"/>
                <a:cs typeface="Arial"/>
              </a:defRPr>
            </a:pPr>
            <a:r>
              <a:rPr sz="1950" b="1">
                <a:solidFill>
                  <a:srgbClr val="111111"/>
                </a:solidFill>
                <a:latin typeface="Arial"/>
                <a:ea typeface="Microsoft YaHei"/>
                <a:cs typeface="Arial"/>
              </a:rPr>
              <a:t>检测</a:t>
            </a:r>
          </a:p>
        </p:txBody>
      </p:sp>
      <p:sp>
        <p:nvSpPr>
          <p:cNvPr id="40" name="结论带">
            <a:extLst xmlns:a="http://schemas.openxmlformats.org/drawingml/2006/main">
              <a:ext uri="{FF2B5EF4-FFF2-40B4-BE49-F238E27FC236}">
                <a16:creationId xmlns:a16="http://schemas.microsoft.com/office/drawing/2014/main" id="{3A58849F-30C5-4250-AE4D-0627FAB0FE21}"/>
              </a:ext>
            </a:extLst>
          </p:cNvPr>
          <p:cNvSpPr>
            <a:spLocks xmlns:a="http://schemas.openxmlformats.org/drawingml/2006/main" noGrp="1"/>
          </p:cNvSpPr>
          <p:nvPr/>
        </p:nvSpPr>
        <p:spPr>
          <a:xfrm xmlns:a="http://schemas.openxmlformats.org/drawingml/2006/main">
            <a:off x="971550" y="6229350"/>
            <a:ext cx="10248900" cy="457200"/>
          </a:xfrm>
          <a:prstGeom xmlns:a="http://schemas.openxmlformats.org/drawingml/2006/main" prst="rect">
            <a:avLst/>
          </a:prstGeom>
          <a:solidFill xmlns:a="http://schemas.openxmlformats.org/drawingml/2006/main">
            <a:srgbClr val="A5C9EB"/>
          </a:solidFill>
          <a:ln xmlns:a="http://schemas.openxmlformats.org/drawingml/2006/main" w="0">
            <a:noFill/>
            <a:prstDash val="solid"/>
          </a:ln>
        </p:spPr>
      </p:sp>
      <p:sp>
        <p:nvSpPr>
          <p:cNvPr id="41" name="结论">
            <a:extLst xmlns:a="http://schemas.openxmlformats.org/drawingml/2006/main">
              <a:ext uri="{FF2B5EF4-FFF2-40B4-BE49-F238E27FC236}">
                <a16:creationId xmlns:a16="http://schemas.microsoft.com/office/drawing/2014/main" id="{3878C379-D407-4F39-BBAD-C1EBA9D324FC}"/>
              </a:ext>
            </a:extLst>
          </p:cNvPr>
          <p:cNvSpPr>
            <a:spLocks xmlns:a="http://schemas.openxmlformats.org/drawingml/2006/main" noGrp="1"/>
          </p:cNvSpPr>
          <p:nvPr/>
        </p:nvSpPr>
        <p:spPr>
          <a:xfrm xmlns:a="http://schemas.openxmlformats.org/drawingml/2006/main">
            <a:off x="1095375" y="6248400"/>
            <a:ext cx="10001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025" b="1">
                <a:solidFill>
                  <a:srgbClr val="111111"/>
                </a:solidFill>
                <a:latin typeface="Arial"/>
                <a:ea typeface="Microsoft YaHei"/>
                <a:cs typeface="Arial"/>
              </a:defRPr>
            </a:defPPr>
            <a:lvl1pPr algn="ctr">
              <a:defRPr sz="2025" b="1">
                <a:solidFill>
                  <a:srgbClr val="111111"/>
                </a:solidFill>
                <a:latin typeface="Arial"/>
                <a:ea typeface="Microsoft YaHei"/>
                <a:cs typeface="Arial"/>
              </a:defRPr>
            </a:lvl1pPr>
            <a:lvl2pPr algn="ctr">
              <a:defRPr sz="2025" b="1">
                <a:solidFill>
                  <a:srgbClr val="111111"/>
                </a:solidFill>
                <a:latin typeface="Arial"/>
                <a:ea typeface="Microsoft YaHei"/>
                <a:cs typeface="Arial"/>
              </a:defRPr>
            </a:lvl2pPr>
            <a:lvl3pPr algn="ctr">
              <a:defRPr sz="2025" b="1">
                <a:solidFill>
                  <a:srgbClr val="111111"/>
                </a:solidFill>
                <a:latin typeface="Arial"/>
                <a:ea typeface="Microsoft YaHei"/>
                <a:cs typeface="Arial"/>
              </a:defRPr>
            </a:lvl3pPr>
            <a:lvl4pPr algn="ctr">
              <a:defRPr sz="2025" b="1">
                <a:solidFill>
                  <a:srgbClr val="111111"/>
                </a:solidFill>
                <a:latin typeface="Arial"/>
                <a:ea typeface="Microsoft YaHei"/>
                <a:cs typeface="Arial"/>
              </a:defRPr>
            </a:lvl4pPr>
            <a:lvl5pPr algn="ctr">
              <a:defRPr sz="2025" b="1">
                <a:solidFill>
                  <a:srgbClr val="111111"/>
                </a:solidFill>
                <a:latin typeface="Arial"/>
                <a:ea typeface="Microsoft YaHei"/>
                <a:cs typeface="Arial"/>
              </a:defRPr>
            </a:lvl5pPr>
            <a:lvl6pPr algn="ctr">
              <a:defRPr sz="2025" b="1">
                <a:solidFill>
                  <a:srgbClr val="111111"/>
                </a:solidFill>
                <a:latin typeface="Arial"/>
                <a:ea typeface="Microsoft YaHei"/>
                <a:cs typeface="Arial"/>
              </a:defRPr>
            </a:lvl6pPr>
            <a:lvl7pPr algn="ctr">
              <a:defRPr sz="2025" b="1">
                <a:solidFill>
                  <a:srgbClr val="111111"/>
                </a:solidFill>
                <a:latin typeface="Arial"/>
                <a:ea typeface="Microsoft YaHei"/>
                <a:cs typeface="Arial"/>
              </a:defRPr>
            </a:lvl7pPr>
            <a:lvl8pPr algn="ctr">
              <a:defRPr sz="2025" b="1">
                <a:solidFill>
                  <a:srgbClr val="111111"/>
                </a:solidFill>
                <a:latin typeface="Arial"/>
                <a:ea typeface="Microsoft YaHei"/>
                <a:cs typeface="Arial"/>
              </a:defRPr>
            </a:lvl8pPr>
            <a:lvl9pPr algn="ctr">
              <a:defRPr sz="2025" b="1">
                <a:solidFill>
                  <a:srgbClr val="111111"/>
                </a:solidFill>
                <a:latin typeface="Arial"/>
                <a:ea typeface="Microsoft YaHei"/>
                <a:cs typeface="Arial"/>
              </a:defRPr>
            </a:lvl9pPr>
          </a:lstStyle>
          <a:p xmlns:a="http://schemas.openxmlformats.org/drawingml/2006/main">
            <a:pPr algn="ctr">
              <a:defRPr sz="2025" b="1">
                <a:solidFill>
                  <a:srgbClr val="111111"/>
                </a:solidFill>
                <a:latin typeface="Arial"/>
                <a:ea typeface="Microsoft YaHei"/>
                <a:cs typeface="Arial"/>
              </a:defRPr>
            </a:pPr>
            <a:r>
              <a:rPr b="1">
                <a:solidFill>
                  <a:srgbClr val="D80000"/>
                </a:solidFill>
                <a:latin typeface="Arial"/>
                <a:ea typeface="Microsoft YaHei"/>
                <a:cs typeface="Arial"/>
              </a:rPr>
              <a:t>可提示分割</a:t>
            </a:r>
            <a:r>
              <a:t>通过统一的输入接口，为不同任务提供</a:t>
            </a:r>
            <a:r>
              <a:rPr b="1">
                <a:solidFill>
                  <a:srgbClr val="D80000"/>
                </a:solidFill>
                <a:latin typeface="Arial"/>
                <a:ea typeface="Microsoft YaHei"/>
                <a:cs typeface="Arial"/>
              </a:rPr>
              <a:t>可复用的掩码能力</a:t>
            </a:r>
          </a:p>
        </p:txBody>
      </p:sp>
      <p:sp>
        <p:nvSpPr>
          <p:cNvPr id="42" name="source">
            <a:extLst xmlns:a="http://schemas.openxmlformats.org/drawingml/2006/main">
              <a:ext uri="{FF2B5EF4-FFF2-40B4-BE49-F238E27FC236}">
                <a16:creationId xmlns:a16="http://schemas.microsoft.com/office/drawing/2014/main" id="{F8E484A3-0D87-4787-B7FD-E13726C568E5}"/>
              </a:ext>
            </a:extLst>
          </p:cNvPr>
          <p:cNvSpPr>
            <a:spLocks xmlns:a="http://schemas.openxmlformats.org/drawingml/2006/main" noGrp="1"/>
          </p:cNvSpPr>
          <p:nvPr/>
        </p:nvSpPr>
        <p:spPr>
          <a:xfrm xmlns:a="http://schemas.openxmlformats.org/drawingml/2006/main">
            <a:off x="276225" y="6715125"/>
            <a:ext cx="11049000" cy="123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825" b="0">
                <a:solidFill>
                  <a:srgbClr val="737373"/>
                </a:solidFill>
                <a:latin typeface="Arial"/>
                <a:ea typeface="Microsoft YaHei"/>
                <a:cs typeface="Arial"/>
              </a:defRPr>
            </a:defPPr>
            <a:lvl1pPr algn="l">
              <a:defRPr sz="825" b="0">
                <a:solidFill>
                  <a:srgbClr val="737373"/>
                </a:solidFill>
                <a:latin typeface="Arial"/>
                <a:ea typeface="Microsoft YaHei"/>
                <a:cs typeface="Arial"/>
              </a:defRPr>
            </a:lvl1pPr>
            <a:lvl2pPr algn="l">
              <a:defRPr sz="825" b="0">
                <a:solidFill>
                  <a:srgbClr val="737373"/>
                </a:solidFill>
                <a:latin typeface="Arial"/>
                <a:ea typeface="Microsoft YaHei"/>
                <a:cs typeface="Arial"/>
              </a:defRPr>
            </a:lvl2pPr>
            <a:lvl3pPr algn="l">
              <a:defRPr sz="825" b="0">
                <a:solidFill>
                  <a:srgbClr val="737373"/>
                </a:solidFill>
                <a:latin typeface="Arial"/>
                <a:ea typeface="Microsoft YaHei"/>
                <a:cs typeface="Arial"/>
              </a:defRPr>
            </a:lvl3pPr>
            <a:lvl4pPr algn="l">
              <a:defRPr sz="825" b="0">
                <a:solidFill>
                  <a:srgbClr val="737373"/>
                </a:solidFill>
                <a:latin typeface="Arial"/>
                <a:ea typeface="Microsoft YaHei"/>
                <a:cs typeface="Arial"/>
              </a:defRPr>
            </a:lvl4pPr>
            <a:lvl5pPr algn="l">
              <a:defRPr sz="825" b="0">
                <a:solidFill>
                  <a:srgbClr val="737373"/>
                </a:solidFill>
                <a:latin typeface="Arial"/>
                <a:ea typeface="Microsoft YaHei"/>
                <a:cs typeface="Arial"/>
              </a:defRPr>
            </a:lvl5pPr>
            <a:lvl6pPr algn="l">
              <a:defRPr sz="825" b="0">
                <a:solidFill>
                  <a:srgbClr val="737373"/>
                </a:solidFill>
                <a:latin typeface="Arial"/>
                <a:ea typeface="Microsoft YaHei"/>
                <a:cs typeface="Arial"/>
              </a:defRPr>
            </a:lvl6pPr>
            <a:lvl7pPr algn="l">
              <a:defRPr sz="825" b="0">
                <a:solidFill>
                  <a:srgbClr val="737373"/>
                </a:solidFill>
                <a:latin typeface="Arial"/>
                <a:ea typeface="Microsoft YaHei"/>
                <a:cs typeface="Arial"/>
              </a:defRPr>
            </a:lvl7pPr>
            <a:lvl8pPr algn="l">
              <a:defRPr sz="825" b="0">
                <a:solidFill>
                  <a:srgbClr val="737373"/>
                </a:solidFill>
                <a:latin typeface="Arial"/>
                <a:ea typeface="Microsoft YaHei"/>
                <a:cs typeface="Arial"/>
              </a:defRPr>
            </a:lvl8pPr>
            <a:lvl9pPr algn="l">
              <a:defRPr sz="825" b="0">
                <a:solidFill>
                  <a:srgbClr val="737373"/>
                </a:solidFill>
                <a:latin typeface="Arial"/>
                <a:ea typeface="Microsoft YaHei"/>
                <a:cs typeface="Arial"/>
              </a:defRPr>
            </a:lvl9pPr>
          </a:lstStyle>
          <a:p xmlns:a="http://schemas.openxmlformats.org/drawingml/2006/main">
            <a:pPr algn="l">
              <a:defRPr sz="825" b="0">
                <a:solidFill>
                  <a:srgbClr val="737373"/>
                </a:solidFill>
                <a:latin typeface="Arial"/>
                <a:ea typeface="Microsoft YaHei"/>
                <a:cs typeface="Arial"/>
              </a:defRPr>
            </a:pPr>
            <a:r>
              <a:rPr sz="825" b="0">
                <a:solidFill>
                  <a:srgbClr val="737373"/>
                </a:solidFill>
                <a:latin typeface="Arial"/>
                <a:ea typeface="Microsoft YaHei"/>
                <a:cs typeface="Arial"/>
              </a:rPr>
              <a:t>Kirillov et al., ICCV 2023, §1–3、§7、Figure 4；约 50 ms 不包含图像编码</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3</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224969871"/>
      </p:ext>
    </p:extLst>
  </p:cSld>
</p:sld>
</file>

<file path=ppt/slides/fidelity-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PAGE_TITLE">
            <a:extLst xmlns:a="http://schemas.openxmlformats.org/drawingml/2006/main">
              <a:ext uri="{FF2B5EF4-FFF2-40B4-BE49-F238E27FC236}">
                <a16:creationId xmlns:a16="http://schemas.microsoft.com/office/drawing/2014/main" id="{F1452082-313B-4BE0-AFBB-7201DFFEA676}"/>
              </a:ext>
            </a:extLst>
          </p:cNvPr>
          <p:cNvSpPr>
            <a:spLocks xmlns:a="http://schemas.openxmlformats.org/drawingml/2006/main" noGrp="1"/>
          </p:cNvSpPr>
          <p:nvPr/>
        </p:nvSpPr>
        <p:spPr>
          <a:xfrm xmlns:a="http://schemas.openxmlformats.org/drawingml/2006/main">
            <a:off x="790575" y="371475"/>
            <a:ext cx="9001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22257C"/>
                </a:solidFill>
                <a:latin typeface="Arial"/>
                <a:ea typeface="Microsoft YaHei"/>
                <a:cs typeface="Arial"/>
              </a:defRPr>
            </a:defPPr>
            <a:lvl1pPr algn="l">
              <a:defRPr sz="3225" b="1">
                <a:solidFill>
                  <a:srgbClr val="22257C"/>
                </a:solidFill>
                <a:latin typeface="Arial"/>
                <a:ea typeface="Microsoft YaHei"/>
                <a:cs typeface="Arial"/>
              </a:defRPr>
            </a:lvl1pPr>
            <a:lvl2pPr algn="l">
              <a:defRPr sz="3225" b="1">
                <a:solidFill>
                  <a:srgbClr val="22257C"/>
                </a:solidFill>
                <a:latin typeface="Arial"/>
                <a:ea typeface="Microsoft YaHei"/>
                <a:cs typeface="Arial"/>
              </a:defRPr>
            </a:lvl2pPr>
            <a:lvl3pPr algn="l">
              <a:defRPr sz="3225" b="1">
                <a:solidFill>
                  <a:srgbClr val="22257C"/>
                </a:solidFill>
                <a:latin typeface="Arial"/>
                <a:ea typeface="Microsoft YaHei"/>
                <a:cs typeface="Arial"/>
              </a:defRPr>
            </a:lvl3pPr>
            <a:lvl4pPr algn="l">
              <a:defRPr sz="3225" b="1">
                <a:solidFill>
                  <a:srgbClr val="22257C"/>
                </a:solidFill>
                <a:latin typeface="Arial"/>
                <a:ea typeface="Microsoft YaHei"/>
                <a:cs typeface="Arial"/>
              </a:defRPr>
            </a:lvl4pPr>
            <a:lvl5pPr algn="l">
              <a:defRPr sz="3225" b="1">
                <a:solidFill>
                  <a:srgbClr val="22257C"/>
                </a:solidFill>
                <a:latin typeface="Arial"/>
                <a:ea typeface="Microsoft YaHei"/>
                <a:cs typeface="Arial"/>
              </a:defRPr>
            </a:lvl5pPr>
            <a:lvl6pPr algn="l">
              <a:defRPr sz="3225" b="1">
                <a:solidFill>
                  <a:srgbClr val="22257C"/>
                </a:solidFill>
                <a:latin typeface="Arial"/>
                <a:ea typeface="Microsoft YaHei"/>
                <a:cs typeface="Arial"/>
              </a:defRPr>
            </a:lvl6pPr>
            <a:lvl7pPr algn="l">
              <a:defRPr sz="3225" b="1">
                <a:solidFill>
                  <a:srgbClr val="22257C"/>
                </a:solidFill>
                <a:latin typeface="Arial"/>
                <a:ea typeface="Microsoft YaHei"/>
                <a:cs typeface="Arial"/>
              </a:defRPr>
            </a:lvl7pPr>
            <a:lvl8pPr algn="l">
              <a:defRPr sz="3225" b="1">
                <a:solidFill>
                  <a:srgbClr val="22257C"/>
                </a:solidFill>
                <a:latin typeface="Arial"/>
                <a:ea typeface="Microsoft YaHei"/>
                <a:cs typeface="Arial"/>
              </a:defRPr>
            </a:lvl8pPr>
            <a:lvl9pPr algn="l">
              <a:defRPr sz="3225" b="1">
                <a:solidFill>
                  <a:srgbClr val="22257C"/>
                </a:solidFill>
                <a:latin typeface="Arial"/>
                <a:ea typeface="Microsoft YaHei"/>
                <a:cs typeface="Arial"/>
              </a:defRPr>
            </a:lvl9pPr>
          </a:lstStyle>
          <a:p xmlns:a="http://schemas.openxmlformats.org/drawingml/2006/main">
            <a:pPr algn="l">
              <a:defRPr sz="3225" b="1">
                <a:solidFill>
                  <a:srgbClr val="22257C"/>
                </a:solidFill>
                <a:latin typeface="Arial"/>
                <a:ea typeface="Microsoft YaHei"/>
                <a:cs typeface="Arial"/>
              </a:defRPr>
            </a:pPr>
            <a:r>
              <a:rPr sz="3225" b="1">
                <a:solidFill>
                  <a:srgbClr val="22257C"/>
                </a:solidFill>
                <a:latin typeface="Arial"/>
                <a:ea typeface="Microsoft YaHei"/>
                <a:cs typeface="Arial"/>
              </a:rPr>
              <a:t>1.2  从具体实例发现目标歧义</a:t>
            </a:r>
          </a:p>
        </p:txBody>
      </p:sp>
      <p:sp>
        <p:nvSpPr>
          <p:cNvPr id="2" name="页眉分隔">
            <a:extLst xmlns:a="http://schemas.openxmlformats.org/drawingml/2006/main">
              <a:ext uri="{FF2B5EF4-FFF2-40B4-BE49-F238E27FC236}">
                <a16:creationId xmlns:a16="http://schemas.microsoft.com/office/drawing/2014/main" id="{12746540-791E-4227-A881-0B0FEE69BE0D}"/>
              </a:ext>
            </a:extLst>
          </p:cNvPr>
          <p:cNvSpPr>
            <a:spLocks xmlns:a="http://schemas.openxmlformats.org/drawingml/2006/main" noGrp="1"/>
          </p:cNvSpPr>
          <p:nvPr/>
        </p:nvSpPr>
        <p:spPr>
          <a:xfrm xmlns:a="http://schemas.openxmlformats.org/drawingml/2006/main">
            <a:off x="0" y="1014413"/>
            <a:ext cx="12192000" cy="953"/>
          </a:xfrm>
          <a:custGeom xmlns:a="http://schemas.openxmlformats.org/drawingml/2006/main">
            <a:pathLst>
              <a:path w="12192000" h="953">
                <a:moveTo>
                  <a:pt x="0" y="0"/>
                </a:moveTo>
                <a:lnTo>
                  <a:pt x="12192000" y="0"/>
                </a:lnTo>
              </a:path>
            </a:pathLst>
          </a:custGeom>
          <a:noFill xmlns:a="http://schemas.openxmlformats.org/drawingml/2006/main"/>
          <a:ln xmlns:a="http://schemas.openxmlformats.org/drawingml/2006/main" w="8573">
            <a:solidFill>
              <a:srgbClr val="22257C"/>
            </a:solidFill>
            <a:prstDash val="solid"/>
          </a:ln>
        </p:spPr>
      </p:sp>
      <p:sp>
        <p:nvSpPr>
          <p:cNvPr id="3" name="引导句">
            <a:extLst xmlns:a="http://schemas.openxmlformats.org/drawingml/2006/main">
              <a:ext uri="{FF2B5EF4-FFF2-40B4-BE49-F238E27FC236}">
                <a16:creationId xmlns:a16="http://schemas.microsoft.com/office/drawing/2014/main" id="{7CE4ADC1-916C-456F-92E4-DA7DF6CAE899}"/>
              </a:ext>
            </a:extLst>
          </p:cNvPr>
          <p:cNvSpPr>
            <a:spLocks xmlns:a="http://schemas.openxmlformats.org/drawingml/2006/main" noGrp="1"/>
          </p:cNvSpPr>
          <p:nvPr/>
        </p:nvSpPr>
        <p:spPr>
          <a:xfrm xmlns:a="http://schemas.openxmlformats.org/drawingml/2006/main">
            <a:off x="114300" y="1123950"/>
            <a:ext cx="9525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1">
                <a:solidFill>
                  <a:srgbClr val="111111"/>
                </a:solidFill>
                <a:latin typeface="Arial"/>
                <a:ea typeface="Microsoft YaHei"/>
                <a:cs typeface="Arial"/>
              </a:defRPr>
            </a:defPPr>
            <a:lvl1pPr algn="l">
              <a:defRPr sz="2100" b="1">
                <a:solidFill>
                  <a:srgbClr val="111111"/>
                </a:solidFill>
                <a:latin typeface="Arial"/>
                <a:ea typeface="Microsoft YaHei"/>
                <a:cs typeface="Arial"/>
              </a:defRPr>
            </a:lvl1pPr>
            <a:lvl2pPr algn="l">
              <a:defRPr sz="2100" b="1">
                <a:solidFill>
                  <a:srgbClr val="111111"/>
                </a:solidFill>
                <a:latin typeface="Arial"/>
                <a:ea typeface="Microsoft YaHei"/>
                <a:cs typeface="Arial"/>
              </a:defRPr>
            </a:lvl2pPr>
            <a:lvl3pPr algn="l">
              <a:defRPr sz="2100" b="1">
                <a:solidFill>
                  <a:srgbClr val="111111"/>
                </a:solidFill>
                <a:latin typeface="Arial"/>
                <a:ea typeface="Microsoft YaHei"/>
                <a:cs typeface="Arial"/>
              </a:defRPr>
            </a:lvl3pPr>
            <a:lvl4pPr algn="l">
              <a:defRPr sz="2100" b="1">
                <a:solidFill>
                  <a:srgbClr val="111111"/>
                </a:solidFill>
                <a:latin typeface="Arial"/>
                <a:ea typeface="Microsoft YaHei"/>
                <a:cs typeface="Arial"/>
              </a:defRPr>
            </a:lvl4pPr>
            <a:lvl5pPr algn="l">
              <a:defRPr sz="2100" b="1">
                <a:solidFill>
                  <a:srgbClr val="111111"/>
                </a:solidFill>
                <a:latin typeface="Arial"/>
                <a:ea typeface="Microsoft YaHei"/>
                <a:cs typeface="Arial"/>
              </a:defRPr>
            </a:lvl5pPr>
            <a:lvl6pPr algn="l">
              <a:defRPr sz="2100" b="1">
                <a:solidFill>
                  <a:srgbClr val="111111"/>
                </a:solidFill>
                <a:latin typeface="Arial"/>
                <a:ea typeface="Microsoft YaHei"/>
                <a:cs typeface="Arial"/>
              </a:defRPr>
            </a:lvl6pPr>
            <a:lvl7pPr algn="l">
              <a:defRPr sz="2100" b="1">
                <a:solidFill>
                  <a:srgbClr val="111111"/>
                </a:solidFill>
                <a:latin typeface="Arial"/>
                <a:ea typeface="Microsoft YaHei"/>
                <a:cs typeface="Arial"/>
              </a:defRPr>
            </a:lvl7pPr>
            <a:lvl8pPr algn="l">
              <a:defRPr sz="2100" b="1">
                <a:solidFill>
                  <a:srgbClr val="111111"/>
                </a:solidFill>
                <a:latin typeface="Arial"/>
                <a:ea typeface="Microsoft YaHei"/>
                <a:cs typeface="Arial"/>
              </a:defRPr>
            </a:lvl8pPr>
            <a:lvl9pPr algn="l">
              <a:defRPr sz="2100" b="1">
                <a:solidFill>
                  <a:srgbClr val="111111"/>
                </a:solidFill>
                <a:latin typeface="Arial"/>
                <a:ea typeface="Microsoft YaHei"/>
                <a:cs typeface="Arial"/>
              </a:defRPr>
            </a:lvl9pPr>
          </a:lstStyle>
          <a:p xmlns:a="http://schemas.openxmlformats.org/drawingml/2006/main">
            <a:pPr algn="l">
              <a:defRPr sz="2100" b="1">
                <a:solidFill>
                  <a:srgbClr val="111111"/>
                </a:solidFill>
                <a:latin typeface="Arial"/>
                <a:ea typeface="Microsoft YaHei"/>
                <a:cs typeface="Arial"/>
              </a:defRPr>
            </a:pPr>
            <a:r>
              <a:rPr sz="2100" b="1">
                <a:solidFill>
                  <a:srgbClr val="111111"/>
                </a:solidFill>
                <a:latin typeface="Arial"/>
                <a:ea typeface="Microsoft YaHei"/>
                <a:cs typeface="Arial"/>
              </a:rPr>
              <a:t>同一空间提示，为什么会对应多个有效目标？</a:t>
            </a:r>
          </a:p>
        </p:txBody>
      </p:sp>
      <p:pic>
        <p:nvPicPr>
          <p:cNvPr id="4" name="">
            <a:extLst xmlns:a="http://schemas.openxmlformats.org/drawingml/2006/main">
              <a:ext uri="{FF2B5EF4-FFF2-40B4-BE49-F238E27FC236}">
                <a16:creationId xmlns:a16="http://schemas.microsoft.com/office/drawing/2014/main" id="{E30BF07B-2B49-413C-9F80-37E664536D42}"/>
              </a:ext>
            </a:extLst>
          </p:cNvPr>
          <p:cNvPicPr>
            <a:picLocks xmlns:a="http://schemas.openxmlformats.org/drawingml/2006/main" noChangeAspect="1"/>
          </p:cNvPicPr>
          <p:nvPr/>
        </p:nvPicPr>
        <p:blipFill>
          <a:blip xmlns:r="http://schemas.openxmlformats.org/officeDocument/2006/relationships" xmlns:a="http://schemas.openxmlformats.org/drawingml/2006/main" r:embed="Ra2ab3d4e265a4323"/>
          <a:stretch xmlns:a="http://schemas.openxmlformats.org/drawingml/2006/main"/>
        </p:blipFill>
        <p:spPr>
          <a:xfrm xmlns:a="http://schemas.openxmlformats.org/drawingml/2006/main">
            <a:off x="447129" y="1809750"/>
            <a:ext cx="3715842" cy="4105275"/>
          </a:xfrm>
          <a:prstGeom xmlns:a="http://schemas.openxmlformats.org/drawingml/2006/main" prst="rect">
            <a:avLst/>
          </a:prstGeom>
        </p:spPr>
      </p:pic>
      <p:sp>
        <p:nvSpPr>
          <p:cNvPr id="5" name="案例对应框0">
            <a:extLst xmlns:a="http://schemas.openxmlformats.org/drawingml/2006/main">
              <a:ext uri="{FF2B5EF4-FFF2-40B4-BE49-F238E27FC236}">
                <a16:creationId xmlns:a16="http://schemas.microsoft.com/office/drawing/2014/main" id="{9D3CFB1A-FFFE-4ABF-B855-C9F49388323C}"/>
              </a:ext>
            </a:extLst>
          </p:cNvPr>
          <p:cNvSpPr>
            <a:spLocks xmlns:a="http://schemas.openxmlformats.org/drawingml/2006/main" noGrp="1"/>
          </p:cNvSpPr>
          <p:nvPr/>
        </p:nvSpPr>
        <p:spPr>
          <a:xfrm xmlns:a="http://schemas.openxmlformats.org/drawingml/2006/main">
            <a:off x="457200" y="1809750"/>
            <a:ext cx="1390650" cy="4105275"/>
          </a:xfrm>
          <a:prstGeom xmlns:a="http://schemas.openxmlformats.org/drawingml/2006/main" prst="rect">
            <a:avLst/>
          </a:prstGeom>
          <a:noFill xmlns:a="http://schemas.openxmlformats.org/drawingml/2006/main"/>
          <a:ln xmlns:a="http://schemas.openxmlformats.org/drawingml/2006/main" w="19050">
            <a:solidFill>
              <a:srgbClr val="2465A8"/>
            </a:solidFill>
            <a:prstDash val="solid"/>
          </a:ln>
        </p:spPr>
      </p:sp>
      <p:sp>
        <p:nvSpPr>
          <p:cNvPr id="6" name="案例编号底">
            <a:extLst xmlns:a="http://schemas.openxmlformats.org/drawingml/2006/main">
              <a:ext uri="{FF2B5EF4-FFF2-40B4-BE49-F238E27FC236}">
                <a16:creationId xmlns:a16="http://schemas.microsoft.com/office/drawing/2014/main" id="{7EE870E5-97F5-4B39-B1E9-2A402637B0B2}"/>
              </a:ext>
            </a:extLst>
          </p:cNvPr>
          <p:cNvSpPr>
            <a:spLocks xmlns:a="http://schemas.openxmlformats.org/drawingml/2006/main" noGrp="1"/>
          </p:cNvSpPr>
          <p:nvPr/>
        </p:nvSpPr>
        <p:spPr>
          <a:xfrm xmlns:a="http://schemas.openxmlformats.org/drawingml/2006/main">
            <a:off x="485775" y="1838325"/>
            <a:ext cx="257175" cy="276225"/>
          </a:xfrm>
          <a:prstGeom xmlns:a="http://schemas.openxmlformats.org/drawingml/2006/main" prst="rect">
            <a:avLst/>
          </a:prstGeom>
          <a:solidFill xmlns:a="http://schemas.openxmlformats.org/drawingml/2006/main">
            <a:srgbClr val="2465A8"/>
          </a:solidFill>
          <a:ln xmlns:a="http://schemas.openxmlformats.org/drawingml/2006/main" w="0">
            <a:noFill/>
            <a:prstDash val="solid"/>
          </a:ln>
        </p:spPr>
      </p:sp>
      <p:sp>
        <p:nvSpPr>
          <p:cNvPr id="7" name="案例编号">
            <a:extLst xmlns:a="http://schemas.openxmlformats.org/drawingml/2006/main">
              <a:ext uri="{FF2B5EF4-FFF2-40B4-BE49-F238E27FC236}">
                <a16:creationId xmlns:a16="http://schemas.microsoft.com/office/drawing/2014/main" id="{DABD3B53-C789-448E-839B-543CF5E67B9E}"/>
              </a:ext>
            </a:extLst>
          </p:cNvPr>
          <p:cNvSpPr>
            <a:spLocks xmlns:a="http://schemas.openxmlformats.org/drawingml/2006/main" noGrp="1"/>
          </p:cNvSpPr>
          <p:nvPr/>
        </p:nvSpPr>
        <p:spPr>
          <a:xfrm xmlns:a="http://schemas.openxmlformats.org/drawingml/2006/main">
            <a:off x="485775" y="1838325"/>
            <a:ext cx="2571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1">
                <a:solidFill>
                  <a:srgbClr val="FFFFFF"/>
                </a:solidFill>
                <a:latin typeface="Arial"/>
                <a:ea typeface="Microsoft YaHei"/>
                <a:cs typeface="Arial"/>
              </a:defRPr>
            </a:defPPr>
            <a:lvl1pPr algn="ctr">
              <a:defRPr sz="1500" b="1">
                <a:solidFill>
                  <a:srgbClr val="FFFFFF"/>
                </a:solidFill>
                <a:latin typeface="Arial"/>
                <a:ea typeface="Microsoft YaHei"/>
                <a:cs typeface="Arial"/>
              </a:defRPr>
            </a:lvl1pPr>
            <a:lvl2pPr algn="ctr">
              <a:defRPr sz="1500" b="1">
                <a:solidFill>
                  <a:srgbClr val="FFFFFF"/>
                </a:solidFill>
                <a:latin typeface="Arial"/>
                <a:ea typeface="Microsoft YaHei"/>
                <a:cs typeface="Arial"/>
              </a:defRPr>
            </a:lvl2pPr>
            <a:lvl3pPr algn="ctr">
              <a:defRPr sz="1500" b="1">
                <a:solidFill>
                  <a:srgbClr val="FFFFFF"/>
                </a:solidFill>
                <a:latin typeface="Arial"/>
                <a:ea typeface="Microsoft YaHei"/>
                <a:cs typeface="Arial"/>
              </a:defRPr>
            </a:lvl3pPr>
            <a:lvl4pPr algn="ctr">
              <a:defRPr sz="1500" b="1">
                <a:solidFill>
                  <a:srgbClr val="FFFFFF"/>
                </a:solidFill>
                <a:latin typeface="Arial"/>
                <a:ea typeface="Microsoft YaHei"/>
                <a:cs typeface="Arial"/>
              </a:defRPr>
            </a:lvl4pPr>
            <a:lvl5pPr algn="ctr">
              <a:defRPr sz="1500" b="1">
                <a:solidFill>
                  <a:srgbClr val="FFFFFF"/>
                </a:solidFill>
                <a:latin typeface="Arial"/>
                <a:ea typeface="Microsoft YaHei"/>
                <a:cs typeface="Arial"/>
              </a:defRPr>
            </a:lvl5pPr>
            <a:lvl6pPr algn="ctr">
              <a:defRPr sz="1500" b="1">
                <a:solidFill>
                  <a:srgbClr val="FFFFFF"/>
                </a:solidFill>
                <a:latin typeface="Arial"/>
                <a:ea typeface="Microsoft YaHei"/>
                <a:cs typeface="Arial"/>
              </a:defRPr>
            </a:lvl6pPr>
            <a:lvl7pPr algn="ctr">
              <a:defRPr sz="1500" b="1">
                <a:solidFill>
                  <a:srgbClr val="FFFFFF"/>
                </a:solidFill>
                <a:latin typeface="Arial"/>
                <a:ea typeface="Microsoft YaHei"/>
                <a:cs typeface="Arial"/>
              </a:defRPr>
            </a:lvl7pPr>
            <a:lvl8pPr algn="ctr">
              <a:defRPr sz="1500" b="1">
                <a:solidFill>
                  <a:srgbClr val="FFFFFF"/>
                </a:solidFill>
                <a:latin typeface="Arial"/>
                <a:ea typeface="Microsoft YaHei"/>
                <a:cs typeface="Arial"/>
              </a:defRPr>
            </a:lvl8pPr>
            <a:lvl9pPr algn="ctr">
              <a:defRPr sz="1500" b="1">
                <a:solidFill>
                  <a:srgbClr val="FFFFFF"/>
                </a:solidFill>
                <a:latin typeface="Arial"/>
                <a:ea typeface="Microsoft YaHei"/>
                <a:cs typeface="Arial"/>
              </a:defRPr>
            </a:lvl9pPr>
          </a:lstStyle>
          <a:p xmlns:a="http://schemas.openxmlformats.org/drawingml/2006/main">
            <a:pPr algn="ctr">
              <a:defRPr sz="1500" b="1">
                <a:solidFill>
                  <a:srgbClr val="FFFFFF"/>
                </a:solidFill>
                <a:latin typeface="Arial"/>
                <a:ea typeface="Microsoft YaHei"/>
                <a:cs typeface="Arial"/>
              </a:defRPr>
            </a:pPr>
            <a:r>
              <a:rPr sz="1500" b="1">
                <a:solidFill>
                  <a:srgbClr val="FFFFFF"/>
                </a:solidFill>
                <a:latin typeface="Arial"/>
                <a:ea typeface="Microsoft YaHei"/>
                <a:cs typeface="Arial"/>
              </a:rPr>
              <a:t>1</a:t>
            </a:r>
          </a:p>
        </p:txBody>
      </p:sp>
      <p:sp>
        <p:nvSpPr>
          <p:cNvPr id="8" name="案例对应框1">
            <a:extLst xmlns:a="http://schemas.openxmlformats.org/drawingml/2006/main">
              <a:ext uri="{FF2B5EF4-FFF2-40B4-BE49-F238E27FC236}">
                <a16:creationId xmlns:a16="http://schemas.microsoft.com/office/drawing/2014/main" id="{33A66597-55AD-4C44-A9B2-98B2B5444439}"/>
              </a:ext>
            </a:extLst>
          </p:cNvPr>
          <p:cNvSpPr>
            <a:spLocks xmlns:a="http://schemas.openxmlformats.org/drawingml/2006/main" noGrp="1"/>
          </p:cNvSpPr>
          <p:nvPr/>
        </p:nvSpPr>
        <p:spPr>
          <a:xfrm xmlns:a="http://schemas.openxmlformats.org/drawingml/2006/main">
            <a:off x="1876425" y="1809750"/>
            <a:ext cx="657225" cy="4105275"/>
          </a:xfrm>
          <a:prstGeom xmlns:a="http://schemas.openxmlformats.org/drawingml/2006/main" prst="rect">
            <a:avLst/>
          </a:prstGeom>
          <a:noFill xmlns:a="http://schemas.openxmlformats.org/drawingml/2006/main"/>
          <a:ln xmlns:a="http://schemas.openxmlformats.org/drawingml/2006/main" w="19050">
            <a:solidFill>
              <a:srgbClr val="F07832"/>
            </a:solidFill>
            <a:prstDash val="solid"/>
          </a:ln>
        </p:spPr>
      </p:sp>
      <p:sp>
        <p:nvSpPr>
          <p:cNvPr id="9" name="案例编号底">
            <a:extLst xmlns:a="http://schemas.openxmlformats.org/drawingml/2006/main">
              <a:ext uri="{FF2B5EF4-FFF2-40B4-BE49-F238E27FC236}">
                <a16:creationId xmlns:a16="http://schemas.microsoft.com/office/drawing/2014/main" id="{FDDAABB7-5701-4A18-84C4-29BB462AC337}"/>
              </a:ext>
            </a:extLst>
          </p:cNvPr>
          <p:cNvSpPr>
            <a:spLocks xmlns:a="http://schemas.openxmlformats.org/drawingml/2006/main" noGrp="1"/>
          </p:cNvSpPr>
          <p:nvPr/>
        </p:nvSpPr>
        <p:spPr>
          <a:xfrm xmlns:a="http://schemas.openxmlformats.org/drawingml/2006/main">
            <a:off x="1905000" y="1838325"/>
            <a:ext cx="257175" cy="276225"/>
          </a:xfrm>
          <a:prstGeom xmlns:a="http://schemas.openxmlformats.org/drawingml/2006/main" prst="rect">
            <a:avLst/>
          </a:prstGeom>
          <a:solidFill xmlns:a="http://schemas.openxmlformats.org/drawingml/2006/main">
            <a:srgbClr val="F07832"/>
          </a:solidFill>
          <a:ln xmlns:a="http://schemas.openxmlformats.org/drawingml/2006/main" w="0">
            <a:noFill/>
            <a:prstDash val="solid"/>
          </a:ln>
        </p:spPr>
      </p:sp>
      <p:sp>
        <p:nvSpPr>
          <p:cNvPr id="10" name="案例编号">
            <a:extLst xmlns:a="http://schemas.openxmlformats.org/drawingml/2006/main">
              <a:ext uri="{FF2B5EF4-FFF2-40B4-BE49-F238E27FC236}">
                <a16:creationId xmlns:a16="http://schemas.microsoft.com/office/drawing/2014/main" id="{67A22C2A-8207-4138-8286-31332BE0FB41}"/>
              </a:ext>
            </a:extLst>
          </p:cNvPr>
          <p:cNvSpPr>
            <a:spLocks xmlns:a="http://schemas.openxmlformats.org/drawingml/2006/main" noGrp="1"/>
          </p:cNvSpPr>
          <p:nvPr/>
        </p:nvSpPr>
        <p:spPr>
          <a:xfrm xmlns:a="http://schemas.openxmlformats.org/drawingml/2006/main">
            <a:off x="1905000" y="1838325"/>
            <a:ext cx="2571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1">
                <a:solidFill>
                  <a:srgbClr val="FFFFFF"/>
                </a:solidFill>
                <a:latin typeface="Arial"/>
                <a:ea typeface="Microsoft YaHei"/>
                <a:cs typeface="Arial"/>
              </a:defRPr>
            </a:defPPr>
            <a:lvl1pPr algn="ctr">
              <a:defRPr sz="1500" b="1">
                <a:solidFill>
                  <a:srgbClr val="FFFFFF"/>
                </a:solidFill>
                <a:latin typeface="Arial"/>
                <a:ea typeface="Microsoft YaHei"/>
                <a:cs typeface="Arial"/>
              </a:defRPr>
            </a:lvl1pPr>
            <a:lvl2pPr algn="ctr">
              <a:defRPr sz="1500" b="1">
                <a:solidFill>
                  <a:srgbClr val="FFFFFF"/>
                </a:solidFill>
                <a:latin typeface="Arial"/>
                <a:ea typeface="Microsoft YaHei"/>
                <a:cs typeface="Arial"/>
              </a:defRPr>
            </a:lvl2pPr>
            <a:lvl3pPr algn="ctr">
              <a:defRPr sz="1500" b="1">
                <a:solidFill>
                  <a:srgbClr val="FFFFFF"/>
                </a:solidFill>
                <a:latin typeface="Arial"/>
                <a:ea typeface="Microsoft YaHei"/>
                <a:cs typeface="Arial"/>
              </a:defRPr>
            </a:lvl3pPr>
            <a:lvl4pPr algn="ctr">
              <a:defRPr sz="1500" b="1">
                <a:solidFill>
                  <a:srgbClr val="FFFFFF"/>
                </a:solidFill>
                <a:latin typeface="Arial"/>
                <a:ea typeface="Microsoft YaHei"/>
                <a:cs typeface="Arial"/>
              </a:defRPr>
            </a:lvl4pPr>
            <a:lvl5pPr algn="ctr">
              <a:defRPr sz="1500" b="1">
                <a:solidFill>
                  <a:srgbClr val="FFFFFF"/>
                </a:solidFill>
                <a:latin typeface="Arial"/>
                <a:ea typeface="Microsoft YaHei"/>
                <a:cs typeface="Arial"/>
              </a:defRPr>
            </a:lvl5pPr>
            <a:lvl6pPr algn="ctr">
              <a:defRPr sz="1500" b="1">
                <a:solidFill>
                  <a:srgbClr val="FFFFFF"/>
                </a:solidFill>
                <a:latin typeface="Arial"/>
                <a:ea typeface="Microsoft YaHei"/>
                <a:cs typeface="Arial"/>
              </a:defRPr>
            </a:lvl6pPr>
            <a:lvl7pPr algn="ctr">
              <a:defRPr sz="1500" b="1">
                <a:solidFill>
                  <a:srgbClr val="FFFFFF"/>
                </a:solidFill>
                <a:latin typeface="Arial"/>
                <a:ea typeface="Microsoft YaHei"/>
                <a:cs typeface="Arial"/>
              </a:defRPr>
            </a:lvl7pPr>
            <a:lvl8pPr algn="ctr">
              <a:defRPr sz="1500" b="1">
                <a:solidFill>
                  <a:srgbClr val="FFFFFF"/>
                </a:solidFill>
                <a:latin typeface="Arial"/>
                <a:ea typeface="Microsoft YaHei"/>
                <a:cs typeface="Arial"/>
              </a:defRPr>
            </a:lvl8pPr>
            <a:lvl9pPr algn="ctr">
              <a:defRPr sz="1500" b="1">
                <a:solidFill>
                  <a:srgbClr val="FFFFFF"/>
                </a:solidFill>
                <a:latin typeface="Arial"/>
                <a:ea typeface="Microsoft YaHei"/>
                <a:cs typeface="Arial"/>
              </a:defRPr>
            </a:lvl9pPr>
          </a:lstStyle>
          <a:p xmlns:a="http://schemas.openxmlformats.org/drawingml/2006/main">
            <a:pPr algn="ctr">
              <a:defRPr sz="1500" b="1">
                <a:solidFill>
                  <a:srgbClr val="FFFFFF"/>
                </a:solidFill>
                <a:latin typeface="Arial"/>
                <a:ea typeface="Microsoft YaHei"/>
                <a:cs typeface="Arial"/>
              </a:defRPr>
            </a:pPr>
            <a:r>
              <a:rPr sz="1500" b="1">
                <a:solidFill>
                  <a:srgbClr val="FFFFFF"/>
                </a:solidFill>
                <a:latin typeface="Arial"/>
                <a:ea typeface="Microsoft YaHei"/>
                <a:cs typeface="Arial"/>
              </a:rPr>
              <a:t>2</a:t>
            </a:r>
          </a:p>
        </p:txBody>
      </p:sp>
      <p:sp>
        <p:nvSpPr>
          <p:cNvPr id="11" name="案例对应框2">
            <a:extLst xmlns:a="http://schemas.openxmlformats.org/drawingml/2006/main">
              <a:ext uri="{FF2B5EF4-FFF2-40B4-BE49-F238E27FC236}">
                <a16:creationId xmlns:a16="http://schemas.microsoft.com/office/drawing/2014/main" id="{D0117B2F-025C-45DD-AA2F-96689D8F343B}"/>
              </a:ext>
            </a:extLst>
          </p:cNvPr>
          <p:cNvSpPr>
            <a:spLocks xmlns:a="http://schemas.openxmlformats.org/drawingml/2006/main" noGrp="1"/>
          </p:cNvSpPr>
          <p:nvPr/>
        </p:nvSpPr>
        <p:spPr>
          <a:xfrm xmlns:a="http://schemas.openxmlformats.org/drawingml/2006/main">
            <a:off x="2543175" y="1809750"/>
            <a:ext cx="866775" cy="4105275"/>
          </a:xfrm>
          <a:prstGeom xmlns:a="http://schemas.openxmlformats.org/drawingml/2006/main" prst="rect">
            <a:avLst/>
          </a:prstGeom>
          <a:noFill xmlns:a="http://schemas.openxmlformats.org/drawingml/2006/main"/>
          <a:ln xmlns:a="http://schemas.openxmlformats.org/drawingml/2006/main" w="19050">
            <a:solidFill>
              <a:srgbClr val="47AB2F"/>
            </a:solidFill>
            <a:prstDash val="solid"/>
          </a:ln>
        </p:spPr>
      </p:sp>
      <p:sp>
        <p:nvSpPr>
          <p:cNvPr id="12" name="案例编号底">
            <a:extLst xmlns:a="http://schemas.openxmlformats.org/drawingml/2006/main">
              <a:ext uri="{FF2B5EF4-FFF2-40B4-BE49-F238E27FC236}">
                <a16:creationId xmlns:a16="http://schemas.microsoft.com/office/drawing/2014/main" id="{97D67CDE-B427-45B2-B82F-20B1FF2D85CA}"/>
              </a:ext>
            </a:extLst>
          </p:cNvPr>
          <p:cNvSpPr>
            <a:spLocks xmlns:a="http://schemas.openxmlformats.org/drawingml/2006/main" noGrp="1"/>
          </p:cNvSpPr>
          <p:nvPr/>
        </p:nvSpPr>
        <p:spPr>
          <a:xfrm xmlns:a="http://schemas.openxmlformats.org/drawingml/2006/main">
            <a:off x="2571750" y="1838325"/>
            <a:ext cx="257175" cy="276225"/>
          </a:xfrm>
          <a:prstGeom xmlns:a="http://schemas.openxmlformats.org/drawingml/2006/main" prst="rect">
            <a:avLst/>
          </a:prstGeom>
          <a:solidFill xmlns:a="http://schemas.openxmlformats.org/drawingml/2006/main">
            <a:srgbClr val="47AB2F"/>
          </a:solidFill>
          <a:ln xmlns:a="http://schemas.openxmlformats.org/drawingml/2006/main" w="0">
            <a:noFill/>
            <a:prstDash val="solid"/>
          </a:ln>
        </p:spPr>
      </p:sp>
      <p:sp>
        <p:nvSpPr>
          <p:cNvPr id="13" name="案例编号">
            <a:extLst xmlns:a="http://schemas.openxmlformats.org/drawingml/2006/main">
              <a:ext uri="{FF2B5EF4-FFF2-40B4-BE49-F238E27FC236}">
                <a16:creationId xmlns:a16="http://schemas.microsoft.com/office/drawing/2014/main" id="{351DFCD9-C34F-47B0-8BA1-60BD12A0A9CD}"/>
              </a:ext>
            </a:extLst>
          </p:cNvPr>
          <p:cNvSpPr>
            <a:spLocks xmlns:a="http://schemas.openxmlformats.org/drawingml/2006/main" noGrp="1"/>
          </p:cNvSpPr>
          <p:nvPr/>
        </p:nvSpPr>
        <p:spPr>
          <a:xfrm xmlns:a="http://schemas.openxmlformats.org/drawingml/2006/main">
            <a:off x="2571750" y="1838325"/>
            <a:ext cx="2571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1">
                <a:solidFill>
                  <a:srgbClr val="FFFFFF"/>
                </a:solidFill>
                <a:latin typeface="Arial"/>
                <a:ea typeface="Microsoft YaHei"/>
                <a:cs typeface="Arial"/>
              </a:defRPr>
            </a:defPPr>
            <a:lvl1pPr algn="ctr">
              <a:defRPr sz="1500" b="1">
                <a:solidFill>
                  <a:srgbClr val="FFFFFF"/>
                </a:solidFill>
                <a:latin typeface="Arial"/>
                <a:ea typeface="Microsoft YaHei"/>
                <a:cs typeface="Arial"/>
              </a:defRPr>
            </a:lvl1pPr>
            <a:lvl2pPr algn="ctr">
              <a:defRPr sz="1500" b="1">
                <a:solidFill>
                  <a:srgbClr val="FFFFFF"/>
                </a:solidFill>
                <a:latin typeface="Arial"/>
                <a:ea typeface="Microsoft YaHei"/>
                <a:cs typeface="Arial"/>
              </a:defRPr>
            </a:lvl2pPr>
            <a:lvl3pPr algn="ctr">
              <a:defRPr sz="1500" b="1">
                <a:solidFill>
                  <a:srgbClr val="FFFFFF"/>
                </a:solidFill>
                <a:latin typeface="Arial"/>
                <a:ea typeface="Microsoft YaHei"/>
                <a:cs typeface="Arial"/>
              </a:defRPr>
            </a:lvl3pPr>
            <a:lvl4pPr algn="ctr">
              <a:defRPr sz="1500" b="1">
                <a:solidFill>
                  <a:srgbClr val="FFFFFF"/>
                </a:solidFill>
                <a:latin typeface="Arial"/>
                <a:ea typeface="Microsoft YaHei"/>
                <a:cs typeface="Arial"/>
              </a:defRPr>
            </a:lvl4pPr>
            <a:lvl5pPr algn="ctr">
              <a:defRPr sz="1500" b="1">
                <a:solidFill>
                  <a:srgbClr val="FFFFFF"/>
                </a:solidFill>
                <a:latin typeface="Arial"/>
                <a:ea typeface="Microsoft YaHei"/>
                <a:cs typeface="Arial"/>
              </a:defRPr>
            </a:lvl5pPr>
            <a:lvl6pPr algn="ctr">
              <a:defRPr sz="1500" b="1">
                <a:solidFill>
                  <a:srgbClr val="FFFFFF"/>
                </a:solidFill>
                <a:latin typeface="Arial"/>
                <a:ea typeface="Microsoft YaHei"/>
                <a:cs typeface="Arial"/>
              </a:defRPr>
            </a:lvl6pPr>
            <a:lvl7pPr algn="ctr">
              <a:defRPr sz="1500" b="1">
                <a:solidFill>
                  <a:srgbClr val="FFFFFF"/>
                </a:solidFill>
                <a:latin typeface="Arial"/>
                <a:ea typeface="Microsoft YaHei"/>
                <a:cs typeface="Arial"/>
              </a:defRPr>
            </a:lvl7pPr>
            <a:lvl8pPr algn="ctr">
              <a:defRPr sz="1500" b="1">
                <a:solidFill>
                  <a:srgbClr val="FFFFFF"/>
                </a:solidFill>
                <a:latin typeface="Arial"/>
                <a:ea typeface="Microsoft YaHei"/>
                <a:cs typeface="Arial"/>
              </a:defRPr>
            </a:lvl8pPr>
            <a:lvl9pPr algn="ctr">
              <a:defRPr sz="1500" b="1">
                <a:solidFill>
                  <a:srgbClr val="FFFFFF"/>
                </a:solidFill>
                <a:latin typeface="Arial"/>
                <a:ea typeface="Microsoft YaHei"/>
                <a:cs typeface="Arial"/>
              </a:defRPr>
            </a:lvl9pPr>
          </a:lstStyle>
          <a:p xmlns:a="http://schemas.openxmlformats.org/drawingml/2006/main">
            <a:pPr algn="ctr">
              <a:defRPr sz="1500" b="1">
                <a:solidFill>
                  <a:srgbClr val="FFFFFF"/>
                </a:solidFill>
                <a:latin typeface="Arial"/>
                <a:ea typeface="Microsoft YaHei"/>
                <a:cs typeface="Arial"/>
              </a:defRPr>
            </a:pPr>
            <a:r>
              <a:rPr sz="1500" b="1">
                <a:solidFill>
                  <a:srgbClr val="FFFFFF"/>
                </a:solidFill>
                <a:latin typeface="Arial"/>
                <a:ea typeface="Microsoft YaHei"/>
                <a:cs typeface="Arial"/>
              </a:rPr>
              <a:t>3</a:t>
            </a:r>
          </a:p>
        </p:txBody>
      </p:sp>
      <p:sp>
        <p:nvSpPr>
          <p:cNvPr id="14" name="案例对应框3">
            <a:extLst xmlns:a="http://schemas.openxmlformats.org/drawingml/2006/main">
              <a:ext uri="{FF2B5EF4-FFF2-40B4-BE49-F238E27FC236}">
                <a16:creationId xmlns:a16="http://schemas.microsoft.com/office/drawing/2014/main" id="{3511B1CD-F299-4130-851B-F8EEC512921A}"/>
              </a:ext>
            </a:extLst>
          </p:cNvPr>
          <p:cNvSpPr>
            <a:spLocks xmlns:a="http://schemas.openxmlformats.org/drawingml/2006/main" noGrp="1"/>
          </p:cNvSpPr>
          <p:nvPr/>
        </p:nvSpPr>
        <p:spPr>
          <a:xfrm xmlns:a="http://schemas.openxmlformats.org/drawingml/2006/main">
            <a:off x="3419475" y="1809750"/>
            <a:ext cx="742950" cy="4105275"/>
          </a:xfrm>
          <a:prstGeom xmlns:a="http://schemas.openxmlformats.org/drawingml/2006/main" prst="rect">
            <a:avLst/>
          </a:prstGeom>
          <a:noFill xmlns:a="http://schemas.openxmlformats.org/drawingml/2006/main"/>
          <a:ln xmlns:a="http://schemas.openxmlformats.org/drawingml/2006/main" w="19050">
            <a:solidFill>
              <a:srgbClr val="B321AC"/>
            </a:solidFill>
            <a:prstDash val="solid"/>
          </a:ln>
        </p:spPr>
      </p:sp>
      <p:sp>
        <p:nvSpPr>
          <p:cNvPr id="15" name="案例编号底">
            <a:extLst xmlns:a="http://schemas.openxmlformats.org/drawingml/2006/main">
              <a:ext uri="{FF2B5EF4-FFF2-40B4-BE49-F238E27FC236}">
                <a16:creationId xmlns:a16="http://schemas.microsoft.com/office/drawing/2014/main" id="{6DCA575E-5C8D-4E20-BC9E-7AF28AF67C60}"/>
              </a:ext>
            </a:extLst>
          </p:cNvPr>
          <p:cNvSpPr>
            <a:spLocks xmlns:a="http://schemas.openxmlformats.org/drawingml/2006/main" noGrp="1"/>
          </p:cNvSpPr>
          <p:nvPr/>
        </p:nvSpPr>
        <p:spPr>
          <a:xfrm xmlns:a="http://schemas.openxmlformats.org/drawingml/2006/main">
            <a:off x="3448050" y="1838325"/>
            <a:ext cx="257175" cy="276225"/>
          </a:xfrm>
          <a:prstGeom xmlns:a="http://schemas.openxmlformats.org/drawingml/2006/main" prst="rect">
            <a:avLst/>
          </a:prstGeom>
          <a:solidFill xmlns:a="http://schemas.openxmlformats.org/drawingml/2006/main">
            <a:srgbClr val="B321AC"/>
          </a:solidFill>
          <a:ln xmlns:a="http://schemas.openxmlformats.org/drawingml/2006/main" w="0">
            <a:noFill/>
            <a:prstDash val="solid"/>
          </a:ln>
        </p:spPr>
      </p:sp>
      <p:sp>
        <p:nvSpPr>
          <p:cNvPr id="16" name="案例编号">
            <a:extLst xmlns:a="http://schemas.openxmlformats.org/drawingml/2006/main">
              <a:ext uri="{FF2B5EF4-FFF2-40B4-BE49-F238E27FC236}">
                <a16:creationId xmlns:a16="http://schemas.microsoft.com/office/drawing/2014/main" id="{AD23D428-5674-4347-8EA1-7EFAFDBD0C19}"/>
              </a:ext>
            </a:extLst>
          </p:cNvPr>
          <p:cNvSpPr>
            <a:spLocks xmlns:a="http://schemas.openxmlformats.org/drawingml/2006/main" noGrp="1"/>
          </p:cNvSpPr>
          <p:nvPr/>
        </p:nvSpPr>
        <p:spPr>
          <a:xfrm xmlns:a="http://schemas.openxmlformats.org/drawingml/2006/main">
            <a:off x="3448050" y="1838325"/>
            <a:ext cx="2571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500" b="1">
                <a:solidFill>
                  <a:srgbClr val="FFFFFF"/>
                </a:solidFill>
                <a:latin typeface="Arial"/>
                <a:ea typeface="Microsoft YaHei"/>
                <a:cs typeface="Arial"/>
              </a:defRPr>
            </a:defPPr>
            <a:lvl1pPr algn="ctr">
              <a:defRPr sz="1500" b="1">
                <a:solidFill>
                  <a:srgbClr val="FFFFFF"/>
                </a:solidFill>
                <a:latin typeface="Arial"/>
                <a:ea typeface="Microsoft YaHei"/>
                <a:cs typeface="Arial"/>
              </a:defRPr>
            </a:lvl1pPr>
            <a:lvl2pPr algn="ctr">
              <a:defRPr sz="1500" b="1">
                <a:solidFill>
                  <a:srgbClr val="FFFFFF"/>
                </a:solidFill>
                <a:latin typeface="Arial"/>
                <a:ea typeface="Microsoft YaHei"/>
                <a:cs typeface="Arial"/>
              </a:defRPr>
            </a:lvl2pPr>
            <a:lvl3pPr algn="ctr">
              <a:defRPr sz="1500" b="1">
                <a:solidFill>
                  <a:srgbClr val="FFFFFF"/>
                </a:solidFill>
                <a:latin typeface="Arial"/>
                <a:ea typeface="Microsoft YaHei"/>
                <a:cs typeface="Arial"/>
              </a:defRPr>
            </a:lvl3pPr>
            <a:lvl4pPr algn="ctr">
              <a:defRPr sz="1500" b="1">
                <a:solidFill>
                  <a:srgbClr val="FFFFFF"/>
                </a:solidFill>
                <a:latin typeface="Arial"/>
                <a:ea typeface="Microsoft YaHei"/>
                <a:cs typeface="Arial"/>
              </a:defRPr>
            </a:lvl4pPr>
            <a:lvl5pPr algn="ctr">
              <a:defRPr sz="1500" b="1">
                <a:solidFill>
                  <a:srgbClr val="FFFFFF"/>
                </a:solidFill>
                <a:latin typeface="Arial"/>
                <a:ea typeface="Microsoft YaHei"/>
                <a:cs typeface="Arial"/>
              </a:defRPr>
            </a:lvl5pPr>
            <a:lvl6pPr algn="ctr">
              <a:defRPr sz="1500" b="1">
                <a:solidFill>
                  <a:srgbClr val="FFFFFF"/>
                </a:solidFill>
                <a:latin typeface="Arial"/>
                <a:ea typeface="Microsoft YaHei"/>
                <a:cs typeface="Arial"/>
              </a:defRPr>
            </a:lvl6pPr>
            <a:lvl7pPr algn="ctr">
              <a:defRPr sz="1500" b="1">
                <a:solidFill>
                  <a:srgbClr val="FFFFFF"/>
                </a:solidFill>
                <a:latin typeface="Arial"/>
                <a:ea typeface="Microsoft YaHei"/>
                <a:cs typeface="Arial"/>
              </a:defRPr>
            </a:lvl7pPr>
            <a:lvl8pPr algn="ctr">
              <a:defRPr sz="1500" b="1">
                <a:solidFill>
                  <a:srgbClr val="FFFFFF"/>
                </a:solidFill>
                <a:latin typeface="Arial"/>
                <a:ea typeface="Microsoft YaHei"/>
                <a:cs typeface="Arial"/>
              </a:defRPr>
            </a:lvl8pPr>
            <a:lvl9pPr algn="ctr">
              <a:defRPr sz="1500" b="1">
                <a:solidFill>
                  <a:srgbClr val="FFFFFF"/>
                </a:solidFill>
                <a:latin typeface="Arial"/>
                <a:ea typeface="Microsoft YaHei"/>
                <a:cs typeface="Arial"/>
              </a:defRPr>
            </a:lvl9pPr>
          </a:lstStyle>
          <a:p xmlns:a="http://schemas.openxmlformats.org/drawingml/2006/main">
            <a:pPr algn="ctr">
              <a:defRPr sz="1500" b="1">
                <a:solidFill>
                  <a:srgbClr val="FFFFFF"/>
                </a:solidFill>
                <a:latin typeface="Arial"/>
                <a:ea typeface="Microsoft YaHei"/>
                <a:cs typeface="Arial"/>
              </a:defRPr>
            </a:pPr>
            <a:r>
              <a:rPr sz="1500" b="1">
                <a:solidFill>
                  <a:srgbClr val="FFFFFF"/>
                </a:solidFill>
                <a:latin typeface="Arial"/>
                <a:ea typeface="Microsoft YaHei"/>
                <a:cs typeface="Arial"/>
              </a:rPr>
              <a:t>4</a:t>
            </a:r>
          </a:p>
        </p:txBody>
      </p:sp>
      <p:sp>
        <p:nvSpPr>
          <p:cNvPr id="17" name="鸟案例引线">
            <a:extLst xmlns:a="http://schemas.openxmlformats.org/drawingml/2006/main">
              <a:ext uri="{FF2B5EF4-FFF2-40B4-BE49-F238E27FC236}">
                <a16:creationId xmlns:a16="http://schemas.microsoft.com/office/drawing/2014/main" id="{54BE0906-C5A1-42D7-84DD-605F0E44E2AB}"/>
              </a:ext>
            </a:extLst>
          </p:cNvPr>
          <p:cNvSpPr>
            <a:spLocks xmlns:a="http://schemas.openxmlformats.org/drawingml/2006/main" noGrp="1"/>
          </p:cNvSpPr>
          <p:nvPr/>
        </p:nvSpPr>
        <p:spPr>
          <a:xfrm xmlns:a="http://schemas.openxmlformats.org/drawingml/2006/main">
            <a:off x="1152525" y="1685925"/>
            <a:ext cx="953" cy="123825"/>
          </a:xfrm>
          <a:custGeom xmlns:a="http://schemas.openxmlformats.org/drawingml/2006/main">
            <a:pathLst>
              <a:path w="953" h="123825">
                <a:moveTo>
                  <a:pt x="0" y="123825"/>
                </a:moveTo>
                <a:lnTo>
                  <a:pt x="0" y="0"/>
                </a:lnTo>
              </a:path>
            </a:pathLst>
          </a:custGeom>
          <a:noFill xmlns:a="http://schemas.openxmlformats.org/drawingml/2006/main"/>
          <a:ln xmlns:a="http://schemas.openxmlformats.org/drawingml/2006/main" w="17145">
            <a:solidFill>
              <a:srgbClr val="2465A8"/>
            </a:solidFill>
            <a:prstDash val="dash"/>
          </a:ln>
        </p:spPr>
      </p:sp>
      <p:sp>
        <p:nvSpPr>
          <p:cNvPr id="18" name="鸟案例引线">
            <a:extLst xmlns:a="http://schemas.openxmlformats.org/drawingml/2006/main">
              <a:ext uri="{FF2B5EF4-FFF2-40B4-BE49-F238E27FC236}">
                <a16:creationId xmlns:a16="http://schemas.microsoft.com/office/drawing/2014/main" id="{6A3B836E-1974-4BD7-BB11-0AADC329C31C}"/>
              </a:ext>
            </a:extLst>
          </p:cNvPr>
          <p:cNvSpPr>
            <a:spLocks xmlns:a="http://schemas.openxmlformats.org/drawingml/2006/main" noGrp="1"/>
          </p:cNvSpPr>
          <p:nvPr/>
        </p:nvSpPr>
        <p:spPr>
          <a:xfrm xmlns:a="http://schemas.openxmlformats.org/drawingml/2006/main">
            <a:off x="1152525" y="1685925"/>
            <a:ext cx="5248275" cy="953"/>
          </a:xfrm>
          <a:custGeom xmlns:a="http://schemas.openxmlformats.org/drawingml/2006/main">
            <a:pathLst>
              <a:path w="5248275" h="953">
                <a:moveTo>
                  <a:pt x="0" y="0"/>
                </a:moveTo>
                <a:lnTo>
                  <a:pt x="5248275" y="0"/>
                </a:lnTo>
              </a:path>
            </a:pathLst>
          </a:custGeom>
          <a:noFill xmlns:a="http://schemas.openxmlformats.org/drawingml/2006/main"/>
          <a:ln xmlns:a="http://schemas.openxmlformats.org/drawingml/2006/main" w="17145">
            <a:solidFill>
              <a:srgbClr val="2465A8"/>
            </a:solidFill>
            <a:prstDash val="dash"/>
          </a:ln>
        </p:spPr>
      </p:sp>
      <p:sp>
        <p:nvSpPr>
          <p:cNvPr id="19" name="鸟案例引线">
            <a:extLst xmlns:a="http://schemas.openxmlformats.org/drawingml/2006/main">
              <a:ext uri="{FF2B5EF4-FFF2-40B4-BE49-F238E27FC236}">
                <a16:creationId xmlns:a16="http://schemas.microsoft.com/office/drawing/2014/main" id="{8A7C26FF-DF83-4C61-9494-9305EA25DF4E}"/>
              </a:ext>
            </a:extLst>
          </p:cNvPr>
          <p:cNvSpPr>
            <a:spLocks xmlns:a="http://schemas.openxmlformats.org/drawingml/2006/main" noGrp="1"/>
          </p:cNvSpPr>
          <p:nvPr/>
        </p:nvSpPr>
        <p:spPr>
          <a:xfrm xmlns:a="http://schemas.openxmlformats.org/drawingml/2006/main">
            <a:off x="6400800" y="1685925"/>
            <a:ext cx="953" cy="457200"/>
          </a:xfrm>
          <a:custGeom xmlns:a="http://schemas.openxmlformats.org/drawingml/2006/main">
            <a:pathLst>
              <a:path w="953" h="457200">
                <a:moveTo>
                  <a:pt x="0" y="0"/>
                </a:moveTo>
                <a:lnTo>
                  <a:pt x="0" y="457200"/>
                </a:lnTo>
              </a:path>
            </a:pathLst>
          </a:custGeom>
          <a:noFill xmlns:a="http://schemas.openxmlformats.org/drawingml/2006/main"/>
          <a:ln xmlns:a="http://schemas.openxmlformats.org/drawingml/2006/main" w="17145">
            <a:solidFill>
              <a:srgbClr val="2465A8"/>
            </a:solidFill>
            <a:prstDash val="dash"/>
          </a:ln>
        </p:spPr>
      </p:sp>
      <p:sp>
        <p:nvSpPr>
          <p:cNvPr id="20" name="人物案例引线">
            <a:extLst xmlns:a="http://schemas.openxmlformats.org/drawingml/2006/main">
              <a:ext uri="{FF2B5EF4-FFF2-40B4-BE49-F238E27FC236}">
                <a16:creationId xmlns:a16="http://schemas.microsoft.com/office/drawing/2014/main" id="{03615EBA-3C15-4B05-946E-6AB762E1A6AB}"/>
              </a:ext>
            </a:extLst>
          </p:cNvPr>
          <p:cNvSpPr>
            <a:spLocks xmlns:a="http://schemas.openxmlformats.org/drawingml/2006/main" noGrp="1"/>
          </p:cNvSpPr>
          <p:nvPr/>
        </p:nvSpPr>
        <p:spPr>
          <a:xfrm xmlns:a="http://schemas.openxmlformats.org/drawingml/2006/main">
            <a:off x="2200275" y="1581150"/>
            <a:ext cx="953" cy="228600"/>
          </a:xfrm>
          <a:custGeom xmlns:a="http://schemas.openxmlformats.org/drawingml/2006/main">
            <a:pathLst>
              <a:path w="953" h="228600">
                <a:moveTo>
                  <a:pt x="0" y="228600"/>
                </a:moveTo>
                <a:lnTo>
                  <a:pt x="0" y="0"/>
                </a:lnTo>
              </a:path>
            </a:pathLst>
          </a:custGeom>
          <a:noFill xmlns:a="http://schemas.openxmlformats.org/drawingml/2006/main"/>
          <a:ln xmlns:a="http://schemas.openxmlformats.org/drawingml/2006/main" w="17145">
            <a:solidFill>
              <a:srgbClr val="F07832"/>
            </a:solidFill>
            <a:prstDash val="dash"/>
          </a:ln>
        </p:spPr>
      </p:sp>
      <p:sp>
        <p:nvSpPr>
          <p:cNvPr id="21" name="人物案例引线">
            <a:extLst xmlns:a="http://schemas.openxmlformats.org/drawingml/2006/main">
              <a:ext uri="{FF2B5EF4-FFF2-40B4-BE49-F238E27FC236}">
                <a16:creationId xmlns:a16="http://schemas.microsoft.com/office/drawing/2014/main" id="{3C29E44E-69D4-4578-A959-0358EF95B6D9}"/>
              </a:ext>
            </a:extLst>
          </p:cNvPr>
          <p:cNvSpPr>
            <a:spLocks xmlns:a="http://schemas.openxmlformats.org/drawingml/2006/main" noGrp="1"/>
          </p:cNvSpPr>
          <p:nvPr/>
        </p:nvSpPr>
        <p:spPr>
          <a:xfrm xmlns:a="http://schemas.openxmlformats.org/drawingml/2006/main">
            <a:off x="2200275" y="1581150"/>
            <a:ext cx="7991475" cy="953"/>
          </a:xfrm>
          <a:custGeom xmlns:a="http://schemas.openxmlformats.org/drawingml/2006/main">
            <a:pathLst>
              <a:path w="7991475" h="953">
                <a:moveTo>
                  <a:pt x="0" y="0"/>
                </a:moveTo>
                <a:lnTo>
                  <a:pt x="7991475" y="0"/>
                </a:lnTo>
              </a:path>
            </a:pathLst>
          </a:custGeom>
          <a:noFill xmlns:a="http://schemas.openxmlformats.org/drawingml/2006/main"/>
          <a:ln xmlns:a="http://schemas.openxmlformats.org/drawingml/2006/main" w="17145">
            <a:solidFill>
              <a:srgbClr val="F07832"/>
            </a:solidFill>
            <a:prstDash val="dash"/>
          </a:ln>
        </p:spPr>
      </p:sp>
      <p:sp>
        <p:nvSpPr>
          <p:cNvPr id="22" name="人物案例引线">
            <a:extLst xmlns:a="http://schemas.openxmlformats.org/drawingml/2006/main">
              <a:ext uri="{FF2B5EF4-FFF2-40B4-BE49-F238E27FC236}">
                <a16:creationId xmlns:a16="http://schemas.microsoft.com/office/drawing/2014/main" id="{823B32CC-F68B-4A0A-8626-C1751C18CD4A}"/>
              </a:ext>
            </a:extLst>
          </p:cNvPr>
          <p:cNvSpPr>
            <a:spLocks xmlns:a="http://schemas.openxmlformats.org/drawingml/2006/main" noGrp="1"/>
          </p:cNvSpPr>
          <p:nvPr/>
        </p:nvSpPr>
        <p:spPr>
          <a:xfrm xmlns:a="http://schemas.openxmlformats.org/drawingml/2006/main">
            <a:off x="10191750" y="1581150"/>
            <a:ext cx="953" cy="561975"/>
          </a:xfrm>
          <a:custGeom xmlns:a="http://schemas.openxmlformats.org/drawingml/2006/main">
            <a:pathLst>
              <a:path w="953" h="561975">
                <a:moveTo>
                  <a:pt x="0" y="0"/>
                </a:moveTo>
                <a:lnTo>
                  <a:pt x="0" y="561975"/>
                </a:lnTo>
              </a:path>
            </a:pathLst>
          </a:custGeom>
          <a:noFill xmlns:a="http://schemas.openxmlformats.org/drawingml/2006/main"/>
          <a:ln xmlns:a="http://schemas.openxmlformats.org/drawingml/2006/main" w="17145">
            <a:solidFill>
              <a:srgbClr val="F07832"/>
            </a:solidFill>
            <a:prstDash val="dash"/>
          </a:ln>
        </p:spPr>
      </p:sp>
      <p:sp>
        <p:nvSpPr>
          <p:cNvPr id="23" name="手臂案例引线">
            <a:extLst xmlns:a="http://schemas.openxmlformats.org/drawingml/2006/main">
              <a:ext uri="{FF2B5EF4-FFF2-40B4-BE49-F238E27FC236}">
                <a16:creationId xmlns:a16="http://schemas.microsoft.com/office/drawing/2014/main" id="{C45E2D2E-99D7-48A1-BD08-838448D3E38A}"/>
              </a:ext>
            </a:extLst>
          </p:cNvPr>
          <p:cNvSpPr>
            <a:spLocks xmlns:a="http://schemas.openxmlformats.org/drawingml/2006/main" noGrp="1"/>
          </p:cNvSpPr>
          <p:nvPr/>
        </p:nvSpPr>
        <p:spPr>
          <a:xfrm xmlns:a="http://schemas.openxmlformats.org/drawingml/2006/main">
            <a:off x="2962275" y="591502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7145">
            <a:solidFill>
              <a:srgbClr val="47AB2F"/>
            </a:solidFill>
            <a:prstDash val="dash"/>
          </a:ln>
        </p:spPr>
      </p:sp>
      <p:sp>
        <p:nvSpPr>
          <p:cNvPr id="24" name="手臂案例引线">
            <a:extLst xmlns:a="http://schemas.openxmlformats.org/drawingml/2006/main">
              <a:ext uri="{FF2B5EF4-FFF2-40B4-BE49-F238E27FC236}">
                <a16:creationId xmlns:a16="http://schemas.microsoft.com/office/drawing/2014/main" id="{9FBB45E3-AF7B-4409-BEA7-E504319FC9E6}"/>
              </a:ext>
            </a:extLst>
          </p:cNvPr>
          <p:cNvSpPr>
            <a:spLocks xmlns:a="http://schemas.openxmlformats.org/drawingml/2006/main" noGrp="1"/>
          </p:cNvSpPr>
          <p:nvPr/>
        </p:nvSpPr>
        <p:spPr>
          <a:xfrm xmlns:a="http://schemas.openxmlformats.org/drawingml/2006/main">
            <a:off x="2962275" y="6000750"/>
            <a:ext cx="3438525" cy="953"/>
          </a:xfrm>
          <a:custGeom xmlns:a="http://schemas.openxmlformats.org/drawingml/2006/main">
            <a:pathLst>
              <a:path w="3438525" h="953">
                <a:moveTo>
                  <a:pt x="0" y="0"/>
                </a:moveTo>
                <a:lnTo>
                  <a:pt x="3438525" y="0"/>
                </a:lnTo>
              </a:path>
            </a:pathLst>
          </a:custGeom>
          <a:noFill xmlns:a="http://schemas.openxmlformats.org/drawingml/2006/main"/>
          <a:ln xmlns:a="http://schemas.openxmlformats.org/drawingml/2006/main" w="17145">
            <a:solidFill>
              <a:srgbClr val="47AB2F"/>
            </a:solidFill>
            <a:prstDash val="dash"/>
          </a:ln>
        </p:spPr>
      </p:sp>
      <p:sp>
        <p:nvSpPr>
          <p:cNvPr id="25" name="手臂案例引线">
            <a:extLst xmlns:a="http://schemas.openxmlformats.org/drawingml/2006/main">
              <a:ext uri="{FF2B5EF4-FFF2-40B4-BE49-F238E27FC236}">
                <a16:creationId xmlns:a16="http://schemas.microsoft.com/office/drawing/2014/main" id="{2C8DA007-1BC0-44F1-A4B9-4F2F68236FE1}"/>
              </a:ext>
            </a:extLst>
          </p:cNvPr>
          <p:cNvSpPr>
            <a:spLocks xmlns:a="http://schemas.openxmlformats.org/drawingml/2006/main" noGrp="1"/>
          </p:cNvSpPr>
          <p:nvPr/>
        </p:nvSpPr>
        <p:spPr>
          <a:xfrm xmlns:a="http://schemas.openxmlformats.org/drawingml/2006/main">
            <a:off x="6400800" y="5705475"/>
            <a:ext cx="953" cy="295275"/>
          </a:xfrm>
          <a:custGeom xmlns:a="http://schemas.openxmlformats.org/drawingml/2006/main">
            <a:pathLst>
              <a:path w="953" h="295275">
                <a:moveTo>
                  <a:pt x="0" y="295275"/>
                </a:moveTo>
                <a:lnTo>
                  <a:pt x="0" y="0"/>
                </a:lnTo>
              </a:path>
            </a:pathLst>
          </a:custGeom>
          <a:noFill xmlns:a="http://schemas.openxmlformats.org/drawingml/2006/main"/>
          <a:ln xmlns:a="http://schemas.openxmlformats.org/drawingml/2006/main" w="17145">
            <a:solidFill>
              <a:srgbClr val="47AB2F"/>
            </a:solidFill>
            <a:prstDash val="dash"/>
          </a:ln>
        </p:spPr>
      </p:sp>
      <p:sp>
        <p:nvSpPr>
          <p:cNvPr id="26" name="标志案例引线">
            <a:extLst xmlns:a="http://schemas.openxmlformats.org/drawingml/2006/main">
              <a:ext uri="{FF2B5EF4-FFF2-40B4-BE49-F238E27FC236}">
                <a16:creationId xmlns:a16="http://schemas.microsoft.com/office/drawing/2014/main" id="{74622BCF-869C-498E-8E0B-65910D8C876C}"/>
              </a:ext>
            </a:extLst>
          </p:cNvPr>
          <p:cNvSpPr>
            <a:spLocks xmlns:a="http://schemas.openxmlformats.org/drawingml/2006/main" noGrp="1"/>
          </p:cNvSpPr>
          <p:nvPr/>
        </p:nvSpPr>
        <p:spPr>
          <a:xfrm xmlns:a="http://schemas.openxmlformats.org/drawingml/2006/main">
            <a:off x="3790950" y="5915025"/>
            <a:ext cx="953" cy="161925"/>
          </a:xfrm>
          <a:custGeom xmlns:a="http://schemas.openxmlformats.org/drawingml/2006/main">
            <a:pathLst>
              <a:path w="953" h="161925">
                <a:moveTo>
                  <a:pt x="0" y="0"/>
                </a:moveTo>
                <a:lnTo>
                  <a:pt x="0" y="161925"/>
                </a:lnTo>
              </a:path>
            </a:pathLst>
          </a:custGeom>
          <a:noFill xmlns:a="http://schemas.openxmlformats.org/drawingml/2006/main"/>
          <a:ln xmlns:a="http://schemas.openxmlformats.org/drawingml/2006/main" w="17145">
            <a:solidFill>
              <a:srgbClr val="B321AC"/>
            </a:solidFill>
            <a:prstDash val="dash"/>
          </a:ln>
        </p:spPr>
      </p:sp>
      <p:sp>
        <p:nvSpPr>
          <p:cNvPr id="27" name="标志案例引线">
            <a:extLst xmlns:a="http://schemas.openxmlformats.org/drawingml/2006/main">
              <a:ext uri="{FF2B5EF4-FFF2-40B4-BE49-F238E27FC236}">
                <a16:creationId xmlns:a16="http://schemas.microsoft.com/office/drawing/2014/main" id="{C06E33D8-B1EB-46FA-A956-E00FCC30D3FA}"/>
              </a:ext>
            </a:extLst>
          </p:cNvPr>
          <p:cNvSpPr>
            <a:spLocks xmlns:a="http://schemas.openxmlformats.org/drawingml/2006/main" noGrp="1"/>
          </p:cNvSpPr>
          <p:nvPr/>
        </p:nvSpPr>
        <p:spPr>
          <a:xfrm xmlns:a="http://schemas.openxmlformats.org/drawingml/2006/main">
            <a:off x="3790950" y="6076950"/>
            <a:ext cx="6419850" cy="953"/>
          </a:xfrm>
          <a:custGeom xmlns:a="http://schemas.openxmlformats.org/drawingml/2006/main">
            <a:pathLst>
              <a:path w="6419850" h="953">
                <a:moveTo>
                  <a:pt x="0" y="0"/>
                </a:moveTo>
                <a:lnTo>
                  <a:pt x="6419850" y="0"/>
                </a:lnTo>
              </a:path>
            </a:pathLst>
          </a:custGeom>
          <a:noFill xmlns:a="http://schemas.openxmlformats.org/drawingml/2006/main"/>
          <a:ln xmlns:a="http://schemas.openxmlformats.org/drawingml/2006/main" w="17145">
            <a:solidFill>
              <a:srgbClr val="B321AC"/>
            </a:solidFill>
            <a:prstDash val="dash"/>
          </a:ln>
        </p:spPr>
      </p:sp>
      <p:sp>
        <p:nvSpPr>
          <p:cNvPr id="28" name="标志案例引线">
            <a:extLst xmlns:a="http://schemas.openxmlformats.org/drawingml/2006/main">
              <a:ext uri="{FF2B5EF4-FFF2-40B4-BE49-F238E27FC236}">
                <a16:creationId xmlns:a16="http://schemas.microsoft.com/office/drawing/2014/main" id="{1ED8C025-4AC9-4B42-9464-720561BA9555}"/>
              </a:ext>
            </a:extLst>
          </p:cNvPr>
          <p:cNvSpPr>
            <a:spLocks xmlns:a="http://schemas.openxmlformats.org/drawingml/2006/main" noGrp="1"/>
          </p:cNvSpPr>
          <p:nvPr/>
        </p:nvSpPr>
        <p:spPr>
          <a:xfrm xmlns:a="http://schemas.openxmlformats.org/drawingml/2006/main">
            <a:off x="10210800" y="5705475"/>
            <a:ext cx="953" cy="371475"/>
          </a:xfrm>
          <a:custGeom xmlns:a="http://schemas.openxmlformats.org/drawingml/2006/main">
            <a:pathLst>
              <a:path w="953" h="371475">
                <a:moveTo>
                  <a:pt x="0" y="371475"/>
                </a:moveTo>
                <a:lnTo>
                  <a:pt x="0" y="0"/>
                </a:lnTo>
              </a:path>
            </a:pathLst>
          </a:custGeom>
          <a:noFill xmlns:a="http://schemas.openxmlformats.org/drawingml/2006/main"/>
          <a:ln xmlns:a="http://schemas.openxmlformats.org/drawingml/2006/main" w="17145">
            <a:solidFill>
              <a:srgbClr val="B321AC"/>
            </a:solidFill>
            <a:prstDash val="dash"/>
          </a:ln>
        </p:spPr>
      </p:sp>
      <p:sp>
        <p:nvSpPr>
          <p:cNvPr id="29" name="问题解释分组">
            <a:extLst xmlns:a="http://schemas.openxmlformats.org/drawingml/2006/main">
              <a:ext uri="{FF2B5EF4-FFF2-40B4-BE49-F238E27FC236}">
                <a16:creationId xmlns:a16="http://schemas.microsoft.com/office/drawing/2014/main" id="{F2E5D6FF-6909-4784-A39B-3BE1E394C56A}"/>
              </a:ext>
            </a:extLst>
          </p:cNvPr>
          <p:cNvSpPr>
            <a:spLocks xmlns:a="http://schemas.openxmlformats.org/drawingml/2006/main" noGrp="1"/>
          </p:cNvSpPr>
          <p:nvPr/>
        </p:nvSpPr>
        <p:spPr>
          <a:xfrm xmlns:a="http://schemas.openxmlformats.org/drawingml/2006/main">
            <a:off x="4572000" y="2143125"/>
            <a:ext cx="3657600" cy="1628775"/>
          </a:xfrm>
          <a:prstGeom xmlns:a="http://schemas.openxmlformats.org/drawingml/2006/main" prst="roundRect">
            <a:avLst>
              <a:gd name="adj" fmla="val 4678"/>
            </a:avLst>
          </a:prstGeom>
          <a:solidFill xmlns:a="http://schemas.openxmlformats.org/drawingml/2006/main">
            <a:srgbClr val="DCEAF7"/>
          </a:solidFill>
          <a:ln xmlns:a="http://schemas.openxmlformats.org/drawingml/2006/main" w="19050">
            <a:solidFill>
              <a:srgbClr val="2465A8"/>
            </a:solidFill>
            <a:prstDash val="solid"/>
          </a:ln>
        </p:spPr>
      </p:sp>
      <p:sp>
        <p:nvSpPr>
          <p:cNvPr id="30" name="问题标题">
            <a:extLst xmlns:a="http://schemas.openxmlformats.org/drawingml/2006/main">
              <a:ext uri="{FF2B5EF4-FFF2-40B4-BE49-F238E27FC236}">
                <a16:creationId xmlns:a16="http://schemas.microsoft.com/office/drawing/2014/main" id="{696ADDDC-B2DA-45DD-861E-7381F58B581D}"/>
              </a:ext>
            </a:extLst>
          </p:cNvPr>
          <p:cNvSpPr>
            <a:spLocks xmlns:a="http://schemas.openxmlformats.org/drawingml/2006/main" noGrp="1"/>
          </p:cNvSpPr>
          <p:nvPr/>
        </p:nvSpPr>
        <p:spPr>
          <a:xfrm xmlns:a="http://schemas.openxmlformats.org/drawingml/2006/main">
            <a:off x="4705350" y="2276475"/>
            <a:ext cx="3390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11111"/>
                </a:solidFill>
                <a:latin typeface="Arial"/>
                <a:ea typeface="Microsoft YaHei"/>
                <a:cs typeface="Arial"/>
              </a:defRPr>
            </a:defPPr>
            <a:lvl1pPr algn="ctr">
              <a:defRPr sz="1875" b="1">
                <a:solidFill>
                  <a:srgbClr val="111111"/>
                </a:solidFill>
                <a:latin typeface="Arial"/>
                <a:ea typeface="Microsoft YaHei"/>
                <a:cs typeface="Arial"/>
              </a:defRPr>
            </a:lvl1pPr>
            <a:lvl2pPr algn="ctr">
              <a:defRPr sz="1875" b="1">
                <a:solidFill>
                  <a:srgbClr val="111111"/>
                </a:solidFill>
                <a:latin typeface="Arial"/>
                <a:ea typeface="Microsoft YaHei"/>
                <a:cs typeface="Arial"/>
              </a:defRPr>
            </a:lvl2pPr>
            <a:lvl3pPr algn="ctr">
              <a:defRPr sz="1875" b="1">
                <a:solidFill>
                  <a:srgbClr val="111111"/>
                </a:solidFill>
                <a:latin typeface="Arial"/>
                <a:ea typeface="Microsoft YaHei"/>
                <a:cs typeface="Arial"/>
              </a:defRPr>
            </a:lvl3pPr>
            <a:lvl4pPr algn="ctr">
              <a:defRPr sz="1875" b="1">
                <a:solidFill>
                  <a:srgbClr val="111111"/>
                </a:solidFill>
                <a:latin typeface="Arial"/>
                <a:ea typeface="Microsoft YaHei"/>
                <a:cs typeface="Arial"/>
              </a:defRPr>
            </a:lvl4pPr>
            <a:lvl5pPr algn="ctr">
              <a:defRPr sz="1875" b="1">
                <a:solidFill>
                  <a:srgbClr val="111111"/>
                </a:solidFill>
                <a:latin typeface="Arial"/>
                <a:ea typeface="Microsoft YaHei"/>
                <a:cs typeface="Arial"/>
              </a:defRPr>
            </a:lvl5pPr>
            <a:lvl6pPr algn="ctr">
              <a:defRPr sz="1875" b="1">
                <a:solidFill>
                  <a:srgbClr val="111111"/>
                </a:solidFill>
                <a:latin typeface="Arial"/>
                <a:ea typeface="Microsoft YaHei"/>
                <a:cs typeface="Arial"/>
              </a:defRPr>
            </a:lvl6pPr>
            <a:lvl7pPr algn="ctr">
              <a:defRPr sz="1875" b="1">
                <a:solidFill>
                  <a:srgbClr val="111111"/>
                </a:solidFill>
                <a:latin typeface="Arial"/>
                <a:ea typeface="Microsoft YaHei"/>
                <a:cs typeface="Arial"/>
              </a:defRPr>
            </a:lvl7pPr>
            <a:lvl8pPr algn="ctr">
              <a:defRPr sz="1875" b="1">
                <a:solidFill>
                  <a:srgbClr val="111111"/>
                </a:solidFill>
                <a:latin typeface="Arial"/>
                <a:ea typeface="Microsoft YaHei"/>
                <a:cs typeface="Arial"/>
              </a:defRPr>
            </a:lvl8pPr>
            <a:lvl9pPr algn="ctr">
              <a:defRPr sz="1875" b="1">
                <a:solidFill>
                  <a:srgbClr val="111111"/>
                </a:solidFill>
                <a:latin typeface="Arial"/>
                <a:ea typeface="Microsoft YaHei"/>
                <a:cs typeface="Arial"/>
              </a:defRPr>
            </a:lvl9pPr>
          </a:lstStyle>
          <a:p xmlns:a="http://schemas.openxmlformats.org/drawingml/2006/main">
            <a:pPr algn="ctr">
              <a:defRPr sz="1875" b="1">
                <a:solidFill>
                  <a:srgbClr val="111111"/>
                </a:solidFill>
                <a:latin typeface="Arial"/>
                <a:ea typeface="Microsoft YaHei"/>
                <a:cs typeface="Arial"/>
              </a:defRPr>
            </a:pPr>
            <a:r>
              <a:rPr sz="1875" b="1">
                <a:solidFill>
                  <a:srgbClr val="111111"/>
                </a:solidFill>
                <a:latin typeface="Arial"/>
                <a:ea typeface="Microsoft YaHei"/>
                <a:cs typeface="Arial"/>
              </a:rPr>
              <a:t>1. 整体与身体区域</a:t>
            </a:r>
          </a:p>
        </p:txBody>
      </p:sp>
      <p:sp>
        <p:nvSpPr>
          <p:cNvPr id="31" name="问题细节">
            <a:extLst xmlns:a="http://schemas.openxmlformats.org/drawingml/2006/main">
              <a:ext uri="{FF2B5EF4-FFF2-40B4-BE49-F238E27FC236}">
                <a16:creationId xmlns:a16="http://schemas.microsoft.com/office/drawing/2014/main" id="{A7DCBBFD-51FB-4923-90E6-AF1D0DF2FB70}"/>
              </a:ext>
            </a:extLst>
          </p:cNvPr>
          <p:cNvSpPr>
            <a:spLocks xmlns:a="http://schemas.openxmlformats.org/drawingml/2006/main" noGrp="1"/>
          </p:cNvSpPr>
          <p:nvPr/>
        </p:nvSpPr>
        <p:spPr>
          <a:xfrm xmlns:a="http://schemas.openxmlformats.org/drawingml/2006/main">
            <a:off x="4686300" y="2724150"/>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0">
                <a:solidFill>
                  <a:srgbClr val="111111"/>
                </a:solidFill>
                <a:latin typeface="Arial"/>
                <a:ea typeface="Microsoft YaHei"/>
                <a:cs typeface="Arial"/>
              </a:defRPr>
            </a:defPPr>
            <a:lvl1pPr algn="l">
              <a:defRPr sz="1575" b="0">
                <a:solidFill>
                  <a:srgbClr val="111111"/>
                </a:solidFill>
                <a:latin typeface="Arial"/>
                <a:ea typeface="Microsoft YaHei"/>
                <a:cs typeface="Arial"/>
              </a:defRPr>
            </a:lvl1pPr>
            <a:lvl2pPr algn="l">
              <a:defRPr sz="1575" b="0">
                <a:solidFill>
                  <a:srgbClr val="111111"/>
                </a:solidFill>
                <a:latin typeface="Arial"/>
                <a:ea typeface="Microsoft YaHei"/>
                <a:cs typeface="Arial"/>
              </a:defRPr>
            </a:lvl2pPr>
            <a:lvl3pPr algn="l">
              <a:defRPr sz="1575" b="0">
                <a:solidFill>
                  <a:srgbClr val="111111"/>
                </a:solidFill>
                <a:latin typeface="Arial"/>
                <a:ea typeface="Microsoft YaHei"/>
                <a:cs typeface="Arial"/>
              </a:defRPr>
            </a:lvl3pPr>
            <a:lvl4pPr algn="l">
              <a:defRPr sz="1575" b="0">
                <a:solidFill>
                  <a:srgbClr val="111111"/>
                </a:solidFill>
                <a:latin typeface="Arial"/>
                <a:ea typeface="Microsoft YaHei"/>
                <a:cs typeface="Arial"/>
              </a:defRPr>
            </a:lvl4pPr>
            <a:lvl5pPr algn="l">
              <a:defRPr sz="1575" b="0">
                <a:solidFill>
                  <a:srgbClr val="111111"/>
                </a:solidFill>
                <a:latin typeface="Arial"/>
                <a:ea typeface="Microsoft YaHei"/>
                <a:cs typeface="Arial"/>
              </a:defRPr>
            </a:lvl5pPr>
            <a:lvl6pPr algn="l">
              <a:defRPr sz="1575" b="0">
                <a:solidFill>
                  <a:srgbClr val="111111"/>
                </a:solidFill>
                <a:latin typeface="Arial"/>
                <a:ea typeface="Microsoft YaHei"/>
                <a:cs typeface="Arial"/>
              </a:defRPr>
            </a:lvl6pPr>
            <a:lvl7pPr algn="l">
              <a:defRPr sz="1575" b="0">
                <a:solidFill>
                  <a:srgbClr val="111111"/>
                </a:solidFill>
                <a:latin typeface="Arial"/>
                <a:ea typeface="Microsoft YaHei"/>
                <a:cs typeface="Arial"/>
              </a:defRPr>
            </a:lvl7pPr>
            <a:lvl8pPr algn="l">
              <a:defRPr sz="1575" b="0">
                <a:solidFill>
                  <a:srgbClr val="111111"/>
                </a:solidFill>
                <a:latin typeface="Arial"/>
                <a:ea typeface="Microsoft YaHei"/>
                <a:cs typeface="Arial"/>
              </a:defRPr>
            </a:lvl8pPr>
            <a:lvl9pPr algn="l">
              <a:defRPr sz="1575" b="0">
                <a:solidFill>
                  <a:srgbClr val="111111"/>
                </a:solidFill>
                <a:latin typeface="Arial"/>
                <a:ea typeface="Microsoft YaHei"/>
                <a:cs typeface="Arial"/>
              </a:defRPr>
            </a:lvl9pPr>
          </a:lstStyle>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同一点位于鸟的头部；</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输出可覆盖整只鸟或身体；</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头部也是有效的局部目标。</a:t>
            </a:r>
          </a:p>
        </p:txBody>
      </p:sp>
      <p:sp>
        <p:nvSpPr>
          <p:cNvPr id="32" name="问题解释分组">
            <a:extLst xmlns:a="http://schemas.openxmlformats.org/drawingml/2006/main">
              <a:ext uri="{FF2B5EF4-FFF2-40B4-BE49-F238E27FC236}">
                <a16:creationId xmlns:a16="http://schemas.microsoft.com/office/drawing/2014/main" id="{962CA9D8-90BF-43BA-8051-D38C38635DAB}"/>
              </a:ext>
            </a:extLst>
          </p:cNvPr>
          <p:cNvSpPr>
            <a:spLocks xmlns:a="http://schemas.openxmlformats.org/drawingml/2006/main" noGrp="1"/>
          </p:cNvSpPr>
          <p:nvPr/>
        </p:nvSpPr>
        <p:spPr>
          <a:xfrm xmlns:a="http://schemas.openxmlformats.org/drawingml/2006/main">
            <a:off x="8362950" y="2143125"/>
            <a:ext cx="3657600" cy="1628775"/>
          </a:xfrm>
          <a:prstGeom xmlns:a="http://schemas.openxmlformats.org/drawingml/2006/main" prst="roundRect">
            <a:avLst>
              <a:gd name="adj" fmla="val 4678"/>
            </a:avLst>
          </a:prstGeom>
          <a:solidFill xmlns:a="http://schemas.openxmlformats.org/drawingml/2006/main">
            <a:srgbClr val="FBE3D6"/>
          </a:solidFill>
          <a:ln xmlns:a="http://schemas.openxmlformats.org/drawingml/2006/main" w="19050">
            <a:solidFill>
              <a:srgbClr val="F07832"/>
            </a:solidFill>
            <a:prstDash val="solid"/>
          </a:ln>
        </p:spPr>
      </p:sp>
      <p:sp>
        <p:nvSpPr>
          <p:cNvPr id="33" name="问题标题">
            <a:extLst xmlns:a="http://schemas.openxmlformats.org/drawingml/2006/main">
              <a:ext uri="{FF2B5EF4-FFF2-40B4-BE49-F238E27FC236}">
                <a16:creationId xmlns:a16="http://schemas.microsoft.com/office/drawing/2014/main" id="{6A428D62-1BD7-498B-AB48-F604D8ACE8AE}"/>
              </a:ext>
            </a:extLst>
          </p:cNvPr>
          <p:cNvSpPr>
            <a:spLocks xmlns:a="http://schemas.openxmlformats.org/drawingml/2006/main" noGrp="1"/>
          </p:cNvSpPr>
          <p:nvPr/>
        </p:nvSpPr>
        <p:spPr>
          <a:xfrm xmlns:a="http://schemas.openxmlformats.org/drawingml/2006/main">
            <a:off x="8496300" y="2276475"/>
            <a:ext cx="3390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11111"/>
                </a:solidFill>
                <a:latin typeface="Arial"/>
                <a:ea typeface="Microsoft YaHei"/>
                <a:cs typeface="Arial"/>
              </a:defRPr>
            </a:defPPr>
            <a:lvl1pPr algn="ctr">
              <a:defRPr sz="1875" b="1">
                <a:solidFill>
                  <a:srgbClr val="111111"/>
                </a:solidFill>
                <a:latin typeface="Arial"/>
                <a:ea typeface="Microsoft YaHei"/>
                <a:cs typeface="Arial"/>
              </a:defRPr>
            </a:lvl1pPr>
            <a:lvl2pPr algn="ctr">
              <a:defRPr sz="1875" b="1">
                <a:solidFill>
                  <a:srgbClr val="111111"/>
                </a:solidFill>
                <a:latin typeface="Arial"/>
                <a:ea typeface="Microsoft YaHei"/>
                <a:cs typeface="Arial"/>
              </a:defRPr>
            </a:lvl2pPr>
            <a:lvl3pPr algn="ctr">
              <a:defRPr sz="1875" b="1">
                <a:solidFill>
                  <a:srgbClr val="111111"/>
                </a:solidFill>
                <a:latin typeface="Arial"/>
                <a:ea typeface="Microsoft YaHei"/>
                <a:cs typeface="Arial"/>
              </a:defRPr>
            </a:lvl3pPr>
            <a:lvl4pPr algn="ctr">
              <a:defRPr sz="1875" b="1">
                <a:solidFill>
                  <a:srgbClr val="111111"/>
                </a:solidFill>
                <a:latin typeface="Arial"/>
                <a:ea typeface="Microsoft YaHei"/>
                <a:cs typeface="Arial"/>
              </a:defRPr>
            </a:lvl4pPr>
            <a:lvl5pPr algn="ctr">
              <a:defRPr sz="1875" b="1">
                <a:solidFill>
                  <a:srgbClr val="111111"/>
                </a:solidFill>
                <a:latin typeface="Arial"/>
                <a:ea typeface="Microsoft YaHei"/>
                <a:cs typeface="Arial"/>
              </a:defRPr>
            </a:lvl5pPr>
            <a:lvl6pPr algn="ctr">
              <a:defRPr sz="1875" b="1">
                <a:solidFill>
                  <a:srgbClr val="111111"/>
                </a:solidFill>
                <a:latin typeface="Arial"/>
                <a:ea typeface="Microsoft YaHei"/>
                <a:cs typeface="Arial"/>
              </a:defRPr>
            </a:lvl6pPr>
            <a:lvl7pPr algn="ctr">
              <a:defRPr sz="1875" b="1">
                <a:solidFill>
                  <a:srgbClr val="111111"/>
                </a:solidFill>
                <a:latin typeface="Arial"/>
                <a:ea typeface="Microsoft YaHei"/>
                <a:cs typeface="Arial"/>
              </a:defRPr>
            </a:lvl7pPr>
            <a:lvl8pPr algn="ctr">
              <a:defRPr sz="1875" b="1">
                <a:solidFill>
                  <a:srgbClr val="111111"/>
                </a:solidFill>
                <a:latin typeface="Arial"/>
                <a:ea typeface="Microsoft YaHei"/>
                <a:cs typeface="Arial"/>
              </a:defRPr>
            </a:lvl8pPr>
            <a:lvl9pPr algn="ctr">
              <a:defRPr sz="1875" b="1">
                <a:solidFill>
                  <a:srgbClr val="111111"/>
                </a:solidFill>
                <a:latin typeface="Arial"/>
                <a:ea typeface="Microsoft YaHei"/>
                <a:cs typeface="Arial"/>
              </a:defRPr>
            </a:lvl9pPr>
          </a:lstStyle>
          <a:p xmlns:a="http://schemas.openxmlformats.org/drawingml/2006/main">
            <a:pPr algn="ctr">
              <a:defRPr sz="1875" b="1">
                <a:solidFill>
                  <a:srgbClr val="111111"/>
                </a:solidFill>
                <a:latin typeface="Arial"/>
                <a:ea typeface="Microsoft YaHei"/>
                <a:cs typeface="Arial"/>
              </a:defRPr>
            </a:pPr>
            <a:r>
              <a:rPr sz="1875" b="1">
                <a:solidFill>
                  <a:srgbClr val="111111"/>
                </a:solidFill>
                <a:latin typeface="Arial"/>
                <a:ea typeface="Microsoft YaHei"/>
                <a:cs typeface="Arial"/>
              </a:rPr>
              <a:t>2. 人物与携带物</a:t>
            </a:r>
          </a:p>
        </p:txBody>
      </p:sp>
      <p:sp>
        <p:nvSpPr>
          <p:cNvPr id="34" name="问题细节">
            <a:extLst xmlns:a="http://schemas.openxmlformats.org/drawingml/2006/main">
              <a:ext uri="{FF2B5EF4-FFF2-40B4-BE49-F238E27FC236}">
                <a16:creationId xmlns:a16="http://schemas.microsoft.com/office/drawing/2014/main" id="{98746CF3-AB76-4F1C-A557-85B86AFA97C7}"/>
              </a:ext>
            </a:extLst>
          </p:cNvPr>
          <p:cNvSpPr>
            <a:spLocks xmlns:a="http://schemas.openxmlformats.org/drawingml/2006/main" noGrp="1"/>
          </p:cNvSpPr>
          <p:nvPr/>
        </p:nvSpPr>
        <p:spPr>
          <a:xfrm xmlns:a="http://schemas.openxmlformats.org/drawingml/2006/main">
            <a:off x="8477250" y="2724150"/>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0">
                <a:solidFill>
                  <a:srgbClr val="111111"/>
                </a:solidFill>
                <a:latin typeface="Arial"/>
                <a:ea typeface="Microsoft YaHei"/>
                <a:cs typeface="Arial"/>
              </a:defRPr>
            </a:defPPr>
            <a:lvl1pPr algn="l">
              <a:defRPr sz="1575" b="0">
                <a:solidFill>
                  <a:srgbClr val="111111"/>
                </a:solidFill>
                <a:latin typeface="Arial"/>
                <a:ea typeface="Microsoft YaHei"/>
                <a:cs typeface="Arial"/>
              </a:defRPr>
            </a:lvl1pPr>
            <a:lvl2pPr algn="l">
              <a:defRPr sz="1575" b="0">
                <a:solidFill>
                  <a:srgbClr val="111111"/>
                </a:solidFill>
                <a:latin typeface="Arial"/>
                <a:ea typeface="Microsoft YaHei"/>
                <a:cs typeface="Arial"/>
              </a:defRPr>
            </a:lvl2pPr>
            <a:lvl3pPr algn="l">
              <a:defRPr sz="1575" b="0">
                <a:solidFill>
                  <a:srgbClr val="111111"/>
                </a:solidFill>
                <a:latin typeface="Arial"/>
                <a:ea typeface="Microsoft YaHei"/>
                <a:cs typeface="Arial"/>
              </a:defRPr>
            </a:lvl3pPr>
            <a:lvl4pPr algn="l">
              <a:defRPr sz="1575" b="0">
                <a:solidFill>
                  <a:srgbClr val="111111"/>
                </a:solidFill>
                <a:latin typeface="Arial"/>
                <a:ea typeface="Microsoft YaHei"/>
                <a:cs typeface="Arial"/>
              </a:defRPr>
            </a:lvl4pPr>
            <a:lvl5pPr algn="l">
              <a:defRPr sz="1575" b="0">
                <a:solidFill>
                  <a:srgbClr val="111111"/>
                </a:solidFill>
                <a:latin typeface="Arial"/>
                <a:ea typeface="Microsoft YaHei"/>
                <a:cs typeface="Arial"/>
              </a:defRPr>
            </a:lvl5pPr>
            <a:lvl6pPr algn="l">
              <a:defRPr sz="1575" b="0">
                <a:solidFill>
                  <a:srgbClr val="111111"/>
                </a:solidFill>
                <a:latin typeface="Arial"/>
                <a:ea typeface="Microsoft YaHei"/>
                <a:cs typeface="Arial"/>
              </a:defRPr>
            </a:lvl6pPr>
            <a:lvl7pPr algn="l">
              <a:defRPr sz="1575" b="0">
                <a:solidFill>
                  <a:srgbClr val="111111"/>
                </a:solidFill>
                <a:latin typeface="Arial"/>
                <a:ea typeface="Microsoft YaHei"/>
                <a:cs typeface="Arial"/>
              </a:defRPr>
            </a:lvl7pPr>
            <a:lvl8pPr algn="l">
              <a:defRPr sz="1575" b="0">
                <a:solidFill>
                  <a:srgbClr val="111111"/>
                </a:solidFill>
                <a:latin typeface="Arial"/>
                <a:ea typeface="Microsoft YaHei"/>
                <a:cs typeface="Arial"/>
              </a:defRPr>
            </a:lvl8pPr>
            <a:lvl9pPr algn="l">
              <a:defRPr sz="1575" b="0">
                <a:solidFill>
                  <a:srgbClr val="111111"/>
                </a:solidFill>
                <a:latin typeface="Arial"/>
                <a:ea typeface="Microsoft YaHei"/>
                <a:cs typeface="Arial"/>
              </a:defRPr>
            </a:lvl9pPr>
          </a:lstStyle>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同一点位于背包区域；</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人物、背包、口袋均可被选中；</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空间位置不能唯一确定层级。</a:t>
            </a:r>
          </a:p>
        </p:txBody>
      </p:sp>
      <p:sp>
        <p:nvSpPr>
          <p:cNvPr id="35" name="问题解释分组">
            <a:extLst xmlns:a="http://schemas.openxmlformats.org/drawingml/2006/main">
              <a:ext uri="{FF2B5EF4-FFF2-40B4-BE49-F238E27FC236}">
                <a16:creationId xmlns:a16="http://schemas.microsoft.com/office/drawing/2014/main" id="{BAA5E02C-91B2-44E8-9D6C-2CB4203DF018}"/>
              </a:ext>
            </a:extLst>
          </p:cNvPr>
          <p:cNvSpPr>
            <a:spLocks xmlns:a="http://schemas.openxmlformats.org/drawingml/2006/main" noGrp="1"/>
          </p:cNvSpPr>
          <p:nvPr/>
        </p:nvSpPr>
        <p:spPr>
          <a:xfrm xmlns:a="http://schemas.openxmlformats.org/drawingml/2006/main">
            <a:off x="4572000" y="4076700"/>
            <a:ext cx="3657600" cy="1628775"/>
          </a:xfrm>
          <a:prstGeom xmlns:a="http://schemas.openxmlformats.org/drawingml/2006/main" prst="roundRect">
            <a:avLst>
              <a:gd name="adj" fmla="val 4678"/>
            </a:avLst>
          </a:prstGeom>
          <a:solidFill xmlns:a="http://schemas.openxmlformats.org/drawingml/2006/main">
            <a:srgbClr val="DEF0D0"/>
          </a:solidFill>
          <a:ln xmlns:a="http://schemas.openxmlformats.org/drawingml/2006/main" w="19050">
            <a:solidFill>
              <a:srgbClr val="47AB2F"/>
            </a:solidFill>
            <a:prstDash val="solid"/>
          </a:ln>
        </p:spPr>
      </p:sp>
      <p:sp>
        <p:nvSpPr>
          <p:cNvPr id="36" name="问题标题">
            <a:extLst xmlns:a="http://schemas.openxmlformats.org/drawingml/2006/main">
              <a:ext uri="{FF2B5EF4-FFF2-40B4-BE49-F238E27FC236}">
                <a16:creationId xmlns:a16="http://schemas.microsoft.com/office/drawing/2014/main" id="{BA684A13-B557-402B-B03F-58EAB679FAD3}"/>
              </a:ext>
            </a:extLst>
          </p:cNvPr>
          <p:cNvSpPr>
            <a:spLocks xmlns:a="http://schemas.openxmlformats.org/drawingml/2006/main" noGrp="1"/>
          </p:cNvSpPr>
          <p:nvPr/>
        </p:nvSpPr>
        <p:spPr>
          <a:xfrm xmlns:a="http://schemas.openxmlformats.org/drawingml/2006/main">
            <a:off x="4705350" y="4210050"/>
            <a:ext cx="3390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11111"/>
                </a:solidFill>
                <a:latin typeface="Arial"/>
                <a:ea typeface="Microsoft YaHei"/>
                <a:cs typeface="Arial"/>
              </a:defRPr>
            </a:defPPr>
            <a:lvl1pPr algn="ctr">
              <a:defRPr sz="1875" b="1">
                <a:solidFill>
                  <a:srgbClr val="111111"/>
                </a:solidFill>
                <a:latin typeface="Arial"/>
                <a:ea typeface="Microsoft YaHei"/>
                <a:cs typeface="Arial"/>
              </a:defRPr>
            </a:lvl1pPr>
            <a:lvl2pPr algn="ctr">
              <a:defRPr sz="1875" b="1">
                <a:solidFill>
                  <a:srgbClr val="111111"/>
                </a:solidFill>
                <a:latin typeface="Arial"/>
                <a:ea typeface="Microsoft YaHei"/>
                <a:cs typeface="Arial"/>
              </a:defRPr>
            </a:lvl2pPr>
            <a:lvl3pPr algn="ctr">
              <a:defRPr sz="1875" b="1">
                <a:solidFill>
                  <a:srgbClr val="111111"/>
                </a:solidFill>
                <a:latin typeface="Arial"/>
                <a:ea typeface="Microsoft YaHei"/>
                <a:cs typeface="Arial"/>
              </a:defRPr>
            </a:lvl3pPr>
            <a:lvl4pPr algn="ctr">
              <a:defRPr sz="1875" b="1">
                <a:solidFill>
                  <a:srgbClr val="111111"/>
                </a:solidFill>
                <a:latin typeface="Arial"/>
                <a:ea typeface="Microsoft YaHei"/>
                <a:cs typeface="Arial"/>
              </a:defRPr>
            </a:lvl4pPr>
            <a:lvl5pPr algn="ctr">
              <a:defRPr sz="1875" b="1">
                <a:solidFill>
                  <a:srgbClr val="111111"/>
                </a:solidFill>
                <a:latin typeface="Arial"/>
                <a:ea typeface="Microsoft YaHei"/>
                <a:cs typeface="Arial"/>
              </a:defRPr>
            </a:lvl5pPr>
            <a:lvl6pPr algn="ctr">
              <a:defRPr sz="1875" b="1">
                <a:solidFill>
                  <a:srgbClr val="111111"/>
                </a:solidFill>
                <a:latin typeface="Arial"/>
                <a:ea typeface="Microsoft YaHei"/>
                <a:cs typeface="Arial"/>
              </a:defRPr>
            </a:lvl6pPr>
            <a:lvl7pPr algn="ctr">
              <a:defRPr sz="1875" b="1">
                <a:solidFill>
                  <a:srgbClr val="111111"/>
                </a:solidFill>
                <a:latin typeface="Arial"/>
                <a:ea typeface="Microsoft YaHei"/>
                <a:cs typeface="Arial"/>
              </a:defRPr>
            </a:lvl7pPr>
            <a:lvl8pPr algn="ctr">
              <a:defRPr sz="1875" b="1">
                <a:solidFill>
                  <a:srgbClr val="111111"/>
                </a:solidFill>
                <a:latin typeface="Arial"/>
                <a:ea typeface="Microsoft YaHei"/>
                <a:cs typeface="Arial"/>
              </a:defRPr>
            </a:lvl8pPr>
            <a:lvl9pPr algn="ctr">
              <a:defRPr sz="1875" b="1">
                <a:solidFill>
                  <a:srgbClr val="111111"/>
                </a:solidFill>
                <a:latin typeface="Arial"/>
                <a:ea typeface="Microsoft YaHei"/>
                <a:cs typeface="Arial"/>
              </a:defRPr>
            </a:lvl9pPr>
          </a:lstStyle>
          <a:p xmlns:a="http://schemas.openxmlformats.org/drawingml/2006/main">
            <a:pPr algn="ctr">
              <a:defRPr sz="1875" b="1">
                <a:solidFill>
                  <a:srgbClr val="111111"/>
                </a:solidFill>
                <a:latin typeface="Arial"/>
                <a:ea typeface="Microsoft YaHei"/>
                <a:cs typeface="Arial"/>
              </a:defRPr>
            </a:pPr>
            <a:r>
              <a:rPr sz="1875" b="1">
                <a:solidFill>
                  <a:srgbClr val="111111"/>
                </a:solidFill>
                <a:latin typeface="Arial"/>
                <a:ea typeface="Microsoft YaHei"/>
                <a:cs typeface="Arial"/>
              </a:rPr>
              <a:t>3. 人体与局部部件</a:t>
            </a:r>
          </a:p>
        </p:txBody>
      </p:sp>
      <p:sp>
        <p:nvSpPr>
          <p:cNvPr id="37" name="问题细节">
            <a:extLst xmlns:a="http://schemas.openxmlformats.org/drawingml/2006/main">
              <a:ext uri="{FF2B5EF4-FFF2-40B4-BE49-F238E27FC236}">
                <a16:creationId xmlns:a16="http://schemas.microsoft.com/office/drawing/2014/main" id="{5978D919-79C6-43EA-A276-15CCB429D3C6}"/>
              </a:ext>
            </a:extLst>
          </p:cNvPr>
          <p:cNvSpPr>
            <a:spLocks xmlns:a="http://schemas.openxmlformats.org/drawingml/2006/main" noGrp="1"/>
          </p:cNvSpPr>
          <p:nvPr/>
        </p:nvSpPr>
        <p:spPr>
          <a:xfrm xmlns:a="http://schemas.openxmlformats.org/drawingml/2006/main">
            <a:off x="4686300" y="4657725"/>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0">
                <a:solidFill>
                  <a:srgbClr val="111111"/>
                </a:solidFill>
                <a:latin typeface="Arial"/>
                <a:ea typeface="Microsoft YaHei"/>
                <a:cs typeface="Arial"/>
              </a:defRPr>
            </a:defPPr>
            <a:lvl1pPr algn="l">
              <a:defRPr sz="1575" b="0">
                <a:solidFill>
                  <a:srgbClr val="111111"/>
                </a:solidFill>
                <a:latin typeface="Arial"/>
                <a:ea typeface="Microsoft YaHei"/>
                <a:cs typeface="Arial"/>
              </a:defRPr>
            </a:lvl1pPr>
            <a:lvl2pPr algn="l">
              <a:defRPr sz="1575" b="0">
                <a:solidFill>
                  <a:srgbClr val="111111"/>
                </a:solidFill>
                <a:latin typeface="Arial"/>
                <a:ea typeface="Microsoft YaHei"/>
                <a:cs typeface="Arial"/>
              </a:defRPr>
            </a:lvl2pPr>
            <a:lvl3pPr algn="l">
              <a:defRPr sz="1575" b="0">
                <a:solidFill>
                  <a:srgbClr val="111111"/>
                </a:solidFill>
                <a:latin typeface="Arial"/>
                <a:ea typeface="Microsoft YaHei"/>
                <a:cs typeface="Arial"/>
              </a:defRPr>
            </a:lvl3pPr>
            <a:lvl4pPr algn="l">
              <a:defRPr sz="1575" b="0">
                <a:solidFill>
                  <a:srgbClr val="111111"/>
                </a:solidFill>
                <a:latin typeface="Arial"/>
                <a:ea typeface="Microsoft YaHei"/>
                <a:cs typeface="Arial"/>
              </a:defRPr>
            </a:lvl4pPr>
            <a:lvl5pPr algn="l">
              <a:defRPr sz="1575" b="0">
                <a:solidFill>
                  <a:srgbClr val="111111"/>
                </a:solidFill>
                <a:latin typeface="Arial"/>
                <a:ea typeface="Microsoft YaHei"/>
                <a:cs typeface="Arial"/>
              </a:defRPr>
            </a:lvl5pPr>
            <a:lvl6pPr algn="l">
              <a:defRPr sz="1575" b="0">
                <a:solidFill>
                  <a:srgbClr val="111111"/>
                </a:solidFill>
                <a:latin typeface="Arial"/>
                <a:ea typeface="Microsoft YaHei"/>
                <a:cs typeface="Arial"/>
              </a:defRPr>
            </a:lvl6pPr>
            <a:lvl7pPr algn="l">
              <a:defRPr sz="1575" b="0">
                <a:solidFill>
                  <a:srgbClr val="111111"/>
                </a:solidFill>
                <a:latin typeface="Arial"/>
                <a:ea typeface="Microsoft YaHei"/>
                <a:cs typeface="Arial"/>
              </a:defRPr>
            </a:lvl7pPr>
            <a:lvl8pPr algn="l">
              <a:defRPr sz="1575" b="0">
                <a:solidFill>
                  <a:srgbClr val="111111"/>
                </a:solidFill>
                <a:latin typeface="Arial"/>
                <a:ea typeface="Microsoft YaHei"/>
                <a:cs typeface="Arial"/>
              </a:defRPr>
            </a:lvl8pPr>
            <a:lvl9pPr algn="l">
              <a:defRPr sz="1575" b="0">
                <a:solidFill>
                  <a:srgbClr val="111111"/>
                </a:solidFill>
                <a:latin typeface="Arial"/>
                <a:ea typeface="Microsoft YaHei"/>
                <a:cs typeface="Arial"/>
              </a:defRPr>
            </a:lvl9pPr>
          </a:lstStyle>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同一点可关联人物与手臂；</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局部边界依赖目标的粒度；</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需要保留多个合理的解释。</a:t>
            </a:r>
          </a:p>
        </p:txBody>
      </p:sp>
      <p:sp>
        <p:nvSpPr>
          <p:cNvPr id="38" name="问题解释分组">
            <a:extLst xmlns:a="http://schemas.openxmlformats.org/drawingml/2006/main">
              <a:ext uri="{FF2B5EF4-FFF2-40B4-BE49-F238E27FC236}">
                <a16:creationId xmlns:a16="http://schemas.microsoft.com/office/drawing/2014/main" id="{2349844B-6617-4B19-B0E0-1F6932B4C6B4}"/>
              </a:ext>
            </a:extLst>
          </p:cNvPr>
          <p:cNvSpPr>
            <a:spLocks xmlns:a="http://schemas.openxmlformats.org/drawingml/2006/main" noGrp="1"/>
          </p:cNvSpPr>
          <p:nvPr/>
        </p:nvSpPr>
        <p:spPr>
          <a:xfrm xmlns:a="http://schemas.openxmlformats.org/drawingml/2006/main">
            <a:off x="8382000" y="4076700"/>
            <a:ext cx="3657600" cy="1628775"/>
          </a:xfrm>
          <a:prstGeom xmlns:a="http://schemas.openxmlformats.org/drawingml/2006/main" prst="roundRect">
            <a:avLst>
              <a:gd name="adj" fmla="val 4678"/>
            </a:avLst>
          </a:prstGeom>
          <a:solidFill xmlns:a="http://schemas.openxmlformats.org/drawingml/2006/main">
            <a:srgbClr val="EED0ED"/>
          </a:solidFill>
          <a:ln xmlns:a="http://schemas.openxmlformats.org/drawingml/2006/main" w="19050">
            <a:solidFill>
              <a:srgbClr val="B321AC"/>
            </a:solidFill>
            <a:prstDash val="solid"/>
          </a:ln>
        </p:spPr>
      </p:sp>
      <p:sp>
        <p:nvSpPr>
          <p:cNvPr id="39" name="问题标题">
            <a:extLst xmlns:a="http://schemas.openxmlformats.org/drawingml/2006/main">
              <a:ext uri="{FF2B5EF4-FFF2-40B4-BE49-F238E27FC236}">
                <a16:creationId xmlns:a16="http://schemas.microsoft.com/office/drawing/2014/main" id="{39786E2B-8116-4E4C-AF9A-164C833C5B7A}"/>
              </a:ext>
            </a:extLst>
          </p:cNvPr>
          <p:cNvSpPr>
            <a:spLocks xmlns:a="http://schemas.openxmlformats.org/drawingml/2006/main" noGrp="1"/>
          </p:cNvSpPr>
          <p:nvPr/>
        </p:nvSpPr>
        <p:spPr>
          <a:xfrm xmlns:a="http://schemas.openxmlformats.org/drawingml/2006/main">
            <a:off x="8515350" y="4210050"/>
            <a:ext cx="3390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875" b="1">
                <a:solidFill>
                  <a:srgbClr val="111111"/>
                </a:solidFill>
                <a:latin typeface="Arial"/>
                <a:ea typeface="Microsoft YaHei"/>
                <a:cs typeface="Arial"/>
              </a:defRPr>
            </a:defPPr>
            <a:lvl1pPr algn="ctr">
              <a:defRPr sz="1875" b="1">
                <a:solidFill>
                  <a:srgbClr val="111111"/>
                </a:solidFill>
                <a:latin typeface="Arial"/>
                <a:ea typeface="Microsoft YaHei"/>
                <a:cs typeface="Arial"/>
              </a:defRPr>
            </a:lvl1pPr>
            <a:lvl2pPr algn="ctr">
              <a:defRPr sz="1875" b="1">
                <a:solidFill>
                  <a:srgbClr val="111111"/>
                </a:solidFill>
                <a:latin typeface="Arial"/>
                <a:ea typeface="Microsoft YaHei"/>
                <a:cs typeface="Arial"/>
              </a:defRPr>
            </a:lvl2pPr>
            <a:lvl3pPr algn="ctr">
              <a:defRPr sz="1875" b="1">
                <a:solidFill>
                  <a:srgbClr val="111111"/>
                </a:solidFill>
                <a:latin typeface="Arial"/>
                <a:ea typeface="Microsoft YaHei"/>
                <a:cs typeface="Arial"/>
              </a:defRPr>
            </a:lvl3pPr>
            <a:lvl4pPr algn="ctr">
              <a:defRPr sz="1875" b="1">
                <a:solidFill>
                  <a:srgbClr val="111111"/>
                </a:solidFill>
                <a:latin typeface="Arial"/>
                <a:ea typeface="Microsoft YaHei"/>
                <a:cs typeface="Arial"/>
              </a:defRPr>
            </a:lvl4pPr>
            <a:lvl5pPr algn="ctr">
              <a:defRPr sz="1875" b="1">
                <a:solidFill>
                  <a:srgbClr val="111111"/>
                </a:solidFill>
                <a:latin typeface="Arial"/>
                <a:ea typeface="Microsoft YaHei"/>
                <a:cs typeface="Arial"/>
              </a:defRPr>
            </a:lvl5pPr>
            <a:lvl6pPr algn="ctr">
              <a:defRPr sz="1875" b="1">
                <a:solidFill>
                  <a:srgbClr val="111111"/>
                </a:solidFill>
                <a:latin typeface="Arial"/>
                <a:ea typeface="Microsoft YaHei"/>
                <a:cs typeface="Arial"/>
              </a:defRPr>
            </a:lvl6pPr>
            <a:lvl7pPr algn="ctr">
              <a:defRPr sz="1875" b="1">
                <a:solidFill>
                  <a:srgbClr val="111111"/>
                </a:solidFill>
                <a:latin typeface="Arial"/>
                <a:ea typeface="Microsoft YaHei"/>
                <a:cs typeface="Arial"/>
              </a:defRPr>
            </a:lvl7pPr>
            <a:lvl8pPr algn="ctr">
              <a:defRPr sz="1875" b="1">
                <a:solidFill>
                  <a:srgbClr val="111111"/>
                </a:solidFill>
                <a:latin typeface="Arial"/>
                <a:ea typeface="Microsoft YaHei"/>
                <a:cs typeface="Arial"/>
              </a:defRPr>
            </a:lvl8pPr>
            <a:lvl9pPr algn="ctr">
              <a:defRPr sz="1875" b="1">
                <a:solidFill>
                  <a:srgbClr val="111111"/>
                </a:solidFill>
                <a:latin typeface="Arial"/>
                <a:ea typeface="Microsoft YaHei"/>
                <a:cs typeface="Arial"/>
              </a:defRPr>
            </a:lvl9pPr>
          </a:lstStyle>
          <a:p xmlns:a="http://schemas.openxmlformats.org/drawingml/2006/main">
            <a:pPr algn="ctr">
              <a:defRPr sz="1875" b="1">
                <a:solidFill>
                  <a:srgbClr val="111111"/>
                </a:solidFill>
                <a:latin typeface="Arial"/>
                <a:ea typeface="Microsoft YaHei"/>
                <a:cs typeface="Arial"/>
              </a:defRPr>
            </a:pPr>
            <a:r>
              <a:rPr sz="1875" b="1">
                <a:solidFill>
                  <a:srgbClr val="111111"/>
                </a:solidFill>
                <a:latin typeface="Arial"/>
                <a:ea typeface="Microsoft YaHei"/>
                <a:cs typeface="Arial"/>
              </a:rPr>
              <a:t>4. 平面与内部符号</a:t>
            </a:r>
          </a:p>
        </p:txBody>
      </p:sp>
      <p:sp>
        <p:nvSpPr>
          <p:cNvPr id="40" name="问题细节">
            <a:extLst xmlns:a="http://schemas.openxmlformats.org/drawingml/2006/main">
              <a:ext uri="{FF2B5EF4-FFF2-40B4-BE49-F238E27FC236}">
                <a16:creationId xmlns:a16="http://schemas.microsoft.com/office/drawing/2014/main" id="{E45C4A08-CFA4-45E5-8276-5149557BA591}"/>
              </a:ext>
            </a:extLst>
          </p:cNvPr>
          <p:cNvSpPr>
            <a:spLocks xmlns:a="http://schemas.openxmlformats.org/drawingml/2006/main" noGrp="1"/>
          </p:cNvSpPr>
          <p:nvPr/>
        </p:nvSpPr>
        <p:spPr>
          <a:xfrm xmlns:a="http://schemas.openxmlformats.org/drawingml/2006/main">
            <a:off x="8496300" y="4657725"/>
            <a:ext cx="3429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75" b="0">
                <a:solidFill>
                  <a:srgbClr val="111111"/>
                </a:solidFill>
                <a:latin typeface="Arial"/>
                <a:ea typeface="Microsoft YaHei"/>
                <a:cs typeface="Arial"/>
              </a:defRPr>
            </a:defPPr>
            <a:lvl1pPr algn="l">
              <a:defRPr sz="1575" b="0">
                <a:solidFill>
                  <a:srgbClr val="111111"/>
                </a:solidFill>
                <a:latin typeface="Arial"/>
                <a:ea typeface="Microsoft YaHei"/>
                <a:cs typeface="Arial"/>
              </a:defRPr>
            </a:lvl1pPr>
            <a:lvl2pPr algn="l">
              <a:defRPr sz="1575" b="0">
                <a:solidFill>
                  <a:srgbClr val="111111"/>
                </a:solidFill>
                <a:latin typeface="Arial"/>
                <a:ea typeface="Microsoft YaHei"/>
                <a:cs typeface="Arial"/>
              </a:defRPr>
            </a:lvl2pPr>
            <a:lvl3pPr algn="l">
              <a:defRPr sz="1575" b="0">
                <a:solidFill>
                  <a:srgbClr val="111111"/>
                </a:solidFill>
                <a:latin typeface="Arial"/>
                <a:ea typeface="Microsoft YaHei"/>
                <a:cs typeface="Arial"/>
              </a:defRPr>
            </a:lvl3pPr>
            <a:lvl4pPr algn="l">
              <a:defRPr sz="1575" b="0">
                <a:solidFill>
                  <a:srgbClr val="111111"/>
                </a:solidFill>
                <a:latin typeface="Arial"/>
                <a:ea typeface="Microsoft YaHei"/>
                <a:cs typeface="Arial"/>
              </a:defRPr>
            </a:lvl4pPr>
            <a:lvl5pPr algn="l">
              <a:defRPr sz="1575" b="0">
                <a:solidFill>
                  <a:srgbClr val="111111"/>
                </a:solidFill>
                <a:latin typeface="Arial"/>
                <a:ea typeface="Microsoft YaHei"/>
                <a:cs typeface="Arial"/>
              </a:defRPr>
            </a:lvl5pPr>
            <a:lvl6pPr algn="l">
              <a:defRPr sz="1575" b="0">
                <a:solidFill>
                  <a:srgbClr val="111111"/>
                </a:solidFill>
                <a:latin typeface="Arial"/>
                <a:ea typeface="Microsoft YaHei"/>
                <a:cs typeface="Arial"/>
              </a:defRPr>
            </a:lvl6pPr>
            <a:lvl7pPr algn="l">
              <a:defRPr sz="1575" b="0">
                <a:solidFill>
                  <a:srgbClr val="111111"/>
                </a:solidFill>
                <a:latin typeface="Arial"/>
                <a:ea typeface="Microsoft YaHei"/>
                <a:cs typeface="Arial"/>
              </a:defRPr>
            </a:lvl7pPr>
            <a:lvl8pPr algn="l">
              <a:defRPr sz="1575" b="0">
                <a:solidFill>
                  <a:srgbClr val="111111"/>
                </a:solidFill>
                <a:latin typeface="Arial"/>
                <a:ea typeface="Microsoft YaHei"/>
                <a:cs typeface="Arial"/>
              </a:defRPr>
            </a:lvl8pPr>
            <a:lvl9pPr algn="l">
              <a:defRPr sz="1575" b="0">
                <a:solidFill>
                  <a:srgbClr val="111111"/>
                </a:solidFill>
                <a:latin typeface="Arial"/>
                <a:ea typeface="Microsoft YaHei"/>
                <a:cs typeface="Arial"/>
              </a:defRPr>
            </a:lvl9pPr>
          </a:lstStyle>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提示点落在标志区域；</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背景平面、文字、字符均有效；</a:t>
            </a:r>
          </a:p>
          <a:p xmlns:a="http://schemas.openxmlformats.org/drawingml/2006/main">
            <a:pPr algn="l">
              <a:defRPr sz="1575" b="0">
                <a:solidFill>
                  <a:srgbClr val="111111"/>
                </a:solidFill>
                <a:latin typeface="Arial"/>
                <a:ea typeface="Microsoft YaHei"/>
                <a:cs typeface="Arial"/>
              </a:defRPr>
            </a:pPr>
            <a:r>
              <a:rPr sz="1575" b="0">
                <a:solidFill>
                  <a:srgbClr val="111111"/>
                </a:solidFill>
                <a:latin typeface="Arial"/>
                <a:ea typeface="Microsoft YaHei"/>
                <a:cs typeface="Arial"/>
              </a:rPr>
              <a:t>• 一个固定边界难覆盖所有意图。</a:t>
            </a:r>
          </a:p>
        </p:txBody>
      </p:sp>
      <p:sp>
        <p:nvSpPr>
          <p:cNvPr id="41" name="结论带">
            <a:extLst xmlns:a="http://schemas.openxmlformats.org/drawingml/2006/main">
              <a:ext uri="{FF2B5EF4-FFF2-40B4-BE49-F238E27FC236}">
                <a16:creationId xmlns:a16="http://schemas.microsoft.com/office/drawing/2014/main" id="{E20E54FD-9C48-4DF9-8918-6D71044030E6}"/>
              </a:ext>
            </a:extLst>
          </p:cNvPr>
          <p:cNvSpPr>
            <a:spLocks xmlns:a="http://schemas.openxmlformats.org/drawingml/2006/main" noGrp="1"/>
          </p:cNvSpPr>
          <p:nvPr/>
        </p:nvSpPr>
        <p:spPr>
          <a:xfrm xmlns:a="http://schemas.openxmlformats.org/drawingml/2006/main">
            <a:off x="971550" y="6229350"/>
            <a:ext cx="10248900" cy="457200"/>
          </a:xfrm>
          <a:prstGeom xmlns:a="http://schemas.openxmlformats.org/drawingml/2006/main" prst="rect">
            <a:avLst/>
          </a:prstGeom>
          <a:solidFill xmlns:a="http://schemas.openxmlformats.org/drawingml/2006/main">
            <a:srgbClr val="A5C9EB"/>
          </a:solidFill>
          <a:ln xmlns:a="http://schemas.openxmlformats.org/drawingml/2006/main" w="0">
            <a:noFill/>
            <a:prstDash val="solid"/>
          </a:ln>
        </p:spPr>
      </p:sp>
      <p:sp>
        <p:nvSpPr>
          <p:cNvPr id="42" name="结论">
            <a:extLst xmlns:a="http://schemas.openxmlformats.org/drawingml/2006/main">
              <a:ext uri="{FF2B5EF4-FFF2-40B4-BE49-F238E27FC236}">
                <a16:creationId xmlns:a16="http://schemas.microsoft.com/office/drawing/2014/main" id="{0D9EC97F-0E5F-4C79-8212-56CAC53D6A3B}"/>
              </a:ext>
            </a:extLst>
          </p:cNvPr>
          <p:cNvSpPr>
            <a:spLocks xmlns:a="http://schemas.openxmlformats.org/drawingml/2006/main" noGrp="1"/>
          </p:cNvSpPr>
          <p:nvPr/>
        </p:nvSpPr>
        <p:spPr>
          <a:xfrm xmlns:a="http://schemas.openxmlformats.org/drawingml/2006/main">
            <a:off x="1095375" y="6248400"/>
            <a:ext cx="10001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025" b="1">
                <a:solidFill>
                  <a:srgbClr val="111111"/>
                </a:solidFill>
                <a:latin typeface="Arial"/>
                <a:ea typeface="Microsoft YaHei"/>
                <a:cs typeface="Arial"/>
              </a:defRPr>
            </a:defPPr>
            <a:lvl1pPr algn="ctr">
              <a:defRPr sz="2025" b="1">
                <a:solidFill>
                  <a:srgbClr val="111111"/>
                </a:solidFill>
                <a:latin typeface="Arial"/>
                <a:ea typeface="Microsoft YaHei"/>
                <a:cs typeface="Arial"/>
              </a:defRPr>
            </a:lvl1pPr>
            <a:lvl2pPr algn="ctr">
              <a:defRPr sz="2025" b="1">
                <a:solidFill>
                  <a:srgbClr val="111111"/>
                </a:solidFill>
                <a:latin typeface="Arial"/>
                <a:ea typeface="Microsoft YaHei"/>
                <a:cs typeface="Arial"/>
              </a:defRPr>
            </a:lvl2pPr>
            <a:lvl3pPr algn="ctr">
              <a:defRPr sz="2025" b="1">
                <a:solidFill>
                  <a:srgbClr val="111111"/>
                </a:solidFill>
                <a:latin typeface="Arial"/>
                <a:ea typeface="Microsoft YaHei"/>
                <a:cs typeface="Arial"/>
              </a:defRPr>
            </a:lvl3pPr>
            <a:lvl4pPr algn="ctr">
              <a:defRPr sz="2025" b="1">
                <a:solidFill>
                  <a:srgbClr val="111111"/>
                </a:solidFill>
                <a:latin typeface="Arial"/>
                <a:ea typeface="Microsoft YaHei"/>
                <a:cs typeface="Arial"/>
              </a:defRPr>
            </a:lvl4pPr>
            <a:lvl5pPr algn="ctr">
              <a:defRPr sz="2025" b="1">
                <a:solidFill>
                  <a:srgbClr val="111111"/>
                </a:solidFill>
                <a:latin typeface="Arial"/>
                <a:ea typeface="Microsoft YaHei"/>
                <a:cs typeface="Arial"/>
              </a:defRPr>
            </a:lvl5pPr>
            <a:lvl6pPr algn="ctr">
              <a:defRPr sz="2025" b="1">
                <a:solidFill>
                  <a:srgbClr val="111111"/>
                </a:solidFill>
                <a:latin typeface="Arial"/>
                <a:ea typeface="Microsoft YaHei"/>
                <a:cs typeface="Arial"/>
              </a:defRPr>
            </a:lvl6pPr>
            <a:lvl7pPr algn="ctr">
              <a:defRPr sz="2025" b="1">
                <a:solidFill>
                  <a:srgbClr val="111111"/>
                </a:solidFill>
                <a:latin typeface="Arial"/>
                <a:ea typeface="Microsoft YaHei"/>
                <a:cs typeface="Arial"/>
              </a:defRPr>
            </a:lvl7pPr>
            <a:lvl8pPr algn="ctr">
              <a:defRPr sz="2025" b="1">
                <a:solidFill>
                  <a:srgbClr val="111111"/>
                </a:solidFill>
                <a:latin typeface="Arial"/>
                <a:ea typeface="Microsoft YaHei"/>
                <a:cs typeface="Arial"/>
              </a:defRPr>
            </a:lvl8pPr>
            <a:lvl9pPr algn="ctr">
              <a:defRPr sz="2025" b="1">
                <a:solidFill>
                  <a:srgbClr val="111111"/>
                </a:solidFill>
                <a:latin typeface="Arial"/>
                <a:ea typeface="Microsoft YaHei"/>
                <a:cs typeface="Arial"/>
              </a:defRPr>
            </a:lvl9pPr>
          </a:lstStyle>
          <a:p xmlns:a="http://schemas.openxmlformats.org/drawingml/2006/main">
            <a:pPr algn="ctr">
              <a:defRPr sz="2025" b="1">
                <a:solidFill>
                  <a:srgbClr val="111111"/>
                </a:solidFill>
                <a:latin typeface="Arial"/>
                <a:ea typeface="Microsoft YaHei"/>
                <a:cs typeface="Arial"/>
              </a:defRPr>
            </a:pPr>
            <a:r>
              <a:t>问题本质：单一空间提示不足以唯一确定</a:t>
            </a:r>
            <a:r>
              <a:rPr b="1">
                <a:solidFill>
                  <a:srgbClr val="D80000"/>
                </a:solidFill>
                <a:latin typeface="Arial"/>
                <a:ea typeface="Microsoft YaHei"/>
                <a:cs typeface="Arial"/>
              </a:rPr>
              <a:t>目标层级与分割边界</a:t>
            </a:r>
          </a:p>
        </p:txBody>
      </p:sp>
      <p:sp>
        <p:nvSpPr>
          <p:cNvPr id="43" name="source">
            <a:extLst xmlns:a="http://schemas.openxmlformats.org/drawingml/2006/main">
              <a:ext uri="{FF2B5EF4-FFF2-40B4-BE49-F238E27FC236}">
                <a16:creationId xmlns:a16="http://schemas.microsoft.com/office/drawing/2014/main" id="{F9CB52E6-0422-470E-94CF-D7DC2D924719}"/>
              </a:ext>
            </a:extLst>
          </p:cNvPr>
          <p:cNvSpPr>
            <a:spLocks xmlns:a="http://schemas.openxmlformats.org/drawingml/2006/main" noGrp="1"/>
          </p:cNvSpPr>
          <p:nvPr/>
        </p:nvSpPr>
        <p:spPr>
          <a:xfrm xmlns:a="http://schemas.openxmlformats.org/drawingml/2006/main">
            <a:off x="276225" y="6715125"/>
            <a:ext cx="11049000" cy="123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825" b="0">
                <a:solidFill>
                  <a:srgbClr val="737373"/>
                </a:solidFill>
                <a:latin typeface="Arial"/>
                <a:ea typeface="Microsoft YaHei"/>
                <a:cs typeface="Arial"/>
              </a:defRPr>
            </a:defPPr>
            <a:lvl1pPr algn="l">
              <a:defRPr sz="825" b="0">
                <a:solidFill>
                  <a:srgbClr val="737373"/>
                </a:solidFill>
                <a:latin typeface="Arial"/>
                <a:ea typeface="Microsoft YaHei"/>
                <a:cs typeface="Arial"/>
              </a:defRPr>
            </a:lvl1pPr>
            <a:lvl2pPr algn="l">
              <a:defRPr sz="825" b="0">
                <a:solidFill>
                  <a:srgbClr val="737373"/>
                </a:solidFill>
                <a:latin typeface="Arial"/>
                <a:ea typeface="Microsoft YaHei"/>
                <a:cs typeface="Arial"/>
              </a:defRPr>
            </a:lvl2pPr>
            <a:lvl3pPr algn="l">
              <a:defRPr sz="825" b="0">
                <a:solidFill>
                  <a:srgbClr val="737373"/>
                </a:solidFill>
                <a:latin typeface="Arial"/>
                <a:ea typeface="Microsoft YaHei"/>
                <a:cs typeface="Arial"/>
              </a:defRPr>
            </a:lvl3pPr>
            <a:lvl4pPr algn="l">
              <a:defRPr sz="825" b="0">
                <a:solidFill>
                  <a:srgbClr val="737373"/>
                </a:solidFill>
                <a:latin typeface="Arial"/>
                <a:ea typeface="Microsoft YaHei"/>
                <a:cs typeface="Arial"/>
              </a:defRPr>
            </a:lvl4pPr>
            <a:lvl5pPr algn="l">
              <a:defRPr sz="825" b="0">
                <a:solidFill>
                  <a:srgbClr val="737373"/>
                </a:solidFill>
                <a:latin typeface="Arial"/>
                <a:ea typeface="Microsoft YaHei"/>
                <a:cs typeface="Arial"/>
              </a:defRPr>
            </a:lvl5pPr>
            <a:lvl6pPr algn="l">
              <a:defRPr sz="825" b="0">
                <a:solidFill>
                  <a:srgbClr val="737373"/>
                </a:solidFill>
                <a:latin typeface="Arial"/>
                <a:ea typeface="Microsoft YaHei"/>
                <a:cs typeface="Arial"/>
              </a:defRPr>
            </a:lvl6pPr>
            <a:lvl7pPr algn="l">
              <a:defRPr sz="825" b="0">
                <a:solidFill>
                  <a:srgbClr val="737373"/>
                </a:solidFill>
                <a:latin typeface="Arial"/>
                <a:ea typeface="Microsoft YaHei"/>
                <a:cs typeface="Arial"/>
              </a:defRPr>
            </a:lvl7pPr>
            <a:lvl8pPr algn="l">
              <a:defRPr sz="825" b="0">
                <a:solidFill>
                  <a:srgbClr val="737373"/>
                </a:solidFill>
                <a:latin typeface="Arial"/>
                <a:ea typeface="Microsoft YaHei"/>
                <a:cs typeface="Arial"/>
              </a:defRPr>
            </a:lvl8pPr>
            <a:lvl9pPr algn="l">
              <a:defRPr sz="825" b="0">
                <a:solidFill>
                  <a:srgbClr val="737373"/>
                </a:solidFill>
                <a:latin typeface="Arial"/>
                <a:ea typeface="Microsoft YaHei"/>
                <a:cs typeface="Arial"/>
              </a:defRPr>
            </a:lvl9pPr>
          </a:lstStyle>
          <a:p xmlns:a="http://schemas.openxmlformats.org/drawingml/2006/main">
            <a:pPr algn="l">
              <a:defRPr sz="825" b="0">
                <a:solidFill>
                  <a:srgbClr val="737373"/>
                </a:solidFill>
                <a:latin typeface="Arial"/>
                <a:ea typeface="Microsoft YaHei"/>
                <a:cs typeface="Arial"/>
              </a:defRPr>
            </a:pPr>
            <a:r>
              <a:rPr sz="825" b="0">
                <a:solidFill>
                  <a:srgbClr val="737373"/>
                </a:solidFill>
                <a:latin typeface="Arial"/>
                <a:ea typeface="Microsoft YaHei"/>
                <a:cs typeface="Arial"/>
              </a:rPr>
              <a:t>Kirillov et al., ICCV 2023, Figure 3、§2–3；彩框对应四列案例，原图每列展示同一点提示的三种有效输出</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4</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1692768575"/>
      </p:ext>
    </p:extLst>
  </p:cSld>
</p:sld>
</file>

<file path=ppt/slides/fidelity-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PAGE_TITLE">
            <a:extLst xmlns:a="http://schemas.openxmlformats.org/drawingml/2006/main">
              <a:ext uri="{FF2B5EF4-FFF2-40B4-BE49-F238E27FC236}">
                <a16:creationId xmlns:a16="http://schemas.microsoft.com/office/drawing/2014/main" id="{BD9B4040-38EE-47BA-9AF1-CA76395B306B}"/>
              </a:ext>
            </a:extLst>
          </p:cNvPr>
          <p:cNvSpPr>
            <a:spLocks xmlns:a="http://schemas.openxmlformats.org/drawingml/2006/main" noGrp="1"/>
          </p:cNvSpPr>
          <p:nvPr/>
        </p:nvSpPr>
        <p:spPr>
          <a:xfrm xmlns:a="http://schemas.openxmlformats.org/drawingml/2006/main">
            <a:off x="790575" y="371475"/>
            <a:ext cx="9001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225" b="1">
                <a:solidFill>
                  <a:srgbClr val="22257C"/>
                </a:solidFill>
                <a:latin typeface="Arial"/>
                <a:ea typeface="Microsoft YaHei"/>
                <a:cs typeface="Arial"/>
              </a:defRPr>
            </a:defPPr>
            <a:lvl1pPr algn="l">
              <a:defRPr sz="3225" b="1">
                <a:solidFill>
                  <a:srgbClr val="22257C"/>
                </a:solidFill>
                <a:latin typeface="Arial"/>
                <a:ea typeface="Microsoft YaHei"/>
                <a:cs typeface="Arial"/>
              </a:defRPr>
            </a:lvl1pPr>
            <a:lvl2pPr algn="l">
              <a:defRPr sz="3225" b="1">
                <a:solidFill>
                  <a:srgbClr val="22257C"/>
                </a:solidFill>
                <a:latin typeface="Arial"/>
                <a:ea typeface="Microsoft YaHei"/>
                <a:cs typeface="Arial"/>
              </a:defRPr>
            </a:lvl2pPr>
            <a:lvl3pPr algn="l">
              <a:defRPr sz="3225" b="1">
                <a:solidFill>
                  <a:srgbClr val="22257C"/>
                </a:solidFill>
                <a:latin typeface="Arial"/>
                <a:ea typeface="Microsoft YaHei"/>
                <a:cs typeface="Arial"/>
              </a:defRPr>
            </a:lvl3pPr>
            <a:lvl4pPr algn="l">
              <a:defRPr sz="3225" b="1">
                <a:solidFill>
                  <a:srgbClr val="22257C"/>
                </a:solidFill>
                <a:latin typeface="Arial"/>
                <a:ea typeface="Microsoft YaHei"/>
                <a:cs typeface="Arial"/>
              </a:defRPr>
            </a:lvl4pPr>
            <a:lvl5pPr algn="l">
              <a:defRPr sz="3225" b="1">
                <a:solidFill>
                  <a:srgbClr val="22257C"/>
                </a:solidFill>
                <a:latin typeface="Arial"/>
                <a:ea typeface="Microsoft YaHei"/>
                <a:cs typeface="Arial"/>
              </a:defRPr>
            </a:lvl5pPr>
            <a:lvl6pPr algn="l">
              <a:defRPr sz="3225" b="1">
                <a:solidFill>
                  <a:srgbClr val="22257C"/>
                </a:solidFill>
                <a:latin typeface="Arial"/>
                <a:ea typeface="Microsoft YaHei"/>
                <a:cs typeface="Arial"/>
              </a:defRPr>
            </a:lvl6pPr>
            <a:lvl7pPr algn="l">
              <a:defRPr sz="3225" b="1">
                <a:solidFill>
                  <a:srgbClr val="22257C"/>
                </a:solidFill>
                <a:latin typeface="Arial"/>
                <a:ea typeface="Microsoft YaHei"/>
                <a:cs typeface="Arial"/>
              </a:defRPr>
            </a:lvl7pPr>
            <a:lvl8pPr algn="l">
              <a:defRPr sz="3225" b="1">
                <a:solidFill>
                  <a:srgbClr val="22257C"/>
                </a:solidFill>
                <a:latin typeface="Arial"/>
                <a:ea typeface="Microsoft YaHei"/>
                <a:cs typeface="Arial"/>
              </a:defRPr>
            </a:lvl8pPr>
            <a:lvl9pPr algn="l">
              <a:defRPr sz="3225" b="1">
                <a:solidFill>
                  <a:srgbClr val="22257C"/>
                </a:solidFill>
                <a:latin typeface="Arial"/>
                <a:ea typeface="Microsoft YaHei"/>
                <a:cs typeface="Arial"/>
              </a:defRPr>
            </a:lvl9pPr>
          </a:lstStyle>
          <a:p xmlns:a="http://schemas.openxmlformats.org/drawingml/2006/main">
            <a:pPr algn="l">
              <a:defRPr sz="3225" b="1">
                <a:solidFill>
                  <a:srgbClr val="22257C"/>
                </a:solidFill>
                <a:latin typeface="Arial"/>
                <a:ea typeface="Microsoft YaHei"/>
                <a:cs typeface="Arial"/>
              </a:defRPr>
            </a:pPr>
            <a:r>
              <a:rPr sz="3225" b="1">
                <a:solidFill>
                  <a:srgbClr val="22257C"/>
                </a:solidFill>
                <a:latin typeface="Arial"/>
                <a:ea typeface="Microsoft YaHei"/>
                <a:cs typeface="Arial"/>
              </a:rPr>
              <a:t>2.1  从多层级观察到掩码预测设计</a:t>
            </a:r>
          </a:p>
        </p:txBody>
      </p:sp>
      <p:sp>
        <p:nvSpPr>
          <p:cNvPr id="2" name="页眉分隔">
            <a:extLst xmlns:a="http://schemas.openxmlformats.org/drawingml/2006/main">
              <a:ext uri="{FF2B5EF4-FFF2-40B4-BE49-F238E27FC236}">
                <a16:creationId xmlns:a16="http://schemas.microsoft.com/office/drawing/2014/main" id="{5385FFCD-14D9-4BDD-A482-B1DA67E7A719}"/>
              </a:ext>
            </a:extLst>
          </p:cNvPr>
          <p:cNvSpPr>
            <a:spLocks xmlns:a="http://schemas.openxmlformats.org/drawingml/2006/main" noGrp="1"/>
          </p:cNvSpPr>
          <p:nvPr/>
        </p:nvSpPr>
        <p:spPr>
          <a:xfrm xmlns:a="http://schemas.openxmlformats.org/drawingml/2006/main">
            <a:off x="0" y="1014413"/>
            <a:ext cx="12192000" cy="953"/>
          </a:xfrm>
          <a:custGeom xmlns:a="http://schemas.openxmlformats.org/drawingml/2006/main">
            <a:pathLst>
              <a:path w="12192000" h="953">
                <a:moveTo>
                  <a:pt x="0" y="0"/>
                </a:moveTo>
                <a:lnTo>
                  <a:pt x="12192000" y="0"/>
                </a:lnTo>
              </a:path>
            </a:pathLst>
          </a:custGeom>
          <a:noFill xmlns:a="http://schemas.openxmlformats.org/drawingml/2006/main"/>
          <a:ln xmlns:a="http://schemas.openxmlformats.org/drawingml/2006/main" w="8573">
            <a:solidFill>
              <a:srgbClr val="22257C"/>
            </a:solidFill>
            <a:prstDash val="solid"/>
          </a:ln>
        </p:spPr>
      </p:sp>
      <p:pic>
        <p:nvPicPr>
          <p:cNvPr id="3" name="">
            <a:extLst xmlns:a="http://schemas.openxmlformats.org/drawingml/2006/main">
              <a:ext uri="{FF2B5EF4-FFF2-40B4-BE49-F238E27FC236}">
                <a16:creationId xmlns:a16="http://schemas.microsoft.com/office/drawing/2014/main" id="{754DF1F9-6CDB-4191-821B-41452839F196}"/>
              </a:ext>
            </a:extLst>
          </p:cNvPr>
          <p:cNvPicPr>
            <a:picLocks xmlns:a="http://schemas.openxmlformats.org/drawingml/2006/main" noChangeAspect="1"/>
          </p:cNvPicPr>
          <p:nvPr/>
        </p:nvPicPr>
        <p:blipFill>
          <a:blip xmlns:r="http://schemas.openxmlformats.org/officeDocument/2006/relationships" xmlns:a="http://schemas.openxmlformats.org/drawingml/2006/main" r:embed="R88489ead0f7145fb"/>
          <a:stretch xmlns:a="http://schemas.openxmlformats.org/drawingml/2006/main"/>
        </p:blipFill>
        <p:spPr>
          <a:xfrm xmlns:a="http://schemas.openxmlformats.org/drawingml/2006/main">
            <a:off x="318456" y="1200150"/>
            <a:ext cx="2220587" cy="2143125"/>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AB819BB2-6622-45E8-8371-6660B5075E81}"/>
              </a:ext>
            </a:extLst>
          </p:cNvPr>
          <p:cNvPicPr>
            <a:picLocks xmlns:a="http://schemas.openxmlformats.org/drawingml/2006/main" noChangeAspect="1"/>
          </p:cNvPicPr>
          <p:nvPr/>
        </p:nvPicPr>
        <p:blipFill>
          <a:blip xmlns:r="http://schemas.openxmlformats.org/officeDocument/2006/relationships" xmlns:a="http://schemas.openxmlformats.org/drawingml/2006/main" r:embed="R79e60b5ee6cb4e84"/>
          <a:stretch xmlns:a="http://schemas.openxmlformats.org/drawingml/2006/main"/>
        </p:blipFill>
        <p:spPr>
          <a:xfrm xmlns:a="http://schemas.openxmlformats.org/drawingml/2006/main">
            <a:off x="2750161" y="1200150"/>
            <a:ext cx="2253029" cy="2143125"/>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3BFBAA6D-0B30-4B35-B2D4-3F0BC756CD32}"/>
              </a:ext>
            </a:extLst>
          </p:cNvPr>
          <p:cNvPicPr>
            <a:picLocks xmlns:a="http://schemas.openxmlformats.org/drawingml/2006/main" noChangeAspect="1"/>
          </p:cNvPicPr>
          <p:nvPr/>
        </p:nvPicPr>
        <p:blipFill>
          <a:blip xmlns:r="http://schemas.openxmlformats.org/officeDocument/2006/relationships" xmlns:a="http://schemas.openxmlformats.org/drawingml/2006/main" r:embed="Ra6c7327ff3314cac"/>
          <a:stretch xmlns:a="http://schemas.openxmlformats.org/drawingml/2006/main"/>
        </p:blipFill>
        <p:spPr>
          <a:xfrm xmlns:a="http://schemas.openxmlformats.org/drawingml/2006/main">
            <a:off x="5248275" y="1666875"/>
            <a:ext cx="714375" cy="428625"/>
          </a:xfrm>
          <a:prstGeom xmlns:a="http://schemas.openxmlformats.org/drawingml/2006/main" prst="rect">
            <a:avLst/>
          </a:prstGeom>
        </p:spPr>
      </p:pic>
      <p:sp>
        <p:nvSpPr>
          <p:cNvPr id="6" name="目标头部定位">
            <a:extLst xmlns:a="http://schemas.openxmlformats.org/drawingml/2006/main">
              <a:ext uri="{FF2B5EF4-FFF2-40B4-BE49-F238E27FC236}">
                <a16:creationId xmlns:a16="http://schemas.microsoft.com/office/drawing/2014/main" id="{0B81B432-48DD-49E0-B5D8-8332A250B3B6}"/>
              </a:ext>
            </a:extLst>
          </p:cNvPr>
          <p:cNvSpPr>
            <a:spLocks xmlns:a="http://schemas.openxmlformats.org/drawingml/2006/main" noGrp="1"/>
          </p:cNvSpPr>
          <p:nvPr/>
        </p:nvSpPr>
        <p:spPr>
          <a:xfrm xmlns:a="http://schemas.openxmlformats.org/drawingml/2006/main">
            <a:off x="323850" y="1200150"/>
            <a:ext cx="1057275" cy="1009650"/>
          </a:xfrm>
          <a:prstGeom xmlns:a="http://schemas.openxmlformats.org/drawingml/2006/main" prst="rect">
            <a:avLst/>
          </a:prstGeom>
          <a:noFill xmlns:a="http://schemas.openxmlformats.org/drawingml/2006/main"/>
          <a:ln xmlns:a="http://schemas.openxmlformats.org/drawingml/2006/main" w="19050">
            <a:solidFill>
              <a:srgbClr val="D80000"/>
            </a:solidFill>
            <a:prstDash val="dash"/>
          </a:ln>
        </p:spPr>
      </p:sp>
      <p:sp>
        <p:nvSpPr>
          <p:cNvPr id="7" name="层级关联">
            <a:extLst xmlns:a="http://schemas.openxmlformats.org/drawingml/2006/main">
              <a:ext uri="{FF2B5EF4-FFF2-40B4-BE49-F238E27FC236}">
                <a16:creationId xmlns:a16="http://schemas.microsoft.com/office/drawing/2014/main" id="{6E3F5076-40C2-40D9-9A9C-80C66D0EA60D}"/>
              </a:ext>
            </a:extLst>
          </p:cNvPr>
          <p:cNvSpPr>
            <a:spLocks xmlns:a="http://schemas.openxmlformats.org/drawingml/2006/main" noGrp="1"/>
          </p:cNvSpPr>
          <p:nvPr/>
        </p:nvSpPr>
        <p:spPr>
          <a:xfrm xmlns:a="http://schemas.openxmlformats.org/drawingml/2006/main">
            <a:off x="1381125" y="1200150"/>
            <a:ext cx="1333500" cy="953"/>
          </a:xfrm>
          <a:custGeom xmlns:a="http://schemas.openxmlformats.org/drawingml/2006/main">
            <a:pathLst>
              <a:path w="1333500" h="953">
                <a:moveTo>
                  <a:pt x="0" y="0"/>
                </a:moveTo>
                <a:lnTo>
                  <a:pt x="1333500" y="0"/>
                </a:lnTo>
              </a:path>
            </a:pathLst>
          </a:custGeom>
          <a:noFill xmlns:a="http://schemas.openxmlformats.org/drawingml/2006/main"/>
          <a:ln xmlns:a="http://schemas.openxmlformats.org/drawingml/2006/main" w="17145">
            <a:solidFill>
              <a:srgbClr val="D80000"/>
            </a:solidFill>
            <a:prstDash val="dash"/>
          </a:ln>
        </p:spPr>
      </p:sp>
      <p:sp>
        <p:nvSpPr>
          <p:cNvPr id="8" name="层级关联">
            <a:extLst xmlns:a="http://schemas.openxmlformats.org/drawingml/2006/main">
              <a:ext uri="{FF2B5EF4-FFF2-40B4-BE49-F238E27FC236}">
                <a16:creationId xmlns:a16="http://schemas.microsoft.com/office/drawing/2014/main" id="{9A1A464C-4755-4C92-ADDF-46B35CDDA73D}"/>
              </a:ext>
            </a:extLst>
          </p:cNvPr>
          <p:cNvSpPr>
            <a:spLocks xmlns:a="http://schemas.openxmlformats.org/drawingml/2006/main" noGrp="1"/>
          </p:cNvSpPr>
          <p:nvPr/>
        </p:nvSpPr>
        <p:spPr>
          <a:xfrm xmlns:a="http://schemas.openxmlformats.org/drawingml/2006/main">
            <a:off x="1381125" y="2209800"/>
            <a:ext cx="1333500" cy="1133475"/>
          </a:xfrm>
          <a:custGeom xmlns:a="http://schemas.openxmlformats.org/drawingml/2006/main">
            <a:pathLst>
              <a:path w="1333500" h="1133475">
                <a:moveTo>
                  <a:pt x="0" y="0"/>
                </a:moveTo>
                <a:lnTo>
                  <a:pt x="1333500" y="1133475"/>
                </a:lnTo>
              </a:path>
            </a:pathLst>
          </a:custGeom>
          <a:noFill xmlns:a="http://schemas.openxmlformats.org/drawingml/2006/main"/>
          <a:ln xmlns:a="http://schemas.openxmlformats.org/drawingml/2006/main" w="17145">
            <a:solidFill>
              <a:srgbClr val="D80000"/>
            </a:solidFill>
            <a:prstDash val="dash"/>
          </a:ln>
        </p:spPr>
      </p:sp>
      <p:sp>
        <p:nvSpPr>
          <p:cNvPr id="9" name="局部强调">
            <a:extLst xmlns:a="http://schemas.openxmlformats.org/drawingml/2006/main">
              <a:ext uri="{FF2B5EF4-FFF2-40B4-BE49-F238E27FC236}">
                <a16:creationId xmlns:a16="http://schemas.microsoft.com/office/drawing/2014/main" id="{9673FC51-0C85-41A0-98DD-D70BF30B4ADB}"/>
              </a:ext>
            </a:extLst>
          </p:cNvPr>
          <p:cNvSpPr>
            <a:spLocks xmlns:a="http://schemas.openxmlformats.org/drawingml/2006/main" noGrp="1"/>
          </p:cNvSpPr>
          <p:nvPr/>
        </p:nvSpPr>
        <p:spPr>
          <a:xfrm xmlns:a="http://schemas.openxmlformats.org/drawingml/2006/main">
            <a:off x="5219700" y="1438275"/>
            <a:ext cx="771525" cy="895350"/>
          </a:xfrm>
          <a:prstGeom xmlns:a="http://schemas.openxmlformats.org/drawingml/2006/main" prst="ellipse">
            <a:avLst/>
          </a:prstGeom>
          <a:noFill xmlns:a="http://schemas.openxmlformats.org/drawingml/2006/main"/>
          <a:ln xmlns:a="http://schemas.openxmlformats.org/drawingml/2006/main" w="23813">
            <a:solidFill>
              <a:srgbClr val="1010C8"/>
            </a:solidFill>
            <a:prstDash val="dash"/>
          </a:ln>
        </p:spPr>
      </p:sp>
      <p:sp>
        <p:nvSpPr>
          <p:cNvPr id="10" name="层级标签">
            <a:extLst xmlns:a="http://schemas.openxmlformats.org/drawingml/2006/main">
              <a:ext uri="{FF2B5EF4-FFF2-40B4-BE49-F238E27FC236}">
                <a16:creationId xmlns:a16="http://schemas.microsoft.com/office/drawing/2014/main" id="{CC537613-D8B7-422C-B5CD-34AE4B3C175C}"/>
              </a:ext>
            </a:extLst>
          </p:cNvPr>
          <p:cNvSpPr>
            <a:spLocks xmlns:a="http://schemas.openxmlformats.org/drawingml/2006/main" noGrp="1"/>
          </p:cNvSpPr>
          <p:nvPr/>
        </p:nvSpPr>
        <p:spPr>
          <a:xfrm xmlns:a="http://schemas.openxmlformats.org/drawingml/2006/main">
            <a:off x="381000" y="3371850"/>
            <a:ext cx="20097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425" b="1">
                <a:solidFill>
                  <a:srgbClr val="2465A8"/>
                </a:solidFill>
                <a:latin typeface="Arial"/>
                <a:ea typeface="Microsoft YaHei"/>
                <a:cs typeface="Arial"/>
              </a:defRPr>
            </a:defPPr>
            <a:lvl1pPr algn="ctr">
              <a:defRPr sz="1425" b="1">
                <a:solidFill>
                  <a:srgbClr val="2465A8"/>
                </a:solidFill>
                <a:latin typeface="Arial"/>
                <a:ea typeface="Microsoft YaHei"/>
                <a:cs typeface="Arial"/>
              </a:defRPr>
            </a:lvl1pPr>
            <a:lvl2pPr algn="ctr">
              <a:defRPr sz="1425" b="1">
                <a:solidFill>
                  <a:srgbClr val="2465A8"/>
                </a:solidFill>
                <a:latin typeface="Arial"/>
                <a:ea typeface="Microsoft YaHei"/>
                <a:cs typeface="Arial"/>
              </a:defRPr>
            </a:lvl2pPr>
            <a:lvl3pPr algn="ctr">
              <a:defRPr sz="1425" b="1">
                <a:solidFill>
                  <a:srgbClr val="2465A8"/>
                </a:solidFill>
                <a:latin typeface="Arial"/>
                <a:ea typeface="Microsoft YaHei"/>
                <a:cs typeface="Arial"/>
              </a:defRPr>
            </a:lvl3pPr>
            <a:lvl4pPr algn="ctr">
              <a:defRPr sz="1425" b="1">
                <a:solidFill>
                  <a:srgbClr val="2465A8"/>
                </a:solidFill>
                <a:latin typeface="Arial"/>
                <a:ea typeface="Microsoft YaHei"/>
                <a:cs typeface="Arial"/>
              </a:defRPr>
            </a:lvl4pPr>
            <a:lvl5pPr algn="ctr">
              <a:defRPr sz="1425" b="1">
                <a:solidFill>
                  <a:srgbClr val="2465A8"/>
                </a:solidFill>
                <a:latin typeface="Arial"/>
                <a:ea typeface="Microsoft YaHei"/>
                <a:cs typeface="Arial"/>
              </a:defRPr>
            </a:lvl5pPr>
            <a:lvl6pPr algn="ctr">
              <a:defRPr sz="1425" b="1">
                <a:solidFill>
                  <a:srgbClr val="2465A8"/>
                </a:solidFill>
                <a:latin typeface="Arial"/>
                <a:ea typeface="Microsoft YaHei"/>
                <a:cs typeface="Arial"/>
              </a:defRPr>
            </a:lvl6pPr>
            <a:lvl7pPr algn="ctr">
              <a:defRPr sz="1425" b="1">
                <a:solidFill>
                  <a:srgbClr val="2465A8"/>
                </a:solidFill>
                <a:latin typeface="Arial"/>
                <a:ea typeface="Microsoft YaHei"/>
                <a:cs typeface="Arial"/>
              </a:defRPr>
            </a:lvl7pPr>
            <a:lvl8pPr algn="ctr">
              <a:defRPr sz="1425" b="1">
                <a:solidFill>
                  <a:srgbClr val="2465A8"/>
                </a:solidFill>
                <a:latin typeface="Arial"/>
                <a:ea typeface="Microsoft YaHei"/>
                <a:cs typeface="Arial"/>
              </a:defRPr>
            </a:lvl8pPr>
            <a:lvl9pPr algn="ctr">
              <a:defRPr sz="1425" b="1">
                <a:solidFill>
                  <a:srgbClr val="2465A8"/>
                </a:solidFill>
                <a:latin typeface="Arial"/>
                <a:ea typeface="Microsoft YaHei"/>
                <a:cs typeface="Arial"/>
              </a:defRPr>
            </a:lvl9pPr>
          </a:lstStyle>
          <a:p xmlns:a="http://schemas.openxmlformats.org/drawingml/2006/main">
            <a:pPr algn="ctr">
              <a:defRPr sz="1425" b="1">
                <a:solidFill>
                  <a:srgbClr val="2465A8"/>
                </a:solidFill>
                <a:latin typeface="Arial"/>
                <a:ea typeface="Microsoft YaHei"/>
                <a:cs typeface="Arial"/>
              </a:defRPr>
            </a:pPr>
            <a:r>
              <a:rPr sz="1425" b="1">
                <a:solidFill>
                  <a:srgbClr val="2465A8"/>
                </a:solidFill>
                <a:latin typeface="Arial"/>
                <a:ea typeface="Microsoft YaHei"/>
                <a:cs typeface="Arial"/>
              </a:rPr>
              <a:t>整体目标</a:t>
            </a:r>
          </a:p>
        </p:txBody>
      </p:sp>
      <p:sp>
        <p:nvSpPr>
          <p:cNvPr id="11" name="层级标签">
            <a:extLst xmlns:a="http://schemas.openxmlformats.org/drawingml/2006/main">
              <a:ext uri="{FF2B5EF4-FFF2-40B4-BE49-F238E27FC236}">
                <a16:creationId xmlns:a16="http://schemas.microsoft.com/office/drawing/2014/main" id="{32FDA1EF-F3CE-43EC-B455-D39E1223DDEE}"/>
              </a:ext>
            </a:extLst>
          </p:cNvPr>
          <p:cNvSpPr>
            <a:spLocks xmlns:a="http://schemas.openxmlformats.org/drawingml/2006/main" noGrp="1"/>
          </p:cNvSpPr>
          <p:nvPr/>
        </p:nvSpPr>
        <p:spPr>
          <a:xfrm xmlns:a="http://schemas.openxmlformats.org/drawingml/2006/main">
            <a:off x="2695575" y="3371850"/>
            <a:ext cx="23526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425" b="1">
                <a:solidFill>
                  <a:srgbClr val="47AB2F"/>
                </a:solidFill>
                <a:latin typeface="Arial"/>
                <a:ea typeface="Microsoft YaHei"/>
                <a:cs typeface="Arial"/>
              </a:defRPr>
            </a:defPPr>
            <a:lvl1pPr algn="ctr">
              <a:defRPr sz="1425" b="1">
                <a:solidFill>
                  <a:srgbClr val="47AB2F"/>
                </a:solidFill>
                <a:latin typeface="Arial"/>
                <a:ea typeface="Microsoft YaHei"/>
                <a:cs typeface="Arial"/>
              </a:defRPr>
            </a:lvl1pPr>
            <a:lvl2pPr algn="ctr">
              <a:defRPr sz="1425" b="1">
                <a:solidFill>
                  <a:srgbClr val="47AB2F"/>
                </a:solidFill>
                <a:latin typeface="Arial"/>
                <a:ea typeface="Microsoft YaHei"/>
                <a:cs typeface="Arial"/>
              </a:defRPr>
            </a:lvl2pPr>
            <a:lvl3pPr algn="ctr">
              <a:defRPr sz="1425" b="1">
                <a:solidFill>
                  <a:srgbClr val="47AB2F"/>
                </a:solidFill>
                <a:latin typeface="Arial"/>
                <a:ea typeface="Microsoft YaHei"/>
                <a:cs typeface="Arial"/>
              </a:defRPr>
            </a:lvl3pPr>
            <a:lvl4pPr algn="ctr">
              <a:defRPr sz="1425" b="1">
                <a:solidFill>
                  <a:srgbClr val="47AB2F"/>
                </a:solidFill>
                <a:latin typeface="Arial"/>
                <a:ea typeface="Microsoft YaHei"/>
                <a:cs typeface="Arial"/>
              </a:defRPr>
            </a:lvl4pPr>
            <a:lvl5pPr algn="ctr">
              <a:defRPr sz="1425" b="1">
                <a:solidFill>
                  <a:srgbClr val="47AB2F"/>
                </a:solidFill>
                <a:latin typeface="Arial"/>
                <a:ea typeface="Microsoft YaHei"/>
                <a:cs typeface="Arial"/>
              </a:defRPr>
            </a:lvl5pPr>
            <a:lvl6pPr algn="ctr">
              <a:defRPr sz="1425" b="1">
                <a:solidFill>
                  <a:srgbClr val="47AB2F"/>
                </a:solidFill>
                <a:latin typeface="Arial"/>
                <a:ea typeface="Microsoft YaHei"/>
                <a:cs typeface="Arial"/>
              </a:defRPr>
            </a:lvl6pPr>
            <a:lvl7pPr algn="ctr">
              <a:defRPr sz="1425" b="1">
                <a:solidFill>
                  <a:srgbClr val="47AB2F"/>
                </a:solidFill>
                <a:latin typeface="Arial"/>
                <a:ea typeface="Microsoft YaHei"/>
                <a:cs typeface="Arial"/>
              </a:defRPr>
            </a:lvl7pPr>
            <a:lvl8pPr algn="ctr">
              <a:defRPr sz="1425" b="1">
                <a:solidFill>
                  <a:srgbClr val="47AB2F"/>
                </a:solidFill>
                <a:latin typeface="Arial"/>
                <a:ea typeface="Microsoft YaHei"/>
                <a:cs typeface="Arial"/>
              </a:defRPr>
            </a:lvl8pPr>
            <a:lvl9pPr algn="ctr">
              <a:defRPr sz="1425" b="1">
                <a:solidFill>
                  <a:srgbClr val="47AB2F"/>
                </a:solidFill>
                <a:latin typeface="Arial"/>
                <a:ea typeface="Microsoft YaHei"/>
                <a:cs typeface="Arial"/>
              </a:defRPr>
            </a:lvl9pPr>
          </a:lstStyle>
          <a:p xmlns:a="http://schemas.openxmlformats.org/drawingml/2006/main">
            <a:pPr algn="ctr">
              <a:defRPr sz="1425" b="1">
                <a:solidFill>
                  <a:srgbClr val="47AB2F"/>
                </a:solidFill>
                <a:latin typeface="Arial"/>
                <a:ea typeface="Microsoft YaHei"/>
                <a:cs typeface="Arial"/>
              </a:defRPr>
            </a:pPr>
            <a:r>
              <a:rPr sz="1425" b="1">
                <a:solidFill>
                  <a:srgbClr val="47AB2F"/>
                </a:solidFill>
                <a:latin typeface="Arial"/>
                <a:ea typeface="Microsoft YaHei"/>
                <a:cs typeface="Arial"/>
              </a:rPr>
              <a:t>提示点附近（放大）</a:t>
            </a:r>
          </a:p>
        </p:txBody>
      </p:sp>
      <p:sp>
        <p:nvSpPr>
          <p:cNvPr id="12" name="层级标签">
            <a:extLst xmlns:a="http://schemas.openxmlformats.org/drawingml/2006/main">
              <a:ext uri="{FF2B5EF4-FFF2-40B4-BE49-F238E27FC236}">
                <a16:creationId xmlns:a16="http://schemas.microsoft.com/office/drawing/2014/main" id="{6BA808E1-C6A3-40BA-BA5D-F2C29AFE9915}"/>
              </a:ext>
            </a:extLst>
          </p:cNvPr>
          <p:cNvSpPr>
            <a:spLocks xmlns:a="http://schemas.openxmlformats.org/drawingml/2006/main" noGrp="1"/>
          </p:cNvSpPr>
          <p:nvPr/>
        </p:nvSpPr>
        <p:spPr>
          <a:xfrm xmlns:a="http://schemas.openxmlformats.org/drawingml/2006/main">
            <a:off x="5153025" y="2400300"/>
            <a:ext cx="904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425" b="1">
                <a:solidFill>
                  <a:srgbClr val="B321AC"/>
                </a:solidFill>
                <a:latin typeface="Arial"/>
                <a:ea typeface="Microsoft YaHei"/>
                <a:cs typeface="Arial"/>
              </a:defRPr>
            </a:defPPr>
            <a:lvl1pPr algn="ctr">
              <a:defRPr sz="1425" b="1">
                <a:solidFill>
                  <a:srgbClr val="B321AC"/>
                </a:solidFill>
                <a:latin typeface="Arial"/>
                <a:ea typeface="Microsoft YaHei"/>
                <a:cs typeface="Arial"/>
              </a:defRPr>
            </a:lvl1pPr>
            <a:lvl2pPr algn="ctr">
              <a:defRPr sz="1425" b="1">
                <a:solidFill>
                  <a:srgbClr val="B321AC"/>
                </a:solidFill>
                <a:latin typeface="Arial"/>
                <a:ea typeface="Microsoft YaHei"/>
                <a:cs typeface="Arial"/>
              </a:defRPr>
            </a:lvl2pPr>
            <a:lvl3pPr algn="ctr">
              <a:defRPr sz="1425" b="1">
                <a:solidFill>
                  <a:srgbClr val="B321AC"/>
                </a:solidFill>
                <a:latin typeface="Arial"/>
                <a:ea typeface="Microsoft YaHei"/>
                <a:cs typeface="Arial"/>
              </a:defRPr>
            </a:lvl3pPr>
            <a:lvl4pPr algn="ctr">
              <a:defRPr sz="1425" b="1">
                <a:solidFill>
                  <a:srgbClr val="B321AC"/>
                </a:solidFill>
                <a:latin typeface="Arial"/>
                <a:ea typeface="Microsoft YaHei"/>
                <a:cs typeface="Arial"/>
              </a:defRPr>
            </a:lvl4pPr>
            <a:lvl5pPr algn="ctr">
              <a:defRPr sz="1425" b="1">
                <a:solidFill>
                  <a:srgbClr val="B321AC"/>
                </a:solidFill>
                <a:latin typeface="Arial"/>
                <a:ea typeface="Microsoft YaHei"/>
                <a:cs typeface="Arial"/>
              </a:defRPr>
            </a:lvl5pPr>
            <a:lvl6pPr algn="ctr">
              <a:defRPr sz="1425" b="1">
                <a:solidFill>
                  <a:srgbClr val="B321AC"/>
                </a:solidFill>
                <a:latin typeface="Arial"/>
                <a:ea typeface="Microsoft YaHei"/>
                <a:cs typeface="Arial"/>
              </a:defRPr>
            </a:lvl6pPr>
            <a:lvl7pPr algn="ctr">
              <a:defRPr sz="1425" b="1">
                <a:solidFill>
                  <a:srgbClr val="B321AC"/>
                </a:solidFill>
                <a:latin typeface="Arial"/>
                <a:ea typeface="Microsoft YaHei"/>
                <a:cs typeface="Arial"/>
              </a:defRPr>
            </a:lvl7pPr>
            <a:lvl8pPr algn="ctr">
              <a:defRPr sz="1425" b="1">
                <a:solidFill>
                  <a:srgbClr val="B321AC"/>
                </a:solidFill>
                <a:latin typeface="Arial"/>
                <a:ea typeface="Microsoft YaHei"/>
                <a:cs typeface="Arial"/>
              </a:defRPr>
            </a:lvl8pPr>
            <a:lvl9pPr algn="ctr">
              <a:defRPr sz="1425" b="1">
                <a:solidFill>
                  <a:srgbClr val="B321AC"/>
                </a:solidFill>
                <a:latin typeface="Arial"/>
                <a:ea typeface="Microsoft YaHei"/>
                <a:cs typeface="Arial"/>
              </a:defRPr>
            </a:lvl9pPr>
          </a:lstStyle>
          <a:p xmlns:a="http://schemas.openxmlformats.org/drawingml/2006/main">
            <a:pPr algn="ctr">
              <a:defRPr sz="1425" b="1">
                <a:solidFill>
                  <a:srgbClr val="B321AC"/>
                </a:solidFill>
                <a:latin typeface="Arial"/>
                <a:ea typeface="Microsoft YaHei"/>
                <a:cs typeface="Arial"/>
              </a:defRPr>
            </a:pPr>
            <a:r>
              <a:rPr sz="1425" b="1">
                <a:solidFill>
                  <a:srgbClr val="B321AC"/>
                </a:solidFill>
                <a:latin typeface="Arial"/>
                <a:ea typeface="Microsoft YaHei"/>
                <a:cs typeface="Arial"/>
              </a:rPr>
              <a:t>头部输出</a:t>
            </a:r>
          </a:p>
        </p:txBody>
      </p:sp>
      <p:sp>
        <p:nvSpPr>
          <p:cNvPr id="13" name="关系箭头">
            <a:extLst xmlns:a="http://schemas.openxmlformats.org/drawingml/2006/main">
              <a:ext uri="{FF2B5EF4-FFF2-40B4-BE49-F238E27FC236}">
                <a16:creationId xmlns:a16="http://schemas.microsoft.com/office/drawing/2014/main" id="{3F9CAA12-B67E-4719-ADF9-73DF731E9CC0}"/>
              </a:ext>
            </a:extLst>
          </p:cNvPr>
          <p:cNvSpPr>
            <a:spLocks xmlns:a="http://schemas.openxmlformats.org/drawingml/2006/main" noGrp="1"/>
          </p:cNvSpPr>
          <p:nvPr/>
        </p:nvSpPr>
        <p:spPr>
          <a:xfrm xmlns:a="http://schemas.openxmlformats.org/drawingml/2006/main">
            <a:off x="6219825" y="2095500"/>
            <a:ext cx="276225" cy="409575"/>
          </a:xfrm>
          <a:prstGeom xmlns:a="http://schemas.openxmlformats.org/drawingml/2006/main" prst="rightArrow">
            <a:avLst/>
          </a:prstGeom>
          <a:solidFill xmlns:a="http://schemas.openxmlformats.org/drawingml/2006/main">
            <a:srgbClr val="B9B9B9"/>
          </a:solidFill>
          <a:ln xmlns:a="http://schemas.openxmlformats.org/drawingml/2006/main" w="0">
            <a:noFill/>
            <a:prstDash val="solid"/>
          </a:ln>
        </p:spPr>
      </p:sp>
      <p:sp>
        <p:nvSpPr>
          <p:cNvPr id="14" name="难点分组">
            <a:extLst xmlns:a="http://schemas.openxmlformats.org/drawingml/2006/main">
              <a:ext uri="{FF2B5EF4-FFF2-40B4-BE49-F238E27FC236}">
                <a16:creationId xmlns:a16="http://schemas.microsoft.com/office/drawing/2014/main" id="{42B12182-D9E1-491C-B5BE-AE43BDD1EBA1}"/>
              </a:ext>
            </a:extLst>
          </p:cNvPr>
          <p:cNvSpPr>
            <a:spLocks xmlns:a="http://schemas.openxmlformats.org/drawingml/2006/main" noGrp="1"/>
          </p:cNvSpPr>
          <p:nvPr/>
        </p:nvSpPr>
        <p:spPr>
          <a:xfrm xmlns:a="http://schemas.openxmlformats.org/drawingml/2006/main">
            <a:off x="6743700" y="1333500"/>
            <a:ext cx="4305300" cy="1924050"/>
          </a:xfrm>
          <a:prstGeom xmlns:a="http://schemas.openxmlformats.org/drawingml/2006/main" prst="rect">
            <a:avLst/>
          </a:prstGeom>
          <a:solidFill xmlns:a="http://schemas.openxmlformats.org/drawingml/2006/main">
            <a:srgbClr val="F1F1F1"/>
          </a:solidFill>
          <a:ln xmlns:a="http://schemas.openxmlformats.org/drawingml/2006/main" w="5715">
            <a:solidFill>
              <a:srgbClr val="B3B3B3"/>
            </a:solidFill>
            <a:prstDash val="solid"/>
          </a:ln>
        </p:spPr>
      </p:sp>
      <p:sp>
        <p:nvSpPr>
          <p:cNvPr id="15" name="难点标题">
            <a:extLst xmlns:a="http://schemas.openxmlformats.org/drawingml/2006/main">
              <a:ext uri="{FF2B5EF4-FFF2-40B4-BE49-F238E27FC236}">
                <a16:creationId xmlns:a16="http://schemas.microsoft.com/office/drawing/2014/main" id="{4F7F5F06-FBA7-4707-AD1F-FAD1F893B332}"/>
              </a:ext>
            </a:extLst>
          </p:cNvPr>
          <p:cNvSpPr>
            <a:spLocks xmlns:a="http://schemas.openxmlformats.org/drawingml/2006/main" noGrp="1"/>
          </p:cNvSpPr>
          <p:nvPr/>
        </p:nvSpPr>
        <p:spPr>
          <a:xfrm xmlns:a="http://schemas.openxmlformats.org/drawingml/2006/main">
            <a:off x="6858000" y="1457325"/>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00" b="1">
                <a:solidFill>
                  <a:srgbClr val="D80000"/>
                </a:solidFill>
                <a:latin typeface="Arial"/>
                <a:ea typeface="Microsoft YaHei"/>
                <a:cs typeface="Arial"/>
              </a:defRPr>
            </a:defPPr>
            <a:lvl1pPr algn="l">
              <a:defRPr sz="2100" b="1">
                <a:solidFill>
                  <a:srgbClr val="D80000"/>
                </a:solidFill>
                <a:latin typeface="Arial"/>
                <a:ea typeface="Microsoft YaHei"/>
                <a:cs typeface="Arial"/>
              </a:defRPr>
            </a:lvl1pPr>
            <a:lvl2pPr algn="l">
              <a:defRPr sz="2100" b="1">
                <a:solidFill>
                  <a:srgbClr val="D80000"/>
                </a:solidFill>
                <a:latin typeface="Arial"/>
                <a:ea typeface="Microsoft YaHei"/>
                <a:cs typeface="Arial"/>
              </a:defRPr>
            </a:lvl2pPr>
            <a:lvl3pPr algn="l">
              <a:defRPr sz="2100" b="1">
                <a:solidFill>
                  <a:srgbClr val="D80000"/>
                </a:solidFill>
                <a:latin typeface="Arial"/>
                <a:ea typeface="Microsoft YaHei"/>
                <a:cs typeface="Arial"/>
              </a:defRPr>
            </a:lvl3pPr>
            <a:lvl4pPr algn="l">
              <a:defRPr sz="2100" b="1">
                <a:solidFill>
                  <a:srgbClr val="D80000"/>
                </a:solidFill>
                <a:latin typeface="Arial"/>
                <a:ea typeface="Microsoft YaHei"/>
                <a:cs typeface="Arial"/>
              </a:defRPr>
            </a:lvl4pPr>
            <a:lvl5pPr algn="l">
              <a:defRPr sz="2100" b="1">
                <a:solidFill>
                  <a:srgbClr val="D80000"/>
                </a:solidFill>
                <a:latin typeface="Arial"/>
                <a:ea typeface="Microsoft YaHei"/>
                <a:cs typeface="Arial"/>
              </a:defRPr>
            </a:lvl5pPr>
            <a:lvl6pPr algn="l">
              <a:defRPr sz="2100" b="1">
                <a:solidFill>
                  <a:srgbClr val="D80000"/>
                </a:solidFill>
                <a:latin typeface="Arial"/>
                <a:ea typeface="Microsoft YaHei"/>
                <a:cs typeface="Arial"/>
              </a:defRPr>
            </a:lvl6pPr>
            <a:lvl7pPr algn="l">
              <a:defRPr sz="2100" b="1">
                <a:solidFill>
                  <a:srgbClr val="D80000"/>
                </a:solidFill>
                <a:latin typeface="Arial"/>
                <a:ea typeface="Microsoft YaHei"/>
                <a:cs typeface="Arial"/>
              </a:defRPr>
            </a:lvl7pPr>
            <a:lvl8pPr algn="l">
              <a:defRPr sz="2100" b="1">
                <a:solidFill>
                  <a:srgbClr val="D80000"/>
                </a:solidFill>
                <a:latin typeface="Arial"/>
                <a:ea typeface="Microsoft YaHei"/>
                <a:cs typeface="Arial"/>
              </a:defRPr>
            </a:lvl8pPr>
            <a:lvl9pPr algn="l">
              <a:defRPr sz="2100" b="1">
                <a:solidFill>
                  <a:srgbClr val="D80000"/>
                </a:solidFill>
                <a:latin typeface="Arial"/>
                <a:ea typeface="Microsoft YaHei"/>
                <a:cs typeface="Arial"/>
              </a:defRPr>
            </a:lvl9pPr>
          </a:lstStyle>
          <a:p xmlns:a="http://schemas.openxmlformats.org/drawingml/2006/main">
            <a:pPr algn="l">
              <a:defRPr sz="2100" b="1">
                <a:solidFill>
                  <a:srgbClr val="D80000"/>
                </a:solidFill>
                <a:latin typeface="Arial"/>
                <a:ea typeface="Microsoft YaHei"/>
                <a:cs typeface="Arial"/>
              </a:defRPr>
            </a:pPr>
            <a:r>
              <a:rPr sz="2100" b="1">
                <a:solidFill>
                  <a:srgbClr val="D80000"/>
                </a:solidFill>
                <a:latin typeface="Arial"/>
                <a:ea typeface="Microsoft YaHei"/>
                <a:cs typeface="Arial"/>
              </a:rPr>
              <a:t>难点：</a:t>
            </a:r>
          </a:p>
        </p:txBody>
      </p:sp>
      <p:sp>
        <p:nvSpPr>
          <p:cNvPr id="16" name="难点条目">
            <a:extLst xmlns:a="http://schemas.openxmlformats.org/drawingml/2006/main">
              <a:ext uri="{FF2B5EF4-FFF2-40B4-BE49-F238E27FC236}">
                <a16:creationId xmlns:a16="http://schemas.microsoft.com/office/drawing/2014/main" id="{76CE6D09-D724-4702-8912-22C049BF09EE}"/>
              </a:ext>
            </a:extLst>
          </p:cNvPr>
          <p:cNvSpPr>
            <a:spLocks xmlns:a="http://schemas.openxmlformats.org/drawingml/2006/main" noGrp="1"/>
          </p:cNvSpPr>
          <p:nvPr/>
        </p:nvSpPr>
        <p:spPr>
          <a:xfrm xmlns:a="http://schemas.openxmlformats.org/drawingml/2006/main">
            <a:off x="6886575" y="1952625"/>
            <a:ext cx="405765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111111"/>
                </a:solidFill>
                <a:latin typeface="Arial"/>
                <a:ea typeface="Microsoft YaHei"/>
                <a:cs typeface="Arial"/>
              </a:defRPr>
            </a:defPPr>
            <a:lvl1pPr algn="l">
              <a:defRPr sz="1725" b="0">
                <a:solidFill>
                  <a:srgbClr val="111111"/>
                </a:solidFill>
                <a:latin typeface="Arial"/>
                <a:ea typeface="Microsoft YaHei"/>
                <a:cs typeface="Arial"/>
              </a:defRPr>
            </a:lvl1pPr>
            <a:lvl2pPr algn="l">
              <a:defRPr sz="1725" b="0">
                <a:solidFill>
                  <a:srgbClr val="111111"/>
                </a:solidFill>
                <a:latin typeface="Arial"/>
                <a:ea typeface="Microsoft YaHei"/>
                <a:cs typeface="Arial"/>
              </a:defRPr>
            </a:lvl2pPr>
            <a:lvl3pPr algn="l">
              <a:defRPr sz="1725" b="0">
                <a:solidFill>
                  <a:srgbClr val="111111"/>
                </a:solidFill>
                <a:latin typeface="Arial"/>
                <a:ea typeface="Microsoft YaHei"/>
                <a:cs typeface="Arial"/>
              </a:defRPr>
            </a:lvl3pPr>
            <a:lvl4pPr algn="l">
              <a:defRPr sz="1725" b="0">
                <a:solidFill>
                  <a:srgbClr val="111111"/>
                </a:solidFill>
                <a:latin typeface="Arial"/>
                <a:ea typeface="Microsoft YaHei"/>
                <a:cs typeface="Arial"/>
              </a:defRPr>
            </a:lvl4pPr>
            <a:lvl5pPr algn="l">
              <a:defRPr sz="1725" b="0">
                <a:solidFill>
                  <a:srgbClr val="111111"/>
                </a:solidFill>
                <a:latin typeface="Arial"/>
                <a:ea typeface="Microsoft YaHei"/>
                <a:cs typeface="Arial"/>
              </a:defRPr>
            </a:lvl5pPr>
            <a:lvl6pPr algn="l">
              <a:defRPr sz="1725" b="0">
                <a:solidFill>
                  <a:srgbClr val="111111"/>
                </a:solidFill>
                <a:latin typeface="Arial"/>
                <a:ea typeface="Microsoft YaHei"/>
                <a:cs typeface="Arial"/>
              </a:defRPr>
            </a:lvl6pPr>
            <a:lvl7pPr algn="l">
              <a:defRPr sz="1725" b="0">
                <a:solidFill>
                  <a:srgbClr val="111111"/>
                </a:solidFill>
                <a:latin typeface="Arial"/>
                <a:ea typeface="Microsoft YaHei"/>
                <a:cs typeface="Arial"/>
              </a:defRPr>
            </a:lvl7pPr>
            <a:lvl8pPr algn="l">
              <a:defRPr sz="1725" b="0">
                <a:solidFill>
                  <a:srgbClr val="111111"/>
                </a:solidFill>
                <a:latin typeface="Arial"/>
                <a:ea typeface="Microsoft YaHei"/>
                <a:cs typeface="Arial"/>
              </a:defRPr>
            </a:lvl8pPr>
            <a:lvl9pPr algn="l">
              <a:defRPr sz="1725" b="0">
                <a:solidFill>
                  <a:srgbClr val="111111"/>
                </a:solidFill>
                <a:latin typeface="Arial"/>
                <a:ea typeface="Microsoft YaHei"/>
                <a:cs typeface="Arial"/>
              </a:defRPr>
            </a:lvl9pPr>
          </a:lstStyle>
          <a:p xmlns:a="http://schemas.openxmlformats.org/drawingml/2006/main">
            <a:pPr algn="l">
              <a:defRPr sz="1725" b="0">
                <a:solidFill>
                  <a:srgbClr val="111111"/>
                </a:solidFill>
                <a:latin typeface="Arial"/>
                <a:ea typeface="Microsoft YaHei"/>
                <a:cs typeface="Arial"/>
              </a:defRPr>
            </a:pPr>
            <a:r>
              <a:rPr sz="1725" b="0">
                <a:solidFill>
                  <a:srgbClr val="111111"/>
                </a:solidFill>
                <a:latin typeface="Arial"/>
                <a:ea typeface="Microsoft YaHei"/>
                <a:cs typeface="Arial"/>
              </a:rPr>
              <a:t>• 一个点可能对应多种有效掩码</a:t>
            </a:r>
          </a:p>
          <a:p xmlns:a="http://schemas.openxmlformats.org/drawingml/2006/main">
            <a:pPr algn="l">
              <a:defRPr sz="1725" b="0">
                <a:solidFill>
                  <a:srgbClr val="111111"/>
                </a:solidFill>
                <a:latin typeface="Arial"/>
                <a:ea typeface="Microsoft YaHei"/>
                <a:cs typeface="Arial"/>
              </a:defRPr>
            </a:pPr>
            <a:r>
              <a:rPr sz="1725" b="0">
                <a:solidFill>
                  <a:srgbClr val="111111"/>
                </a:solidFill>
                <a:latin typeface="Arial"/>
                <a:ea typeface="Microsoft YaHei"/>
                <a:cs typeface="Arial"/>
              </a:rPr>
              <a:t>• 单一输出可能平均不同边界</a:t>
            </a:r>
          </a:p>
          <a:p xmlns:a="http://schemas.openxmlformats.org/drawingml/2006/main">
            <a:pPr algn="l">
              <a:defRPr sz="1725" b="0">
                <a:solidFill>
                  <a:srgbClr val="111111"/>
                </a:solidFill>
                <a:latin typeface="Arial"/>
                <a:ea typeface="Microsoft YaHei"/>
                <a:cs typeface="Arial"/>
              </a:defRPr>
            </a:pPr>
            <a:r>
              <a:rPr sz="1725" b="0">
                <a:solidFill>
                  <a:srgbClr val="111111"/>
                </a:solidFill>
                <a:latin typeface="Arial"/>
                <a:ea typeface="Microsoft YaHei"/>
                <a:cs typeface="Arial"/>
              </a:rPr>
              <a:t>• 唯一真值不能覆盖全部合理解释</a:t>
            </a:r>
          </a:p>
        </p:txBody>
      </p:sp>
      <p:pic>
        <p:nvPicPr>
          <p:cNvPr id="17" name="">
            <a:extLst xmlns:a="http://schemas.openxmlformats.org/drawingml/2006/main">
              <a:ext uri="{FF2B5EF4-FFF2-40B4-BE49-F238E27FC236}">
                <a16:creationId xmlns:a16="http://schemas.microsoft.com/office/drawing/2014/main" id="{1A3C8174-CF94-4A23-BB87-46FC3B0891FC}"/>
              </a:ext>
            </a:extLst>
          </p:cNvPr>
          <p:cNvPicPr>
            <a:picLocks xmlns:a="http://schemas.openxmlformats.org/drawingml/2006/main" noChangeAspect="1"/>
          </p:cNvPicPr>
          <p:nvPr/>
        </p:nvPicPr>
        <p:blipFill>
          <a:blip xmlns:r="http://schemas.openxmlformats.org/officeDocument/2006/relationships" xmlns:a="http://schemas.openxmlformats.org/drawingml/2006/main" r:embed="R6de9ee01529e4c5f"/>
          <a:stretch xmlns:a="http://schemas.openxmlformats.org/drawingml/2006/main"/>
        </p:blipFill>
        <p:spPr>
          <a:xfrm xmlns:a="http://schemas.openxmlformats.org/drawingml/2006/main">
            <a:off x="303308" y="3848100"/>
            <a:ext cx="993584" cy="2114550"/>
          </a:xfrm>
          <a:prstGeom xmlns:a="http://schemas.openxmlformats.org/drawingml/2006/main" prst="rect">
            <a:avLst/>
          </a:prstGeom>
        </p:spPr>
      </p:pic>
      <p:pic>
        <p:nvPicPr>
          <p:cNvPr id="18" name="">
            <a:extLst xmlns:a="http://schemas.openxmlformats.org/drawingml/2006/main">
              <a:ext uri="{FF2B5EF4-FFF2-40B4-BE49-F238E27FC236}">
                <a16:creationId xmlns:a16="http://schemas.microsoft.com/office/drawing/2014/main" id="{0FA7BE1A-A300-47F2-AFDA-1713FD2506DF}"/>
              </a:ext>
            </a:extLst>
          </p:cNvPr>
          <p:cNvPicPr>
            <a:picLocks xmlns:a="http://schemas.openxmlformats.org/drawingml/2006/main" noChangeAspect="1"/>
          </p:cNvPicPr>
          <p:nvPr/>
        </p:nvPicPr>
        <p:blipFill>
          <a:blip xmlns:r="http://schemas.openxmlformats.org/officeDocument/2006/relationships" xmlns:a="http://schemas.openxmlformats.org/drawingml/2006/main" r:embed="R19e6793145224d2e"/>
          <a:stretch xmlns:a="http://schemas.openxmlformats.org/drawingml/2006/main"/>
        </p:blipFill>
        <p:spPr>
          <a:xfrm xmlns:a="http://schemas.openxmlformats.org/drawingml/2006/main">
            <a:off x="1462617" y="3848100"/>
            <a:ext cx="1018117" cy="2114550"/>
          </a:xfrm>
          <a:prstGeom xmlns:a="http://schemas.openxmlformats.org/drawingml/2006/main" prst="rect">
            <a:avLst/>
          </a:prstGeom>
        </p:spPr>
      </p:pic>
      <p:sp>
        <p:nvSpPr>
          <p:cNvPr id="19" name="对照说明">
            <a:extLst xmlns:a="http://schemas.openxmlformats.org/drawingml/2006/main">
              <a:ext uri="{FF2B5EF4-FFF2-40B4-BE49-F238E27FC236}">
                <a16:creationId xmlns:a16="http://schemas.microsoft.com/office/drawing/2014/main" id="{F6E04EB5-7622-44AD-B7A5-AA7872E9BDAF}"/>
              </a:ext>
            </a:extLst>
          </p:cNvPr>
          <p:cNvSpPr>
            <a:spLocks xmlns:a="http://schemas.openxmlformats.org/drawingml/2006/main" noGrp="1"/>
          </p:cNvSpPr>
          <p:nvPr/>
        </p:nvSpPr>
        <p:spPr>
          <a:xfrm xmlns:a="http://schemas.openxmlformats.org/drawingml/2006/main">
            <a:off x="266700" y="6000750"/>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350" b="0">
                <a:solidFill>
                  <a:srgbClr val="D80000"/>
                </a:solidFill>
                <a:latin typeface="Arial"/>
                <a:ea typeface="Microsoft YaHei"/>
                <a:cs typeface="Arial"/>
              </a:defRPr>
            </a:defPPr>
            <a:lvl1pPr algn="ctr">
              <a:defRPr sz="1350" b="0">
                <a:solidFill>
                  <a:srgbClr val="D80000"/>
                </a:solidFill>
                <a:latin typeface="Arial"/>
                <a:ea typeface="Microsoft YaHei"/>
                <a:cs typeface="Arial"/>
              </a:defRPr>
            </a:lvl1pPr>
            <a:lvl2pPr algn="ctr">
              <a:defRPr sz="1350" b="0">
                <a:solidFill>
                  <a:srgbClr val="D80000"/>
                </a:solidFill>
                <a:latin typeface="Arial"/>
                <a:ea typeface="Microsoft YaHei"/>
                <a:cs typeface="Arial"/>
              </a:defRPr>
            </a:lvl2pPr>
            <a:lvl3pPr algn="ctr">
              <a:defRPr sz="1350" b="0">
                <a:solidFill>
                  <a:srgbClr val="D80000"/>
                </a:solidFill>
                <a:latin typeface="Arial"/>
                <a:ea typeface="Microsoft YaHei"/>
                <a:cs typeface="Arial"/>
              </a:defRPr>
            </a:lvl3pPr>
            <a:lvl4pPr algn="ctr">
              <a:defRPr sz="1350" b="0">
                <a:solidFill>
                  <a:srgbClr val="D80000"/>
                </a:solidFill>
                <a:latin typeface="Arial"/>
                <a:ea typeface="Microsoft YaHei"/>
                <a:cs typeface="Arial"/>
              </a:defRPr>
            </a:lvl4pPr>
            <a:lvl5pPr algn="ctr">
              <a:defRPr sz="1350" b="0">
                <a:solidFill>
                  <a:srgbClr val="D80000"/>
                </a:solidFill>
                <a:latin typeface="Arial"/>
                <a:ea typeface="Microsoft YaHei"/>
                <a:cs typeface="Arial"/>
              </a:defRPr>
            </a:lvl5pPr>
            <a:lvl6pPr algn="ctr">
              <a:defRPr sz="1350" b="0">
                <a:solidFill>
                  <a:srgbClr val="D80000"/>
                </a:solidFill>
                <a:latin typeface="Arial"/>
                <a:ea typeface="Microsoft YaHei"/>
                <a:cs typeface="Arial"/>
              </a:defRPr>
            </a:lvl6pPr>
            <a:lvl7pPr algn="ctr">
              <a:defRPr sz="1350" b="0">
                <a:solidFill>
                  <a:srgbClr val="D80000"/>
                </a:solidFill>
                <a:latin typeface="Arial"/>
                <a:ea typeface="Microsoft YaHei"/>
                <a:cs typeface="Arial"/>
              </a:defRPr>
            </a:lvl7pPr>
            <a:lvl8pPr algn="ctr">
              <a:defRPr sz="1350" b="0">
                <a:solidFill>
                  <a:srgbClr val="D80000"/>
                </a:solidFill>
                <a:latin typeface="Arial"/>
                <a:ea typeface="Microsoft YaHei"/>
                <a:cs typeface="Arial"/>
              </a:defRPr>
            </a:lvl8pPr>
            <a:lvl9pPr algn="ctr">
              <a:defRPr sz="1350" b="0">
                <a:solidFill>
                  <a:srgbClr val="D80000"/>
                </a:solidFill>
                <a:latin typeface="Arial"/>
                <a:ea typeface="Microsoft YaHei"/>
                <a:cs typeface="Arial"/>
              </a:defRPr>
            </a:lvl9pPr>
          </a:lstStyle>
          <a:p xmlns:a="http://schemas.openxmlformats.org/drawingml/2006/main">
            <a:pPr algn="ctr">
              <a:defRPr sz="1350" b="0">
                <a:solidFill>
                  <a:srgbClr val="D80000"/>
                </a:solidFill>
                <a:latin typeface="Arial"/>
                <a:ea typeface="Microsoft YaHei"/>
                <a:cs typeface="Arial"/>
              </a:defRPr>
            </a:pPr>
            <a:r>
              <a:rPr sz="1350" b="0">
                <a:solidFill>
                  <a:srgbClr val="D80000"/>
                </a:solidFill>
                <a:latin typeface="Arial"/>
                <a:ea typeface="Microsoft YaHei"/>
                <a:cs typeface="Arial"/>
              </a:rPr>
              <a:t>同一点：人物与背包</a:t>
            </a:r>
          </a:p>
        </p:txBody>
      </p:sp>
      <p:sp>
        <p:nvSpPr>
          <p:cNvPr id="20" name="思考A分组">
            <a:extLst xmlns:a="http://schemas.openxmlformats.org/drawingml/2006/main">
              <a:ext uri="{FF2B5EF4-FFF2-40B4-BE49-F238E27FC236}">
                <a16:creationId xmlns:a16="http://schemas.microsoft.com/office/drawing/2014/main" id="{EB1C3EA8-8EE7-4CCA-A3E5-927B9A889192}"/>
              </a:ext>
            </a:extLst>
          </p:cNvPr>
          <p:cNvSpPr>
            <a:spLocks xmlns:a="http://schemas.openxmlformats.org/drawingml/2006/main" noGrp="1"/>
          </p:cNvSpPr>
          <p:nvPr/>
        </p:nvSpPr>
        <p:spPr>
          <a:xfrm xmlns:a="http://schemas.openxmlformats.org/drawingml/2006/main">
            <a:off x="2733675" y="3838575"/>
            <a:ext cx="2743200" cy="2266950"/>
          </a:xfrm>
          <a:prstGeom xmlns:a="http://schemas.openxmlformats.org/drawingml/2006/main" prst="rect">
            <a:avLst/>
          </a:prstGeom>
          <a:solidFill xmlns:a="http://schemas.openxmlformats.org/drawingml/2006/main">
            <a:srgbClr val="DAE8F5"/>
          </a:solidFill>
          <a:ln xmlns:a="http://schemas.openxmlformats.org/drawingml/2006/main" w="5715">
            <a:solidFill>
              <a:srgbClr val="AAB7C1"/>
            </a:solidFill>
            <a:prstDash val="solid"/>
          </a:ln>
        </p:spPr>
      </p:sp>
      <p:sp>
        <p:nvSpPr>
          <p:cNvPr id="21" name="思考A标题">
            <a:extLst xmlns:a="http://schemas.openxmlformats.org/drawingml/2006/main">
              <a:ext uri="{FF2B5EF4-FFF2-40B4-BE49-F238E27FC236}">
                <a16:creationId xmlns:a16="http://schemas.microsoft.com/office/drawing/2014/main" id="{238C1EF8-C84B-41DC-8EFC-6172D2FF9C26}"/>
              </a:ext>
            </a:extLst>
          </p:cNvPr>
          <p:cNvSpPr>
            <a:spLocks xmlns:a="http://schemas.openxmlformats.org/drawingml/2006/main" noGrp="1"/>
          </p:cNvSpPr>
          <p:nvPr/>
        </p:nvSpPr>
        <p:spPr>
          <a:xfrm xmlns:a="http://schemas.openxmlformats.org/drawingml/2006/main">
            <a:off x="2847975" y="396240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1010CF"/>
                </a:solidFill>
                <a:latin typeface="Arial"/>
                <a:ea typeface="Microsoft YaHei"/>
                <a:cs typeface="Arial"/>
              </a:defRPr>
            </a:defPPr>
            <a:lvl1pPr algn="l">
              <a:defRPr sz="2175" b="1">
                <a:solidFill>
                  <a:srgbClr val="1010CF"/>
                </a:solidFill>
                <a:latin typeface="Arial"/>
                <a:ea typeface="Microsoft YaHei"/>
                <a:cs typeface="Arial"/>
              </a:defRPr>
            </a:lvl1pPr>
            <a:lvl2pPr algn="l">
              <a:defRPr sz="2175" b="1">
                <a:solidFill>
                  <a:srgbClr val="1010CF"/>
                </a:solidFill>
                <a:latin typeface="Arial"/>
                <a:ea typeface="Microsoft YaHei"/>
                <a:cs typeface="Arial"/>
              </a:defRPr>
            </a:lvl2pPr>
            <a:lvl3pPr algn="l">
              <a:defRPr sz="2175" b="1">
                <a:solidFill>
                  <a:srgbClr val="1010CF"/>
                </a:solidFill>
                <a:latin typeface="Arial"/>
                <a:ea typeface="Microsoft YaHei"/>
                <a:cs typeface="Arial"/>
              </a:defRPr>
            </a:lvl3pPr>
            <a:lvl4pPr algn="l">
              <a:defRPr sz="2175" b="1">
                <a:solidFill>
                  <a:srgbClr val="1010CF"/>
                </a:solidFill>
                <a:latin typeface="Arial"/>
                <a:ea typeface="Microsoft YaHei"/>
                <a:cs typeface="Arial"/>
              </a:defRPr>
            </a:lvl4pPr>
            <a:lvl5pPr algn="l">
              <a:defRPr sz="2175" b="1">
                <a:solidFill>
                  <a:srgbClr val="1010CF"/>
                </a:solidFill>
                <a:latin typeface="Arial"/>
                <a:ea typeface="Microsoft YaHei"/>
                <a:cs typeface="Arial"/>
              </a:defRPr>
            </a:lvl5pPr>
            <a:lvl6pPr algn="l">
              <a:defRPr sz="2175" b="1">
                <a:solidFill>
                  <a:srgbClr val="1010CF"/>
                </a:solidFill>
                <a:latin typeface="Arial"/>
                <a:ea typeface="Microsoft YaHei"/>
                <a:cs typeface="Arial"/>
              </a:defRPr>
            </a:lvl6pPr>
            <a:lvl7pPr algn="l">
              <a:defRPr sz="2175" b="1">
                <a:solidFill>
                  <a:srgbClr val="1010CF"/>
                </a:solidFill>
                <a:latin typeface="Arial"/>
                <a:ea typeface="Microsoft YaHei"/>
                <a:cs typeface="Arial"/>
              </a:defRPr>
            </a:lvl7pPr>
            <a:lvl8pPr algn="l">
              <a:defRPr sz="2175" b="1">
                <a:solidFill>
                  <a:srgbClr val="1010CF"/>
                </a:solidFill>
                <a:latin typeface="Arial"/>
                <a:ea typeface="Microsoft YaHei"/>
                <a:cs typeface="Arial"/>
              </a:defRPr>
            </a:lvl8pPr>
            <a:lvl9pPr algn="l">
              <a:defRPr sz="2175" b="1">
                <a:solidFill>
                  <a:srgbClr val="1010CF"/>
                </a:solidFill>
                <a:latin typeface="Arial"/>
                <a:ea typeface="Microsoft YaHei"/>
                <a:cs typeface="Arial"/>
              </a:defRPr>
            </a:lvl9pPr>
          </a:lstStyle>
          <a:p xmlns:a="http://schemas.openxmlformats.org/drawingml/2006/main">
            <a:pPr algn="l">
              <a:defRPr sz="2175" b="1">
                <a:solidFill>
                  <a:srgbClr val="1010CF"/>
                </a:solidFill>
                <a:latin typeface="Arial"/>
                <a:ea typeface="Microsoft YaHei"/>
                <a:cs typeface="Arial"/>
              </a:defRPr>
            </a:pPr>
            <a:r>
              <a:rPr sz="2175" b="1">
                <a:solidFill>
                  <a:srgbClr val="1010CF"/>
                </a:solidFill>
                <a:latin typeface="Arial"/>
                <a:ea typeface="Microsoft YaHei"/>
                <a:cs typeface="Arial"/>
              </a:rPr>
              <a:t>思考 A：</a:t>
            </a:r>
          </a:p>
        </p:txBody>
      </p:sp>
      <p:sp>
        <p:nvSpPr>
          <p:cNvPr id="22" name="思考A正文">
            <a:extLst xmlns:a="http://schemas.openxmlformats.org/drawingml/2006/main">
              <a:ext uri="{FF2B5EF4-FFF2-40B4-BE49-F238E27FC236}">
                <a16:creationId xmlns:a16="http://schemas.microsoft.com/office/drawing/2014/main" id="{E4BB76E1-A6E6-429C-9E56-6E623AC29280}"/>
              </a:ext>
            </a:extLst>
          </p:cNvPr>
          <p:cNvSpPr>
            <a:spLocks xmlns:a="http://schemas.openxmlformats.org/drawingml/2006/main" noGrp="1"/>
          </p:cNvSpPr>
          <p:nvPr/>
        </p:nvSpPr>
        <p:spPr>
          <a:xfrm xmlns:a="http://schemas.openxmlformats.org/drawingml/2006/main">
            <a:off x="2857500" y="4457700"/>
            <a:ext cx="2457450" cy="1514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111111"/>
                </a:solidFill>
                <a:latin typeface="Arial"/>
                <a:ea typeface="Microsoft YaHei"/>
                <a:cs typeface="Arial"/>
              </a:defRPr>
            </a:defPPr>
            <a:lvl1pPr algn="l">
              <a:defRPr sz="1800" b="0">
                <a:solidFill>
                  <a:srgbClr val="111111"/>
                </a:solidFill>
                <a:latin typeface="Arial"/>
                <a:ea typeface="Microsoft YaHei"/>
                <a:cs typeface="Arial"/>
              </a:defRPr>
            </a:lvl1pPr>
            <a:lvl2pPr algn="l">
              <a:defRPr sz="1800" b="0">
                <a:solidFill>
                  <a:srgbClr val="111111"/>
                </a:solidFill>
                <a:latin typeface="Arial"/>
                <a:ea typeface="Microsoft YaHei"/>
                <a:cs typeface="Arial"/>
              </a:defRPr>
            </a:lvl2pPr>
            <a:lvl3pPr algn="l">
              <a:defRPr sz="1800" b="0">
                <a:solidFill>
                  <a:srgbClr val="111111"/>
                </a:solidFill>
                <a:latin typeface="Arial"/>
                <a:ea typeface="Microsoft YaHei"/>
                <a:cs typeface="Arial"/>
              </a:defRPr>
            </a:lvl3pPr>
            <a:lvl4pPr algn="l">
              <a:defRPr sz="1800" b="0">
                <a:solidFill>
                  <a:srgbClr val="111111"/>
                </a:solidFill>
                <a:latin typeface="Arial"/>
                <a:ea typeface="Microsoft YaHei"/>
                <a:cs typeface="Arial"/>
              </a:defRPr>
            </a:lvl4pPr>
            <a:lvl5pPr algn="l">
              <a:defRPr sz="1800" b="0">
                <a:solidFill>
                  <a:srgbClr val="111111"/>
                </a:solidFill>
                <a:latin typeface="Arial"/>
                <a:ea typeface="Microsoft YaHei"/>
                <a:cs typeface="Arial"/>
              </a:defRPr>
            </a:lvl5pPr>
            <a:lvl6pPr algn="l">
              <a:defRPr sz="1800" b="0">
                <a:solidFill>
                  <a:srgbClr val="111111"/>
                </a:solidFill>
                <a:latin typeface="Arial"/>
                <a:ea typeface="Microsoft YaHei"/>
                <a:cs typeface="Arial"/>
              </a:defRPr>
            </a:lvl6pPr>
            <a:lvl7pPr algn="l">
              <a:defRPr sz="1800" b="0">
                <a:solidFill>
                  <a:srgbClr val="111111"/>
                </a:solidFill>
                <a:latin typeface="Arial"/>
                <a:ea typeface="Microsoft YaHei"/>
                <a:cs typeface="Arial"/>
              </a:defRPr>
            </a:lvl7pPr>
            <a:lvl8pPr algn="l">
              <a:defRPr sz="1800" b="0">
                <a:solidFill>
                  <a:srgbClr val="111111"/>
                </a:solidFill>
                <a:latin typeface="Arial"/>
                <a:ea typeface="Microsoft YaHei"/>
                <a:cs typeface="Arial"/>
              </a:defRPr>
            </a:lvl8pPr>
            <a:lvl9pPr algn="l">
              <a:defRPr sz="1800" b="0">
                <a:solidFill>
                  <a:srgbClr val="111111"/>
                </a:solidFill>
                <a:latin typeface="Arial"/>
                <a:ea typeface="Microsoft YaHei"/>
                <a:cs typeface="Arial"/>
              </a:defRPr>
            </a:lvl9pPr>
          </a:lstStyle>
          <a:p xmlns:a="http://schemas.openxmlformats.org/drawingml/2006/main">
            <a:pPr algn="l">
              <a:defRPr sz="1800" b="0">
                <a:solidFill>
                  <a:srgbClr val="111111"/>
                </a:solidFill>
                <a:latin typeface="Arial"/>
                <a:ea typeface="Microsoft YaHei"/>
                <a:cs typeface="Arial"/>
              </a:defRPr>
            </a:pPr>
            <a:r>
              <a:t>同一点可能指向</a:t>
            </a:r>
            <a:r>
              <a:rPr b="0">
                <a:solidFill>
                  <a:srgbClr val="D80000"/>
                </a:solidFill>
                <a:latin typeface="Arial"/>
                <a:ea typeface="Microsoft YaHei"/>
                <a:cs typeface="Arial"/>
              </a:rPr>
              <a:t>整体、</a:t>
            </a:r>
            <a:br>
              <a:rPr b="0">
                <a:solidFill>
                  <a:srgbClr val="D80000"/>
                </a:solidFill>
                <a:latin typeface="Arial"/>
                <a:ea typeface="Microsoft YaHei"/>
                <a:cs typeface="Arial"/>
              </a:rPr>
            </a:br>
            <a:r>
              <a:rPr b="0">
                <a:solidFill>
                  <a:srgbClr val="D80000"/>
                </a:solidFill>
                <a:latin typeface="Arial"/>
                <a:ea typeface="Microsoft YaHei"/>
                <a:cs typeface="Arial"/>
              </a:rPr>
              <a:t>部件或子部件</a:t>
            </a:r>
            <a:r>
              <a:t>。</a:t>
            </a:r>
            <a:br/>
            <a:r>
              <a:t>为不同粒度保留多个</a:t>
            </a:r>
            <a:br/>
            <a:r>
              <a:t>候选，避免只输出一个</a:t>
            </a:r>
            <a:br/>
            <a:r>
              <a:t>边界。</a:t>
            </a:r>
          </a:p>
        </p:txBody>
      </p:sp>
      <p:pic>
        <p:nvPicPr>
          <p:cNvPr id="23" name="">
            <a:extLst xmlns:a="http://schemas.openxmlformats.org/drawingml/2006/main">
              <a:ext uri="{FF2B5EF4-FFF2-40B4-BE49-F238E27FC236}">
                <a16:creationId xmlns:a16="http://schemas.microsoft.com/office/drawing/2014/main" id="{000C33FF-0D09-4DC6-95D2-6EA982D15375}"/>
              </a:ext>
            </a:extLst>
          </p:cNvPr>
          <p:cNvPicPr>
            <a:picLocks xmlns:a="http://schemas.openxmlformats.org/drawingml/2006/main" noChangeAspect="1"/>
          </p:cNvPicPr>
          <p:nvPr/>
        </p:nvPicPr>
        <p:blipFill>
          <a:blip xmlns:r="http://schemas.openxmlformats.org/officeDocument/2006/relationships" xmlns:a="http://schemas.openxmlformats.org/drawingml/2006/main" r:embed="R56ae65033006442f"/>
          <a:stretch xmlns:a="http://schemas.openxmlformats.org/drawingml/2006/main"/>
        </p:blipFill>
        <p:spPr>
          <a:xfrm xmlns:a="http://schemas.openxmlformats.org/drawingml/2006/main">
            <a:off x="6029325" y="3709064"/>
            <a:ext cx="5686425" cy="1125797"/>
          </a:xfrm>
          <a:prstGeom xmlns:a="http://schemas.openxmlformats.org/drawingml/2006/main" prst="rect">
            <a:avLst/>
          </a:prstGeom>
        </p:spPr>
      </p:pic>
      <p:sp>
        <p:nvSpPr>
          <p:cNvPr id="24" name="监督选择">
            <a:extLst xmlns:a="http://schemas.openxmlformats.org/drawingml/2006/main">
              <a:ext uri="{FF2B5EF4-FFF2-40B4-BE49-F238E27FC236}">
                <a16:creationId xmlns:a16="http://schemas.microsoft.com/office/drawing/2014/main" id="{843F699F-7C78-4A5D-BA4D-4325566E3A76}"/>
              </a:ext>
            </a:extLst>
          </p:cNvPr>
          <p:cNvSpPr>
            <a:spLocks xmlns:a="http://schemas.openxmlformats.org/drawingml/2006/main" noGrp="1"/>
          </p:cNvSpPr>
          <p:nvPr/>
        </p:nvSpPr>
        <p:spPr>
          <a:xfrm xmlns:a="http://schemas.openxmlformats.org/drawingml/2006/main">
            <a:off x="6067425" y="5086350"/>
            <a:ext cx="56292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1650" b="1">
                <a:solidFill>
                  <a:srgbClr val="111111"/>
                </a:solidFill>
                <a:latin typeface="Arial"/>
                <a:ea typeface="Microsoft YaHei"/>
                <a:cs typeface="Arial"/>
              </a:defRPr>
            </a:defPPr>
            <a:lvl1pPr algn="ctr">
              <a:defRPr sz="1650" b="1">
                <a:solidFill>
                  <a:srgbClr val="111111"/>
                </a:solidFill>
                <a:latin typeface="Arial"/>
                <a:ea typeface="Microsoft YaHei"/>
                <a:cs typeface="Arial"/>
              </a:defRPr>
            </a:lvl1pPr>
            <a:lvl2pPr algn="ctr">
              <a:defRPr sz="1650" b="1">
                <a:solidFill>
                  <a:srgbClr val="111111"/>
                </a:solidFill>
                <a:latin typeface="Arial"/>
                <a:ea typeface="Microsoft YaHei"/>
                <a:cs typeface="Arial"/>
              </a:defRPr>
            </a:lvl2pPr>
            <a:lvl3pPr algn="ctr">
              <a:defRPr sz="1650" b="1">
                <a:solidFill>
                  <a:srgbClr val="111111"/>
                </a:solidFill>
                <a:latin typeface="Arial"/>
                <a:ea typeface="Microsoft YaHei"/>
                <a:cs typeface="Arial"/>
              </a:defRPr>
            </a:lvl3pPr>
            <a:lvl4pPr algn="ctr">
              <a:defRPr sz="1650" b="1">
                <a:solidFill>
                  <a:srgbClr val="111111"/>
                </a:solidFill>
                <a:latin typeface="Arial"/>
                <a:ea typeface="Microsoft YaHei"/>
                <a:cs typeface="Arial"/>
              </a:defRPr>
            </a:lvl4pPr>
            <a:lvl5pPr algn="ctr">
              <a:defRPr sz="1650" b="1">
                <a:solidFill>
                  <a:srgbClr val="111111"/>
                </a:solidFill>
                <a:latin typeface="Arial"/>
                <a:ea typeface="Microsoft YaHei"/>
                <a:cs typeface="Arial"/>
              </a:defRPr>
            </a:lvl5pPr>
            <a:lvl6pPr algn="ctr">
              <a:defRPr sz="1650" b="1">
                <a:solidFill>
                  <a:srgbClr val="111111"/>
                </a:solidFill>
                <a:latin typeface="Arial"/>
                <a:ea typeface="Microsoft YaHei"/>
                <a:cs typeface="Arial"/>
              </a:defRPr>
            </a:lvl6pPr>
            <a:lvl7pPr algn="ctr">
              <a:defRPr sz="1650" b="1">
                <a:solidFill>
                  <a:srgbClr val="111111"/>
                </a:solidFill>
                <a:latin typeface="Arial"/>
                <a:ea typeface="Microsoft YaHei"/>
                <a:cs typeface="Arial"/>
              </a:defRPr>
            </a:lvl7pPr>
            <a:lvl8pPr algn="ctr">
              <a:defRPr sz="1650" b="1">
                <a:solidFill>
                  <a:srgbClr val="111111"/>
                </a:solidFill>
                <a:latin typeface="Arial"/>
                <a:ea typeface="Microsoft YaHei"/>
                <a:cs typeface="Arial"/>
              </a:defRPr>
            </a:lvl8pPr>
            <a:lvl9pPr algn="ctr">
              <a:defRPr sz="1650" b="1">
                <a:solidFill>
                  <a:srgbClr val="111111"/>
                </a:solidFill>
                <a:latin typeface="Arial"/>
                <a:ea typeface="Microsoft YaHei"/>
                <a:cs typeface="Arial"/>
              </a:defRPr>
            </a:lvl9pPr>
          </a:lstStyle>
          <a:p xmlns:a="http://schemas.openxmlformats.org/drawingml/2006/main">
            <a:pPr algn="ctr">
              <a:defRPr sz="1650" b="1">
                <a:solidFill>
                  <a:srgbClr val="111111"/>
                </a:solidFill>
                <a:latin typeface="Arial"/>
                <a:ea typeface="Microsoft YaHei"/>
                <a:cs typeface="Arial"/>
              </a:defRPr>
            </a:pPr>
            <a:r>
              <a:rPr sz="1650" b="1">
                <a:solidFill>
                  <a:srgbClr val="111111"/>
                </a:solidFill>
                <a:latin typeface="Arial"/>
                <a:ea typeface="Microsoft YaHei"/>
                <a:cs typeface="Arial"/>
              </a:rPr>
              <a:t>L = min (L₁, L₂, L₃)    ·    候选质量：预测 IoU</a:t>
            </a:r>
          </a:p>
        </p:txBody>
      </p:sp>
      <p:sp>
        <p:nvSpPr>
          <p:cNvPr id="25" name="思考B分组">
            <a:extLst xmlns:a="http://schemas.openxmlformats.org/drawingml/2006/main">
              <a:ext uri="{FF2B5EF4-FFF2-40B4-BE49-F238E27FC236}">
                <a16:creationId xmlns:a16="http://schemas.microsoft.com/office/drawing/2014/main" id="{C09A77B4-07C5-4DBF-BB11-CFA54835ECA9}"/>
              </a:ext>
            </a:extLst>
          </p:cNvPr>
          <p:cNvSpPr>
            <a:spLocks xmlns:a="http://schemas.openxmlformats.org/drawingml/2006/main" noGrp="1"/>
          </p:cNvSpPr>
          <p:nvPr/>
        </p:nvSpPr>
        <p:spPr>
          <a:xfrm xmlns:a="http://schemas.openxmlformats.org/drawingml/2006/main">
            <a:off x="5857875" y="5410200"/>
            <a:ext cx="6096000" cy="704850"/>
          </a:xfrm>
          <a:prstGeom xmlns:a="http://schemas.openxmlformats.org/drawingml/2006/main" prst="rect">
            <a:avLst/>
          </a:prstGeom>
          <a:solidFill xmlns:a="http://schemas.openxmlformats.org/drawingml/2006/main">
            <a:srgbClr val="DAE8F5"/>
          </a:solidFill>
          <a:ln xmlns:a="http://schemas.openxmlformats.org/drawingml/2006/main" w="5715">
            <a:solidFill>
              <a:srgbClr val="AAB7C1"/>
            </a:solidFill>
            <a:prstDash val="solid"/>
          </a:ln>
        </p:spPr>
      </p:sp>
      <p:sp>
        <p:nvSpPr>
          <p:cNvPr id="26" name="思考B正文">
            <a:extLst xmlns:a="http://schemas.openxmlformats.org/drawingml/2006/main">
              <a:ext uri="{FF2B5EF4-FFF2-40B4-BE49-F238E27FC236}">
                <a16:creationId xmlns:a16="http://schemas.microsoft.com/office/drawing/2014/main" id="{BBEF4EA1-302B-4B9D-BE40-6F8AFE6AB1A6}"/>
              </a:ext>
            </a:extLst>
          </p:cNvPr>
          <p:cNvSpPr>
            <a:spLocks xmlns:a="http://schemas.openxmlformats.org/drawingml/2006/main" noGrp="1"/>
          </p:cNvSpPr>
          <p:nvPr/>
        </p:nvSpPr>
        <p:spPr>
          <a:xfrm xmlns:a="http://schemas.openxmlformats.org/drawingml/2006/main">
            <a:off x="5991225" y="5467350"/>
            <a:ext cx="5829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111111"/>
                </a:solidFill>
                <a:latin typeface="Arial"/>
                <a:ea typeface="Microsoft YaHei"/>
                <a:cs typeface="Arial"/>
              </a:defRPr>
            </a:defPPr>
            <a:lvl1pPr algn="l">
              <a:defRPr sz="1725" b="0">
                <a:solidFill>
                  <a:srgbClr val="111111"/>
                </a:solidFill>
                <a:latin typeface="Arial"/>
                <a:ea typeface="Microsoft YaHei"/>
                <a:cs typeface="Arial"/>
              </a:defRPr>
            </a:lvl1pPr>
            <a:lvl2pPr algn="l">
              <a:defRPr sz="1725" b="0">
                <a:solidFill>
                  <a:srgbClr val="111111"/>
                </a:solidFill>
                <a:latin typeface="Arial"/>
                <a:ea typeface="Microsoft YaHei"/>
                <a:cs typeface="Arial"/>
              </a:defRPr>
            </a:lvl2pPr>
            <a:lvl3pPr algn="l">
              <a:defRPr sz="1725" b="0">
                <a:solidFill>
                  <a:srgbClr val="111111"/>
                </a:solidFill>
                <a:latin typeface="Arial"/>
                <a:ea typeface="Microsoft YaHei"/>
                <a:cs typeface="Arial"/>
              </a:defRPr>
            </a:lvl3pPr>
            <a:lvl4pPr algn="l">
              <a:defRPr sz="1725" b="0">
                <a:solidFill>
                  <a:srgbClr val="111111"/>
                </a:solidFill>
                <a:latin typeface="Arial"/>
                <a:ea typeface="Microsoft YaHei"/>
                <a:cs typeface="Arial"/>
              </a:defRPr>
            </a:lvl4pPr>
            <a:lvl5pPr algn="l">
              <a:defRPr sz="1725" b="0">
                <a:solidFill>
                  <a:srgbClr val="111111"/>
                </a:solidFill>
                <a:latin typeface="Arial"/>
                <a:ea typeface="Microsoft YaHei"/>
                <a:cs typeface="Arial"/>
              </a:defRPr>
            </a:lvl5pPr>
            <a:lvl6pPr algn="l">
              <a:defRPr sz="1725" b="0">
                <a:solidFill>
                  <a:srgbClr val="111111"/>
                </a:solidFill>
                <a:latin typeface="Arial"/>
                <a:ea typeface="Microsoft YaHei"/>
                <a:cs typeface="Arial"/>
              </a:defRPr>
            </a:lvl6pPr>
            <a:lvl7pPr algn="l">
              <a:defRPr sz="1725" b="0">
                <a:solidFill>
                  <a:srgbClr val="111111"/>
                </a:solidFill>
                <a:latin typeface="Arial"/>
                <a:ea typeface="Microsoft YaHei"/>
                <a:cs typeface="Arial"/>
              </a:defRPr>
            </a:lvl7pPr>
            <a:lvl8pPr algn="l">
              <a:defRPr sz="1725" b="0">
                <a:solidFill>
                  <a:srgbClr val="111111"/>
                </a:solidFill>
                <a:latin typeface="Arial"/>
                <a:ea typeface="Microsoft YaHei"/>
                <a:cs typeface="Arial"/>
              </a:defRPr>
            </a:lvl8pPr>
            <a:lvl9pPr algn="l">
              <a:defRPr sz="1725" b="0">
                <a:solidFill>
                  <a:srgbClr val="111111"/>
                </a:solidFill>
                <a:latin typeface="Arial"/>
                <a:ea typeface="Microsoft YaHei"/>
                <a:cs typeface="Arial"/>
              </a:defRPr>
            </a:lvl9pPr>
          </a:lstStyle>
          <a:p xmlns:a="http://schemas.openxmlformats.org/drawingml/2006/main">
            <a:pPr algn="l">
              <a:defRPr sz="1725" b="0">
                <a:solidFill>
                  <a:srgbClr val="111111"/>
                </a:solidFill>
                <a:latin typeface="Arial"/>
                <a:ea typeface="Microsoft YaHei"/>
                <a:cs typeface="Arial"/>
              </a:defRPr>
            </a:pPr>
            <a:r>
              <a:rPr b="1">
                <a:solidFill>
                  <a:srgbClr val="1010CF"/>
                </a:solidFill>
                <a:latin typeface="Arial"/>
                <a:ea typeface="Microsoft YaHei"/>
                <a:cs typeface="Arial"/>
              </a:rPr>
              <a:t>思考 B：</a:t>
            </a:r>
            <a:r>
              <a:t>只反传</a:t>
            </a:r>
            <a:r>
              <a:rPr b="0">
                <a:solidFill>
                  <a:srgbClr val="D80000"/>
                </a:solidFill>
                <a:latin typeface="Arial"/>
                <a:ea typeface="Microsoft YaHei"/>
                <a:cs typeface="Arial"/>
              </a:rPr>
              <a:t>最小候选损失</a:t>
            </a:r>
            <a:r>
              <a:t>，并学习质量评分；</a:t>
            </a:r>
            <a:br/>
            <a:r>
              <a:t>推理时根据预测分数排序，保留可选择的多个掩码。</a:t>
            </a:r>
          </a:p>
        </p:txBody>
      </p:sp>
      <p:sp>
        <p:nvSpPr>
          <p:cNvPr id="27" name="目标条">
            <a:extLst xmlns:a="http://schemas.openxmlformats.org/drawingml/2006/main">
              <a:ext uri="{FF2B5EF4-FFF2-40B4-BE49-F238E27FC236}">
                <a16:creationId xmlns:a16="http://schemas.microsoft.com/office/drawing/2014/main" id="{0E2B4E8A-983D-487E-96EA-E7CEB51B9850}"/>
              </a:ext>
            </a:extLst>
          </p:cNvPr>
          <p:cNvSpPr>
            <a:spLocks xmlns:a="http://schemas.openxmlformats.org/drawingml/2006/main" noGrp="1"/>
          </p:cNvSpPr>
          <p:nvPr/>
        </p:nvSpPr>
        <p:spPr>
          <a:xfrm xmlns:a="http://schemas.openxmlformats.org/drawingml/2006/main">
            <a:off x="266700" y="6276975"/>
            <a:ext cx="11687175" cy="400050"/>
          </a:xfrm>
          <a:prstGeom xmlns:a="http://schemas.openxmlformats.org/drawingml/2006/main" prst="rect">
            <a:avLst/>
          </a:prstGeom>
          <a:solidFill xmlns:a="http://schemas.openxmlformats.org/drawingml/2006/main">
            <a:srgbClr val="FBE3D6"/>
          </a:solidFill>
          <a:ln xmlns:a="http://schemas.openxmlformats.org/drawingml/2006/main" w="0">
            <a:noFill/>
            <a:prstDash val="solid"/>
          </a:ln>
        </p:spPr>
      </p:sp>
      <p:sp>
        <p:nvSpPr>
          <p:cNvPr id="28" name="目标正文">
            <a:extLst xmlns:a="http://schemas.openxmlformats.org/drawingml/2006/main">
              <a:ext uri="{FF2B5EF4-FFF2-40B4-BE49-F238E27FC236}">
                <a16:creationId xmlns:a16="http://schemas.microsoft.com/office/drawing/2014/main" id="{4127B8DB-2A41-4125-A837-B82D5E17D950}"/>
              </a:ext>
            </a:extLst>
          </p:cNvPr>
          <p:cNvSpPr>
            <a:spLocks xmlns:a="http://schemas.openxmlformats.org/drawingml/2006/main" noGrp="1"/>
          </p:cNvSpPr>
          <p:nvPr/>
        </p:nvSpPr>
        <p:spPr>
          <a:xfrm xmlns:a="http://schemas.openxmlformats.org/drawingml/2006/main">
            <a:off x="381000" y="6276975"/>
            <a:ext cx="114585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ctr">
              <a:defRPr sz="2025" b="1">
                <a:solidFill>
                  <a:srgbClr val="111111"/>
                </a:solidFill>
                <a:latin typeface="Arial"/>
                <a:ea typeface="Microsoft YaHei"/>
                <a:cs typeface="Arial"/>
              </a:defRPr>
            </a:defPPr>
            <a:lvl1pPr algn="ctr">
              <a:defRPr sz="2025" b="1">
                <a:solidFill>
                  <a:srgbClr val="111111"/>
                </a:solidFill>
                <a:latin typeface="Arial"/>
                <a:ea typeface="Microsoft YaHei"/>
                <a:cs typeface="Arial"/>
              </a:defRPr>
            </a:lvl1pPr>
            <a:lvl2pPr algn="ctr">
              <a:defRPr sz="2025" b="1">
                <a:solidFill>
                  <a:srgbClr val="111111"/>
                </a:solidFill>
                <a:latin typeface="Arial"/>
                <a:ea typeface="Microsoft YaHei"/>
                <a:cs typeface="Arial"/>
              </a:defRPr>
            </a:lvl2pPr>
            <a:lvl3pPr algn="ctr">
              <a:defRPr sz="2025" b="1">
                <a:solidFill>
                  <a:srgbClr val="111111"/>
                </a:solidFill>
                <a:latin typeface="Arial"/>
                <a:ea typeface="Microsoft YaHei"/>
                <a:cs typeface="Arial"/>
              </a:defRPr>
            </a:lvl3pPr>
            <a:lvl4pPr algn="ctr">
              <a:defRPr sz="2025" b="1">
                <a:solidFill>
                  <a:srgbClr val="111111"/>
                </a:solidFill>
                <a:latin typeface="Arial"/>
                <a:ea typeface="Microsoft YaHei"/>
                <a:cs typeface="Arial"/>
              </a:defRPr>
            </a:lvl4pPr>
            <a:lvl5pPr algn="ctr">
              <a:defRPr sz="2025" b="1">
                <a:solidFill>
                  <a:srgbClr val="111111"/>
                </a:solidFill>
                <a:latin typeface="Arial"/>
                <a:ea typeface="Microsoft YaHei"/>
                <a:cs typeface="Arial"/>
              </a:defRPr>
            </a:lvl5pPr>
            <a:lvl6pPr algn="ctr">
              <a:defRPr sz="2025" b="1">
                <a:solidFill>
                  <a:srgbClr val="111111"/>
                </a:solidFill>
                <a:latin typeface="Arial"/>
                <a:ea typeface="Microsoft YaHei"/>
                <a:cs typeface="Arial"/>
              </a:defRPr>
            </a:lvl6pPr>
            <a:lvl7pPr algn="ctr">
              <a:defRPr sz="2025" b="1">
                <a:solidFill>
                  <a:srgbClr val="111111"/>
                </a:solidFill>
                <a:latin typeface="Arial"/>
                <a:ea typeface="Microsoft YaHei"/>
                <a:cs typeface="Arial"/>
              </a:defRPr>
            </a:lvl7pPr>
            <a:lvl8pPr algn="ctr">
              <a:defRPr sz="2025" b="1">
                <a:solidFill>
                  <a:srgbClr val="111111"/>
                </a:solidFill>
                <a:latin typeface="Arial"/>
                <a:ea typeface="Microsoft YaHei"/>
                <a:cs typeface="Arial"/>
              </a:defRPr>
            </a:lvl8pPr>
            <a:lvl9pPr algn="ctr">
              <a:defRPr sz="2025" b="1">
                <a:solidFill>
                  <a:srgbClr val="111111"/>
                </a:solidFill>
                <a:latin typeface="Arial"/>
                <a:ea typeface="Microsoft YaHei"/>
                <a:cs typeface="Arial"/>
              </a:defRPr>
            </a:lvl9pPr>
          </a:lstStyle>
          <a:p xmlns:a="http://schemas.openxmlformats.org/drawingml/2006/main">
            <a:pPr algn="ctr">
              <a:defRPr sz="2025" b="1">
                <a:solidFill>
                  <a:srgbClr val="111111"/>
                </a:solidFill>
                <a:latin typeface="Arial"/>
                <a:ea typeface="Microsoft YaHei"/>
                <a:cs typeface="Arial"/>
              </a:defRPr>
            </a:pPr>
            <a:r>
              <a:t>目标：为有歧义的提示生成</a:t>
            </a:r>
            <a:r>
              <a:rPr b="1">
                <a:solidFill>
                  <a:srgbClr val="D80000"/>
                </a:solidFill>
                <a:latin typeface="Arial"/>
                <a:ea typeface="Microsoft YaHei"/>
                <a:cs typeface="Arial"/>
              </a:rPr>
              <a:t>多个有效掩码</a:t>
            </a:r>
            <a:r>
              <a:t>，并学习</a:t>
            </a:r>
            <a:r>
              <a:rPr b="1">
                <a:solidFill>
                  <a:srgbClr val="D80000"/>
                </a:solidFill>
                <a:latin typeface="Arial"/>
                <a:ea typeface="Microsoft YaHei"/>
                <a:cs typeface="Arial"/>
              </a:rPr>
              <a:t>候选质量排序</a:t>
            </a:r>
          </a:p>
        </p:txBody>
      </p:sp>
      <p:sp>
        <p:nvSpPr>
          <p:cNvPr id="29" name="source">
            <a:extLst xmlns:a="http://schemas.openxmlformats.org/drawingml/2006/main">
              <a:ext uri="{FF2B5EF4-FFF2-40B4-BE49-F238E27FC236}">
                <a16:creationId xmlns:a16="http://schemas.microsoft.com/office/drawing/2014/main" id="{A3A10BF3-F5B3-4CDB-978C-B346EE8B1FF3}"/>
              </a:ext>
            </a:extLst>
          </p:cNvPr>
          <p:cNvSpPr>
            <a:spLocks xmlns:a="http://schemas.openxmlformats.org/drawingml/2006/main" noGrp="1"/>
          </p:cNvSpPr>
          <p:nvPr/>
        </p:nvSpPr>
        <p:spPr>
          <a:xfrm xmlns:a="http://schemas.openxmlformats.org/drawingml/2006/main">
            <a:off x="276225" y="6715125"/>
            <a:ext cx="11049000" cy="123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825" b="0">
                <a:solidFill>
                  <a:srgbClr val="737373"/>
                </a:solidFill>
                <a:latin typeface="Arial"/>
                <a:ea typeface="Microsoft YaHei"/>
                <a:cs typeface="Arial"/>
              </a:defRPr>
            </a:defPPr>
            <a:lvl1pPr algn="l">
              <a:defRPr sz="825" b="0">
                <a:solidFill>
                  <a:srgbClr val="737373"/>
                </a:solidFill>
                <a:latin typeface="Arial"/>
                <a:ea typeface="Microsoft YaHei"/>
                <a:cs typeface="Arial"/>
              </a:defRPr>
            </a:lvl1pPr>
            <a:lvl2pPr algn="l">
              <a:defRPr sz="825" b="0">
                <a:solidFill>
                  <a:srgbClr val="737373"/>
                </a:solidFill>
                <a:latin typeface="Arial"/>
                <a:ea typeface="Microsoft YaHei"/>
                <a:cs typeface="Arial"/>
              </a:defRPr>
            </a:lvl2pPr>
            <a:lvl3pPr algn="l">
              <a:defRPr sz="825" b="0">
                <a:solidFill>
                  <a:srgbClr val="737373"/>
                </a:solidFill>
                <a:latin typeface="Arial"/>
                <a:ea typeface="Microsoft YaHei"/>
                <a:cs typeface="Arial"/>
              </a:defRPr>
            </a:lvl3pPr>
            <a:lvl4pPr algn="l">
              <a:defRPr sz="825" b="0">
                <a:solidFill>
                  <a:srgbClr val="737373"/>
                </a:solidFill>
                <a:latin typeface="Arial"/>
                <a:ea typeface="Microsoft YaHei"/>
                <a:cs typeface="Arial"/>
              </a:defRPr>
            </a:lvl4pPr>
            <a:lvl5pPr algn="l">
              <a:defRPr sz="825" b="0">
                <a:solidFill>
                  <a:srgbClr val="737373"/>
                </a:solidFill>
                <a:latin typeface="Arial"/>
                <a:ea typeface="Microsoft YaHei"/>
                <a:cs typeface="Arial"/>
              </a:defRPr>
            </a:lvl5pPr>
            <a:lvl6pPr algn="l">
              <a:defRPr sz="825" b="0">
                <a:solidFill>
                  <a:srgbClr val="737373"/>
                </a:solidFill>
                <a:latin typeface="Arial"/>
                <a:ea typeface="Microsoft YaHei"/>
                <a:cs typeface="Arial"/>
              </a:defRPr>
            </a:lvl6pPr>
            <a:lvl7pPr algn="l">
              <a:defRPr sz="825" b="0">
                <a:solidFill>
                  <a:srgbClr val="737373"/>
                </a:solidFill>
                <a:latin typeface="Arial"/>
                <a:ea typeface="Microsoft YaHei"/>
                <a:cs typeface="Arial"/>
              </a:defRPr>
            </a:lvl7pPr>
            <a:lvl8pPr algn="l">
              <a:defRPr sz="825" b="0">
                <a:solidFill>
                  <a:srgbClr val="737373"/>
                </a:solidFill>
                <a:latin typeface="Arial"/>
                <a:ea typeface="Microsoft YaHei"/>
                <a:cs typeface="Arial"/>
              </a:defRPr>
            </a:lvl8pPr>
            <a:lvl9pPr algn="l">
              <a:defRPr sz="825" b="0">
                <a:solidFill>
                  <a:srgbClr val="737373"/>
                </a:solidFill>
                <a:latin typeface="Arial"/>
                <a:ea typeface="Microsoft YaHei"/>
                <a:cs typeface="Arial"/>
              </a:defRPr>
            </a:lvl9pPr>
          </a:lstStyle>
          <a:p xmlns:a="http://schemas.openxmlformats.org/drawingml/2006/main">
            <a:pPr algn="l">
              <a:defRPr sz="825" b="0">
                <a:solidFill>
                  <a:srgbClr val="737373"/>
                </a:solidFill>
                <a:latin typeface="Arial"/>
                <a:ea typeface="Microsoft YaHei"/>
                <a:cs typeface="Arial"/>
              </a:defRPr>
            </a:pPr>
            <a:r>
              <a:rPr sz="825" b="0">
                <a:solidFill>
                  <a:srgbClr val="737373"/>
                </a:solidFill>
                <a:latin typeface="Arial"/>
                <a:ea typeface="Microsoft YaHei"/>
                <a:cs typeface="Arial"/>
              </a:rPr>
              <a:t>Kirillov et al., ICCV 2023, §3、Figures 3–4；局部图均来自原文有效输出，Lᵢ 表示第 i 个候选的掩码损失</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5</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1023331242"/>
      </p:ext>
    </p:extLst>
  </p:cSld>
</p:sld>
</file>

<file path=ppt/slides/public-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AGE_TITLE">
            <a:extLst xmlns:a="http://schemas.openxmlformats.org/drawingml/2006/main">
              <a:ext uri="{FF2B5EF4-FFF2-40B4-BE49-F238E27FC236}">
                <a16:creationId xmlns:a16="http://schemas.microsoft.com/office/drawing/2014/main" id="{F27917FC-A908-4C2A-8E69-A9D3C1D3E98E}"/>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1.1  数据规模与视觉归纳偏置</a:t>
            </a:r>
          </a:p>
        </p:txBody>
      </p:sp>
      <p:sp>
        <p:nvSpPr>
          <p:cNvPr id="2" name="section">
            <a:extLst xmlns:a="http://schemas.openxmlformats.org/drawingml/2006/main">
              <a:ext uri="{FF2B5EF4-FFF2-40B4-BE49-F238E27FC236}">
                <a16:creationId xmlns:a16="http://schemas.microsoft.com/office/drawing/2014/main" id="{ABA31E4B-753D-48E7-814F-32A89E125B3C}"/>
              </a:ext>
            </a:extLst>
          </p:cNvPr>
          <p:cNvSpPr>
            <a:spLocks xmlns:a="http://schemas.openxmlformats.org/drawingml/2006/main" noGrp="1"/>
          </p:cNvSpPr>
          <p:nvPr/>
        </p:nvSpPr>
        <p:spPr>
          <a:xfrm xmlns:a="http://schemas.openxmlformats.org/drawingml/2006/main">
            <a:off x="419100" y="1238250"/>
            <a:ext cx="1135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研究问题：标准 Transformer 在什么条件下适合图像分类？</a:t>
            </a:r>
          </a:p>
        </p:txBody>
      </p:sp>
      <p:pic>
        <p:nvPicPr>
          <p:cNvPr id="3" name="">
            <a:extLst xmlns:a="http://schemas.openxmlformats.org/drawingml/2006/main">
              <a:ext uri="{FF2B5EF4-FFF2-40B4-BE49-F238E27FC236}">
                <a16:creationId xmlns:a16="http://schemas.microsoft.com/office/drawing/2014/main" id="{5335A971-9EB4-424C-9D6C-4CDCD2136BBD}"/>
              </a:ext>
            </a:extLst>
          </p:cNvPr>
          <p:cNvPicPr>
            <a:picLocks xmlns:a="http://schemas.openxmlformats.org/drawingml/2006/main" noChangeAspect="1"/>
          </p:cNvPicPr>
          <p:nvPr/>
        </p:nvPicPr>
        <p:blipFill>
          <a:blip xmlns:r="http://schemas.openxmlformats.org/officeDocument/2006/relationships" xmlns:a="http://schemas.openxmlformats.org/drawingml/2006/main" r:embed="R550a714cac6c440f"/>
          <a:stretch xmlns:a="http://schemas.openxmlformats.org/drawingml/2006/main"/>
        </p:blipFill>
        <p:spPr>
          <a:xfrm xmlns:a="http://schemas.openxmlformats.org/drawingml/2006/main">
            <a:off x="852686" y="1762125"/>
            <a:ext cx="4514453" cy="33337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4D62BC09-611F-4629-BE17-ACC61A9B1DD5}"/>
              </a:ext>
            </a:extLst>
          </p:cNvPr>
          <p:cNvPicPr>
            <a:picLocks xmlns:a="http://schemas.openxmlformats.org/drawingml/2006/main" noChangeAspect="1"/>
          </p:cNvPicPr>
          <p:nvPr/>
        </p:nvPicPr>
        <p:blipFill>
          <a:blip xmlns:r="http://schemas.openxmlformats.org/officeDocument/2006/relationships" xmlns:a="http://schemas.openxmlformats.org/drawingml/2006/main" r:embed="R42fc66c94c1b463a"/>
          <a:stretch xmlns:a="http://schemas.openxmlformats.org/drawingml/2006/main"/>
        </p:blipFill>
        <p:spPr>
          <a:xfrm xmlns:a="http://schemas.openxmlformats.org/drawingml/2006/main">
            <a:off x="6732257" y="1762125"/>
            <a:ext cx="4699661" cy="3333750"/>
          </a:xfrm>
          <a:prstGeom xmlns:a="http://schemas.openxmlformats.org/drawingml/2006/main" prst="rect">
            <a:avLst/>
          </a:prstGeom>
        </p:spPr>
      </p:pic>
      <p:sp>
        <p:nvSpPr>
          <p:cNvPr id="5" name="section">
            <a:extLst xmlns:a="http://schemas.openxmlformats.org/drawingml/2006/main">
              <a:ext uri="{FF2B5EF4-FFF2-40B4-BE49-F238E27FC236}">
                <a16:creationId xmlns:a16="http://schemas.microsoft.com/office/drawing/2014/main" id="{72853FE1-FC36-4B21-A3B2-6577A4191DEF}"/>
              </a:ext>
            </a:extLst>
          </p:cNvPr>
          <p:cNvSpPr>
            <a:spLocks xmlns:a="http://schemas.openxmlformats.org/drawingml/2006/main" noGrp="1"/>
          </p:cNvSpPr>
          <p:nvPr/>
        </p:nvSpPr>
        <p:spPr>
          <a:xfrm xmlns:a="http://schemas.openxmlformats.org/drawingml/2006/main">
            <a:off x="419100" y="5181600"/>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跨预训练数据集的迁移</a:t>
            </a:r>
          </a:p>
        </p:txBody>
      </p:sp>
      <p:sp>
        <p:nvSpPr>
          <p:cNvPr id="6" name="section">
            <a:extLst xmlns:a="http://schemas.openxmlformats.org/drawingml/2006/main">
              <a:ext uri="{FF2B5EF4-FFF2-40B4-BE49-F238E27FC236}">
                <a16:creationId xmlns:a16="http://schemas.microsoft.com/office/drawing/2014/main" id="{DC87FC1E-3A44-4537-BFED-DE2983DF9A1A}"/>
              </a:ext>
            </a:extLst>
          </p:cNvPr>
          <p:cNvSpPr>
            <a:spLocks xmlns:a="http://schemas.openxmlformats.org/drawingml/2006/main" noGrp="1"/>
          </p:cNvSpPr>
          <p:nvPr/>
        </p:nvSpPr>
        <p:spPr>
          <a:xfrm xmlns:a="http://schemas.openxmlformats.org/drawingml/2006/main">
            <a:off x="6391275" y="5181600"/>
            <a:ext cx="5381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同一数据源内改变样本规模</a:t>
            </a:r>
          </a:p>
        </p:txBody>
      </p:sp>
      <p:sp>
        <p:nvSpPr>
          <p:cNvPr id="7" name="left">
            <a:extLst xmlns:a="http://schemas.openxmlformats.org/drawingml/2006/main">
              <a:ext uri="{FF2B5EF4-FFF2-40B4-BE49-F238E27FC236}">
                <a16:creationId xmlns:a16="http://schemas.microsoft.com/office/drawing/2014/main" id="{9D13BF0F-8B51-410F-8B78-3AED4619389C}"/>
              </a:ext>
            </a:extLst>
          </p:cNvPr>
          <p:cNvSpPr>
            <a:spLocks xmlns:a="http://schemas.openxmlformats.org/drawingml/2006/main" noGrp="1"/>
          </p:cNvSpPr>
          <p:nvPr/>
        </p:nvSpPr>
        <p:spPr>
          <a:xfrm xmlns:a="http://schemas.openxmlformats.org/drawingml/2006/main">
            <a:off x="419100" y="5591175"/>
            <a:ext cx="5381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ImageNet 上，部分 ViT 配置落后于 BiT；扩大预训练数据后，模型间差距发生变化。需要把结构与数据条件一起比较。</a:t>
            </a:r>
          </a:p>
        </p:txBody>
      </p:sp>
      <p:sp>
        <p:nvSpPr>
          <p:cNvPr id="8" name="right">
            <a:extLst xmlns:a="http://schemas.openxmlformats.org/drawingml/2006/main">
              <a:ext uri="{FF2B5EF4-FFF2-40B4-BE49-F238E27FC236}">
                <a16:creationId xmlns:a16="http://schemas.microsoft.com/office/drawing/2014/main" id="{410320A5-4C35-4F5E-AB7B-40B42E54302D}"/>
              </a:ext>
            </a:extLst>
          </p:cNvPr>
          <p:cNvSpPr>
            <a:spLocks xmlns:a="http://schemas.openxmlformats.org/drawingml/2006/main" noGrp="1"/>
          </p:cNvSpPr>
          <p:nvPr/>
        </p:nvSpPr>
        <p:spPr>
          <a:xfrm xmlns:a="http://schemas.openxmlformats.org/drawingml/2006/main">
            <a:off x="6391275" y="5591175"/>
            <a:ext cx="53816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JFT 子集的线性 5-shot 评测控制了数据来源。较大 ViT 随样本规模增长而改善，不能据此断言小数据场景同样占优。</a:t>
            </a:r>
          </a:p>
        </p:txBody>
      </p:sp>
      <p:sp>
        <p:nvSpPr>
          <p:cNvPr id="9" name="source">
            <a:extLst xmlns:a="http://schemas.openxmlformats.org/drawingml/2006/main">
              <a:ext uri="{FF2B5EF4-FFF2-40B4-BE49-F238E27FC236}">
                <a16:creationId xmlns:a16="http://schemas.microsoft.com/office/drawing/2014/main" id="{4D10ED30-A62D-4B5F-9EF5-FFC14C30E310}"/>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Figures 3–4；左右图采用不同评测协议</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7</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174447128"/>
      </p:ext>
    </p:extLst>
  </p:cSld>
</p:sld>
</file>

<file path=ppt/slides/public-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PAGE_TITLE">
            <a:extLst xmlns:a="http://schemas.openxmlformats.org/drawingml/2006/main">
              <a:ext uri="{FF2B5EF4-FFF2-40B4-BE49-F238E27FC236}">
                <a16:creationId xmlns:a16="http://schemas.microsoft.com/office/drawing/2014/main" id="{71B37A70-3CE9-49FF-8DE4-D625F776DEA0}"/>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1.2  图像分块与序列表示</a:t>
            </a:r>
          </a:p>
        </p:txBody>
      </p:sp>
      <p:sp>
        <p:nvSpPr>
          <p:cNvPr id="2" name="section">
            <a:extLst xmlns:a="http://schemas.openxmlformats.org/drawingml/2006/main">
              <a:ext uri="{FF2B5EF4-FFF2-40B4-BE49-F238E27FC236}">
                <a16:creationId xmlns:a16="http://schemas.microsoft.com/office/drawing/2014/main" id="{40D12682-1BC8-46FF-9CB3-86382CAE08AA}"/>
              </a:ext>
            </a:extLst>
          </p:cNvPr>
          <p:cNvSpPr>
            <a:spLocks xmlns:a="http://schemas.openxmlformats.org/drawingml/2006/main" noGrp="1"/>
          </p:cNvSpPr>
          <p:nvPr/>
        </p:nvSpPr>
        <p:spPr>
          <a:xfrm xmlns:a="http://schemas.openxmlformats.org/drawingml/2006/main">
            <a:off x="419100" y="1238250"/>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二维图像怎样成为编码器输入</a:t>
            </a:r>
          </a:p>
        </p:txBody>
      </p:sp>
      <p:pic>
        <p:nvPicPr>
          <p:cNvPr id="3" name="">
            <a:extLst xmlns:a="http://schemas.openxmlformats.org/drawingml/2006/main">
              <a:ext uri="{FF2B5EF4-FFF2-40B4-BE49-F238E27FC236}">
                <a16:creationId xmlns:a16="http://schemas.microsoft.com/office/drawing/2014/main" id="{343627FF-EF84-4381-82DC-1407A2B1CB67}"/>
              </a:ext>
            </a:extLst>
          </p:cNvPr>
          <p:cNvPicPr>
            <a:picLocks xmlns:a="http://schemas.openxmlformats.org/drawingml/2006/main" noChangeAspect="1"/>
          </p:cNvPicPr>
          <p:nvPr/>
        </p:nvPicPr>
        <p:blipFill>
          <a:blip xmlns:r="http://schemas.openxmlformats.org/officeDocument/2006/relationships" xmlns:a="http://schemas.openxmlformats.org/drawingml/2006/main" r:embed="R6051731e48394885"/>
          <a:stretch xmlns:a="http://schemas.openxmlformats.org/drawingml/2006/main"/>
        </p:blipFill>
        <p:spPr>
          <a:xfrm xmlns:a="http://schemas.openxmlformats.org/drawingml/2006/main">
            <a:off x="568779" y="1752600"/>
            <a:ext cx="6749143" cy="2286000"/>
          </a:xfrm>
          <a:prstGeom xmlns:a="http://schemas.openxmlformats.org/drawingml/2006/main" prst="rect">
            <a:avLst/>
          </a:prstGeom>
        </p:spPr>
      </p:pic>
      <p:sp>
        <p:nvSpPr>
          <p:cNvPr id="4" name="section">
            <a:extLst xmlns:a="http://schemas.openxmlformats.org/drawingml/2006/main">
              <a:ext uri="{FF2B5EF4-FFF2-40B4-BE49-F238E27FC236}">
                <a16:creationId xmlns:a16="http://schemas.microsoft.com/office/drawing/2014/main" id="{92CB505C-0C3D-4C8F-A95C-4DF6ED269F37}"/>
              </a:ext>
            </a:extLst>
          </p:cNvPr>
          <p:cNvSpPr>
            <a:spLocks xmlns:a="http://schemas.openxmlformats.org/drawingml/2006/main" noGrp="1"/>
          </p:cNvSpPr>
          <p:nvPr/>
        </p:nvSpPr>
        <p:spPr>
          <a:xfrm xmlns:a="http://schemas.openxmlformats.org/drawingml/2006/main">
            <a:off x="419100" y="4219575"/>
            <a:ext cx="704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以 224 × 224 RGB 图像、16 × 16 分块为例</a:t>
            </a:r>
          </a:p>
        </p:txBody>
      </p:sp>
      <p:graphicFrame>
        <p:nvGraphicFramePr>
          <p:cNvPr id="5" name="">
            <a:extLst xmlns:a="http://schemas.openxmlformats.org/drawingml/2006/main">
              <a:ext uri="{FF2B5EF4-FFF2-40B4-BE49-F238E27FC236}">
                <a16:creationId xmlns:a16="http://schemas.microsoft.com/office/drawing/2014/main" id="{1E508A70-AC6A-448C-963A-83D2C32423D4}"/>
              </a:ext>
            </a:extLst>
          </p:cNvPr>
          <p:cNvGraphicFramePr/>
          <p:nvPr/>
        </p:nvGraphicFramePr>
        <p:xfrm>
          <a:off xmlns:a="http://schemas.openxmlformats.org/drawingml/2006/main" x="419100" y="4648200"/>
          <a:ext xmlns:a="http://schemas.openxmlformats.org/drawingml/2006/main" cx="7048500" cy="1600200"/>
        </p:xfrm>
        <a:graphic xmlns:a="http://schemas.openxmlformats.org/drawingml/2006/main">
          <a:graphicData uri="http://schemas.openxmlformats.org/drawingml/2006/table">
            <a:tbl>
              <a:tblPr/>
              <a:tblGrid>
                <a:gridCol w="1333500"/>
                <a:gridCol w="2762250"/>
                <a:gridCol w="2952750"/>
              </a:tblGrid>
              <a:tr h="400050">
                <a:tc>
                  <a:txBody>
                    <a:bodyPr/>
                    <a:lstStyle/>
                    <a:p>
                      <a:r>
                        <a:rPr sz="1350" b="1">
                          <a:solidFill>
                            <a:srgbClr val="002554"/>
                          </a:solidFill>
                          <a:latin typeface="Arial"/>
                          <a:ea typeface="Microsoft YaHei"/>
                          <a:cs typeface="Arial"/>
                        </a:rPr>
                        <a:t>对象</a:t>
                      </a:r>
                    </a:p>
                  </a:txBody>
                  <a:tcPr marL="95250" marR="95250" marT="66675" marB="66675" anchor="ctr">
                    <a:lnL w="6668">
                      <a:solidFill>
                        <a:srgbClr val="CED7DB"/>
                      </a:solidFill>
                      <a:prstDash val="solid"/>
                    </a:lnL>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350" b="1">
                          <a:solidFill>
                            <a:srgbClr val="002554"/>
                          </a:solidFill>
                          <a:latin typeface="Arial"/>
                          <a:ea typeface="Microsoft YaHei"/>
                          <a:cs typeface="Arial"/>
                        </a:rPr>
                        <a:t>形状 / 计算</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350" b="1">
                          <a:solidFill>
                            <a:srgbClr val="002554"/>
                          </a:solidFill>
                          <a:latin typeface="Arial"/>
                          <a:ea typeface="Microsoft YaHei"/>
                          <a:cs typeface="Arial"/>
                        </a:rPr>
                        <a:t>含义</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r>
              <a:tr h="400050">
                <a:tc>
                  <a:txBody>
                    <a:bodyPr/>
                    <a:lstStyle/>
                    <a:p>
                      <a:r>
                        <a:rPr sz="1350">
                          <a:solidFill>
                            <a:srgbClr val="182B38"/>
                          </a:solidFill>
                          <a:latin typeface="Arial"/>
                          <a:ea typeface="Microsoft YaHei"/>
                          <a:cs typeface="Arial"/>
                        </a:rPr>
                        <a:t>图像块</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350">
                          <a:solidFill>
                            <a:srgbClr val="182B38"/>
                          </a:solidFill>
                          <a:latin typeface="Arial"/>
                          <a:ea typeface="Microsoft YaHei"/>
                          <a:cs typeface="Arial"/>
                        </a:rPr>
                        <a:t>N = 224² / 16² = 196</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350">
                          <a:solidFill>
                            <a:srgbClr val="182B38"/>
                          </a:solidFill>
                          <a:latin typeface="Arial"/>
                          <a:ea typeface="Microsoft YaHei"/>
                          <a:cs typeface="Arial"/>
                        </a:rPr>
                        <a:t>每块保留局部像素</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00050">
                <a:tc>
                  <a:txBody>
                    <a:bodyPr/>
                    <a:lstStyle/>
                    <a:p>
                      <a:r>
                        <a:rPr sz="1350">
                          <a:solidFill>
                            <a:srgbClr val="182B38"/>
                          </a:solidFill>
                          <a:latin typeface="Arial"/>
                          <a:ea typeface="Microsoft YaHei"/>
                          <a:cs typeface="Arial"/>
                        </a:rPr>
                        <a:t>展平向量</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350">
                          <a:solidFill>
                            <a:srgbClr val="182B38"/>
                          </a:solidFill>
                          <a:latin typeface="Arial"/>
                          <a:ea typeface="Microsoft YaHei"/>
                          <a:cs typeface="Arial"/>
                        </a:rPr>
                        <a:t>16² × 3 = 768</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350">
                          <a:solidFill>
                            <a:srgbClr val="182B38"/>
                          </a:solidFill>
                          <a:latin typeface="Arial"/>
                          <a:ea typeface="Microsoft YaHei"/>
                          <a:cs typeface="Arial"/>
                        </a:rPr>
                        <a:t>按固定顺序展开</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00050">
                <a:tc>
                  <a:txBody>
                    <a:bodyPr/>
                    <a:lstStyle/>
                    <a:p>
                      <a:r>
                        <a:rPr sz="1350">
                          <a:solidFill>
                            <a:srgbClr val="182B38"/>
                          </a:solidFill>
                          <a:latin typeface="Arial"/>
                          <a:ea typeface="Microsoft YaHei"/>
                          <a:cs typeface="Arial"/>
                        </a:rPr>
                        <a:t>编码器输入</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350">
                          <a:solidFill>
                            <a:srgbClr val="182B38"/>
                          </a:solidFill>
                          <a:latin typeface="Arial"/>
                          <a:ea typeface="Microsoft YaHei"/>
                          <a:cs typeface="Arial"/>
                        </a:rPr>
                        <a:t>197 × 768</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350">
                          <a:solidFill>
                            <a:srgbClr val="182B38"/>
                          </a:solidFill>
                          <a:latin typeface="Arial"/>
                          <a:ea typeface="Microsoft YaHei"/>
                          <a:cs typeface="Arial"/>
                        </a:rPr>
                        <a:t>加入 1 个分类标记</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bl>
          </a:graphicData>
        </a:graphic>
      </p:graphicFrame>
      <p:sp>
        <p:nvSpPr>
          <p:cNvPr id="6" name="vrule">
            <a:extLst xmlns:a="http://schemas.openxmlformats.org/drawingml/2006/main">
              <a:ext uri="{FF2B5EF4-FFF2-40B4-BE49-F238E27FC236}">
                <a16:creationId xmlns:a16="http://schemas.microsoft.com/office/drawing/2014/main" id="{905B6A11-7DA8-4F5A-89B9-EDB800B27565}"/>
              </a:ext>
            </a:extLst>
          </p:cNvPr>
          <p:cNvSpPr>
            <a:spLocks xmlns:a="http://schemas.openxmlformats.org/drawingml/2006/main" noGrp="1"/>
          </p:cNvSpPr>
          <p:nvPr/>
        </p:nvSpPr>
        <p:spPr>
          <a:xfrm xmlns:a="http://schemas.openxmlformats.org/drawingml/2006/main">
            <a:off x="7858125" y="1381125"/>
            <a:ext cx="9525" cy="4810125"/>
          </a:xfrm>
          <a:prstGeom xmlns:a="http://schemas.openxmlformats.org/drawingml/2006/main" prst="rect">
            <a:avLst/>
          </a:prstGeom>
          <a:solidFill xmlns:a="http://schemas.openxmlformats.org/drawingml/2006/main">
            <a:srgbClr val="CED7DB"/>
          </a:solidFill>
          <a:ln xmlns:a="http://schemas.openxmlformats.org/drawingml/2006/main" w="0">
            <a:noFill/>
          </a:ln>
        </p:spPr>
      </p:sp>
      <p:sp>
        <p:nvSpPr>
          <p:cNvPr id="7" name="section">
            <a:extLst xmlns:a="http://schemas.openxmlformats.org/drawingml/2006/main">
              <a:ext uri="{FF2B5EF4-FFF2-40B4-BE49-F238E27FC236}">
                <a16:creationId xmlns:a16="http://schemas.microsoft.com/office/drawing/2014/main" id="{495C0644-7A50-4525-9A01-0A7847EB5263}"/>
              </a:ext>
            </a:extLst>
          </p:cNvPr>
          <p:cNvSpPr>
            <a:spLocks xmlns:a="http://schemas.openxmlformats.org/drawingml/2006/main" noGrp="1"/>
          </p:cNvSpPr>
          <p:nvPr/>
        </p:nvSpPr>
        <p:spPr>
          <a:xfrm xmlns:a="http://schemas.openxmlformats.org/drawingml/2006/main">
            <a:off x="8248650" y="142875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线性投影</a:t>
            </a:r>
          </a:p>
        </p:txBody>
      </p:sp>
      <p:sp>
        <p:nvSpPr>
          <p:cNvPr id="8" name="projection">
            <a:extLst xmlns:a="http://schemas.openxmlformats.org/drawingml/2006/main">
              <a:ext uri="{FF2B5EF4-FFF2-40B4-BE49-F238E27FC236}">
                <a16:creationId xmlns:a16="http://schemas.microsoft.com/office/drawing/2014/main" id="{580A06A9-45A5-4343-A7F9-91E6BBCE8851}"/>
              </a:ext>
            </a:extLst>
          </p:cNvPr>
          <p:cNvSpPr>
            <a:spLocks xmlns:a="http://schemas.openxmlformats.org/drawingml/2006/main" noGrp="1"/>
          </p:cNvSpPr>
          <p:nvPr/>
        </p:nvSpPr>
        <p:spPr>
          <a:xfrm xmlns:a="http://schemas.openxmlformats.org/drawingml/2006/main">
            <a:off x="8248650" y="1847850"/>
            <a:ext cx="3524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每个图像块用同一个可学习矩阵投影到 D 维。图像块数量决定序列长度，D 决定每个 token 的宽度。</a:t>
            </a:r>
          </a:p>
        </p:txBody>
      </p:sp>
      <p:sp>
        <p:nvSpPr>
          <p:cNvPr id="9" name="section">
            <a:extLst xmlns:a="http://schemas.openxmlformats.org/drawingml/2006/main">
              <a:ext uri="{FF2B5EF4-FFF2-40B4-BE49-F238E27FC236}">
                <a16:creationId xmlns:a16="http://schemas.microsoft.com/office/drawing/2014/main" id="{08E450AB-588F-43B7-892C-52FC5B49D646}"/>
              </a:ext>
            </a:extLst>
          </p:cNvPr>
          <p:cNvSpPr>
            <a:spLocks xmlns:a="http://schemas.openxmlformats.org/drawingml/2006/main" noGrp="1"/>
          </p:cNvSpPr>
          <p:nvPr/>
        </p:nvSpPr>
        <p:spPr>
          <a:xfrm xmlns:a="http://schemas.openxmlformats.org/drawingml/2006/main">
            <a:off x="8248650" y="3238500"/>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位置与分类标记</a:t>
            </a:r>
          </a:p>
        </p:txBody>
      </p:sp>
      <p:sp>
        <p:nvSpPr>
          <p:cNvPr id="10" name="position">
            <a:extLst xmlns:a="http://schemas.openxmlformats.org/drawingml/2006/main">
              <a:ext uri="{FF2B5EF4-FFF2-40B4-BE49-F238E27FC236}">
                <a16:creationId xmlns:a16="http://schemas.microsoft.com/office/drawing/2014/main" id="{9A38395D-CE7E-445B-A244-C32DB0F6DC80}"/>
              </a:ext>
            </a:extLst>
          </p:cNvPr>
          <p:cNvSpPr>
            <a:spLocks xmlns:a="http://schemas.openxmlformats.org/drawingml/2006/main" noGrp="1"/>
          </p:cNvSpPr>
          <p:nvPr/>
        </p:nvSpPr>
        <p:spPr>
          <a:xfrm xmlns:a="http://schemas.openxmlformats.org/drawingml/2006/main">
            <a:off x="8248650" y="36861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位置嵌入逐项加到序列上；分类标记与图像块一起参与编码，最终用于图像分类。</a:t>
            </a:r>
          </a:p>
        </p:txBody>
      </p:sp>
      <p:sp>
        <p:nvSpPr>
          <p:cNvPr id="11" name="formula">
            <a:extLst xmlns:a="http://schemas.openxmlformats.org/drawingml/2006/main">
              <a:ext uri="{FF2B5EF4-FFF2-40B4-BE49-F238E27FC236}">
                <a16:creationId xmlns:a16="http://schemas.microsoft.com/office/drawing/2014/main" id="{BC33405D-BAC2-487E-A3E6-B42AD7467959}"/>
              </a:ext>
            </a:extLst>
          </p:cNvPr>
          <p:cNvSpPr>
            <a:spLocks xmlns:a="http://schemas.openxmlformats.org/drawingml/2006/main" noGrp="1"/>
          </p:cNvSpPr>
          <p:nvPr/>
        </p:nvSpPr>
        <p:spPr>
          <a:xfrm xmlns:a="http://schemas.openxmlformats.org/drawingml/2006/main">
            <a:off x="8248650" y="5000625"/>
            <a:ext cx="3524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1">
                <a:solidFill>
                  <a:srgbClr val="002554"/>
                </a:solidFill>
                <a:latin typeface="Arial"/>
                <a:ea typeface="Microsoft YaHei"/>
                <a:cs typeface="Arial"/>
              </a:defRPr>
            </a:defPPr>
            <a:lvl1pPr>
              <a:defRPr sz="1725" b="1">
                <a:solidFill>
                  <a:srgbClr val="002554"/>
                </a:solidFill>
                <a:latin typeface="Arial"/>
                <a:ea typeface="Microsoft YaHei"/>
                <a:cs typeface="Arial"/>
              </a:defRPr>
            </a:lvl1pPr>
            <a:lvl2pPr>
              <a:defRPr sz="1725" b="1">
                <a:solidFill>
                  <a:srgbClr val="002554"/>
                </a:solidFill>
                <a:latin typeface="Arial"/>
                <a:ea typeface="Microsoft YaHei"/>
                <a:cs typeface="Arial"/>
              </a:defRPr>
            </a:lvl2pPr>
            <a:lvl3pPr>
              <a:defRPr sz="1725" b="1">
                <a:solidFill>
                  <a:srgbClr val="002554"/>
                </a:solidFill>
                <a:latin typeface="Arial"/>
                <a:ea typeface="Microsoft YaHei"/>
                <a:cs typeface="Arial"/>
              </a:defRPr>
            </a:lvl3pPr>
            <a:lvl4pPr>
              <a:defRPr sz="1725" b="1">
                <a:solidFill>
                  <a:srgbClr val="002554"/>
                </a:solidFill>
                <a:latin typeface="Arial"/>
                <a:ea typeface="Microsoft YaHei"/>
                <a:cs typeface="Arial"/>
              </a:defRPr>
            </a:lvl4pPr>
            <a:lvl5pPr>
              <a:defRPr sz="1725" b="1">
                <a:solidFill>
                  <a:srgbClr val="002554"/>
                </a:solidFill>
                <a:latin typeface="Arial"/>
                <a:ea typeface="Microsoft YaHei"/>
                <a:cs typeface="Arial"/>
              </a:defRPr>
            </a:lvl5pPr>
            <a:lvl6pPr>
              <a:defRPr sz="1725" b="1">
                <a:solidFill>
                  <a:srgbClr val="002554"/>
                </a:solidFill>
                <a:latin typeface="Arial"/>
                <a:ea typeface="Microsoft YaHei"/>
                <a:cs typeface="Arial"/>
              </a:defRPr>
            </a:lvl6pPr>
            <a:lvl7pPr>
              <a:defRPr sz="1725" b="1">
                <a:solidFill>
                  <a:srgbClr val="002554"/>
                </a:solidFill>
                <a:latin typeface="Arial"/>
                <a:ea typeface="Microsoft YaHei"/>
                <a:cs typeface="Arial"/>
              </a:defRPr>
            </a:lvl7pPr>
            <a:lvl8pPr>
              <a:defRPr sz="1725" b="1">
                <a:solidFill>
                  <a:srgbClr val="002554"/>
                </a:solidFill>
                <a:latin typeface="Arial"/>
                <a:ea typeface="Microsoft YaHei"/>
                <a:cs typeface="Arial"/>
              </a:defRPr>
            </a:lvl8pPr>
            <a:lvl9pPr>
              <a:defRPr sz="1725" b="1">
                <a:solidFill>
                  <a:srgbClr val="002554"/>
                </a:solidFill>
                <a:latin typeface="Arial"/>
                <a:ea typeface="Microsoft YaHei"/>
                <a:cs typeface="Arial"/>
              </a:defRPr>
            </a:lvl9pPr>
          </a:lstStyle>
          <a:p xmlns:a="http://schemas.openxmlformats.org/drawingml/2006/main">
            <a:pPr>
              <a:defRPr sz="1725" b="1">
                <a:solidFill>
                  <a:srgbClr val="002554"/>
                </a:solidFill>
                <a:latin typeface="Arial"/>
                <a:ea typeface="Microsoft YaHei"/>
                <a:cs typeface="Arial"/>
              </a:defRPr>
            </a:pPr>
            <a:r>
              <a:rPr sz="1725" b="1">
                <a:solidFill>
                  <a:srgbClr val="002554"/>
                </a:solidFill>
                <a:latin typeface="Arial"/>
                <a:ea typeface="Microsoft YaHei"/>
                <a:cs typeface="Arial"/>
              </a:rPr>
              <a:t>z₀ = [xclass; xₚ¹E; …; xₚᴺE] + Epos</a:t>
            </a:r>
          </a:p>
        </p:txBody>
      </p:sp>
      <p:sp>
        <p:nvSpPr>
          <p:cNvPr id="12" name="source">
            <a:extLst xmlns:a="http://schemas.openxmlformats.org/drawingml/2006/main">
              <a:ext uri="{FF2B5EF4-FFF2-40B4-BE49-F238E27FC236}">
                <a16:creationId xmlns:a16="http://schemas.microsoft.com/office/drawing/2014/main" id="{0E6CFA72-1BE4-418F-89CD-7C9CCB622E5B}"/>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Figure 1、Equation 1、Table 1；尺寸为演算示例</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8</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2139600100"/>
      </p:ext>
    </p:extLst>
  </p:cSld>
</p:sld>
</file>

<file path=ppt/slides/public-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PAGE_TITLE">
            <a:extLst xmlns:a="http://schemas.openxmlformats.org/drawingml/2006/main">
              <a:ext uri="{FF2B5EF4-FFF2-40B4-BE49-F238E27FC236}">
                <a16:creationId xmlns:a16="http://schemas.microsoft.com/office/drawing/2014/main" id="{9A8941EB-E74C-4E7E-8B01-11685E8B4845}"/>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2.2  编码器内部计算与迁移</a:t>
            </a:r>
          </a:p>
        </p:txBody>
      </p:sp>
      <p:pic>
        <p:nvPicPr>
          <p:cNvPr id="2" name="">
            <a:extLst xmlns:a="http://schemas.openxmlformats.org/drawingml/2006/main">
              <a:ext uri="{FF2B5EF4-FFF2-40B4-BE49-F238E27FC236}">
                <a16:creationId xmlns:a16="http://schemas.microsoft.com/office/drawing/2014/main" id="{79E77E54-9A4D-4FEE-BE23-2D497D139DCD}"/>
              </a:ext>
            </a:extLst>
          </p:cNvPr>
          <p:cNvPicPr>
            <a:picLocks xmlns:a="http://schemas.openxmlformats.org/drawingml/2006/main" noChangeAspect="1"/>
          </p:cNvPicPr>
          <p:nvPr/>
        </p:nvPicPr>
        <p:blipFill>
          <a:blip xmlns:r="http://schemas.openxmlformats.org/officeDocument/2006/relationships" xmlns:a="http://schemas.openxmlformats.org/drawingml/2006/main" r:embed="Rc2227e3e5501476c"/>
          <a:stretch xmlns:a="http://schemas.openxmlformats.org/drawingml/2006/main"/>
        </p:blipFill>
        <p:spPr>
          <a:xfrm xmlns:a="http://schemas.openxmlformats.org/drawingml/2006/main">
            <a:off x="573881" y="1323975"/>
            <a:ext cx="2833688" cy="4857750"/>
          </a:xfrm>
          <a:prstGeom xmlns:a="http://schemas.openxmlformats.org/drawingml/2006/main" prst="rect">
            <a:avLst/>
          </a:prstGeom>
        </p:spPr>
      </p:pic>
      <p:sp>
        <p:nvSpPr>
          <p:cNvPr id="3" name="section">
            <a:extLst xmlns:a="http://schemas.openxmlformats.org/drawingml/2006/main">
              <a:ext uri="{FF2B5EF4-FFF2-40B4-BE49-F238E27FC236}">
                <a16:creationId xmlns:a16="http://schemas.microsoft.com/office/drawing/2014/main" id="{E01BA193-6048-4E42-A73D-5D4E1E390C20}"/>
              </a:ext>
            </a:extLst>
          </p:cNvPr>
          <p:cNvSpPr>
            <a:spLocks xmlns:a="http://schemas.openxmlformats.org/drawingml/2006/main" noGrp="1"/>
          </p:cNvSpPr>
          <p:nvPr/>
        </p:nvSpPr>
        <p:spPr>
          <a:xfrm xmlns:a="http://schemas.openxmlformats.org/drawingml/2006/main">
            <a:off x="4095750" y="1323975"/>
            <a:ext cx="7677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编码器层：先归一化，再计算并保留残差</a:t>
            </a:r>
          </a:p>
        </p:txBody>
      </p:sp>
      <p:sp>
        <p:nvSpPr>
          <p:cNvPr id="4" name="eq1">
            <a:extLst xmlns:a="http://schemas.openxmlformats.org/drawingml/2006/main">
              <a:ext uri="{FF2B5EF4-FFF2-40B4-BE49-F238E27FC236}">
                <a16:creationId xmlns:a16="http://schemas.microsoft.com/office/drawing/2014/main" id="{DFF1817A-D8F8-479C-9C6E-C4DBA60253E0}"/>
              </a:ext>
            </a:extLst>
          </p:cNvPr>
          <p:cNvSpPr>
            <a:spLocks xmlns:a="http://schemas.openxmlformats.org/drawingml/2006/main" noGrp="1"/>
          </p:cNvSpPr>
          <p:nvPr/>
        </p:nvSpPr>
        <p:spPr>
          <a:xfrm xmlns:a="http://schemas.openxmlformats.org/drawingml/2006/main">
            <a:off x="4191000" y="1809750"/>
            <a:ext cx="7334250" cy="457200"/>
          </a:xfrm>
          <a:prstGeom xmlns:a="http://schemas.openxmlformats.org/drawingml/2006/main" prst="rect">
            <a:avLst/>
          </a:prstGeom>
          <a:solidFill xmlns:a="http://schemas.openxmlformats.org/drawingml/2006/main">
            <a:srgbClr val="E8EFF5"/>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02554"/>
                </a:solidFill>
                <a:latin typeface="Arial"/>
                <a:ea typeface="Microsoft YaHei"/>
                <a:cs typeface="Arial"/>
              </a:defRPr>
            </a:defPPr>
            <a:lvl1pPr>
              <a:defRPr sz="2175" b="1">
                <a:solidFill>
                  <a:srgbClr val="002554"/>
                </a:solidFill>
                <a:latin typeface="Arial"/>
                <a:ea typeface="Microsoft YaHei"/>
                <a:cs typeface="Arial"/>
              </a:defRPr>
            </a:lvl1pPr>
            <a:lvl2pPr>
              <a:defRPr sz="2175" b="1">
                <a:solidFill>
                  <a:srgbClr val="002554"/>
                </a:solidFill>
                <a:latin typeface="Arial"/>
                <a:ea typeface="Microsoft YaHei"/>
                <a:cs typeface="Arial"/>
              </a:defRPr>
            </a:lvl2pPr>
            <a:lvl3pPr>
              <a:defRPr sz="2175" b="1">
                <a:solidFill>
                  <a:srgbClr val="002554"/>
                </a:solidFill>
                <a:latin typeface="Arial"/>
                <a:ea typeface="Microsoft YaHei"/>
                <a:cs typeface="Arial"/>
              </a:defRPr>
            </a:lvl3pPr>
            <a:lvl4pPr>
              <a:defRPr sz="2175" b="1">
                <a:solidFill>
                  <a:srgbClr val="002554"/>
                </a:solidFill>
                <a:latin typeface="Arial"/>
                <a:ea typeface="Microsoft YaHei"/>
                <a:cs typeface="Arial"/>
              </a:defRPr>
            </a:lvl4pPr>
            <a:lvl5pPr>
              <a:defRPr sz="2175" b="1">
                <a:solidFill>
                  <a:srgbClr val="002554"/>
                </a:solidFill>
                <a:latin typeface="Arial"/>
                <a:ea typeface="Microsoft YaHei"/>
                <a:cs typeface="Arial"/>
              </a:defRPr>
            </a:lvl5pPr>
            <a:lvl6pPr>
              <a:defRPr sz="2175" b="1">
                <a:solidFill>
                  <a:srgbClr val="002554"/>
                </a:solidFill>
                <a:latin typeface="Arial"/>
                <a:ea typeface="Microsoft YaHei"/>
                <a:cs typeface="Arial"/>
              </a:defRPr>
            </a:lvl6pPr>
            <a:lvl7pPr>
              <a:defRPr sz="2175" b="1">
                <a:solidFill>
                  <a:srgbClr val="002554"/>
                </a:solidFill>
                <a:latin typeface="Arial"/>
                <a:ea typeface="Microsoft YaHei"/>
                <a:cs typeface="Arial"/>
              </a:defRPr>
            </a:lvl7pPr>
            <a:lvl8pPr>
              <a:defRPr sz="2175" b="1">
                <a:solidFill>
                  <a:srgbClr val="002554"/>
                </a:solidFill>
                <a:latin typeface="Arial"/>
                <a:ea typeface="Microsoft YaHei"/>
                <a:cs typeface="Arial"/>
              </a:defRPr>
            </a:lvl8pPr>
            <a:lvl9pPr>
              <a:defRPr sz="2175" b="1">
                <a:solidFill>
                  <a:srgbClr val="002554"/>
                </a:solidFill>
                <a:latin typeface="Arial"/>
                <a:ea typeface="Microsoft YaHei"/>
                <a:cs typeface="Arial"/>
              </a:defRPr>
            </a:lvl9pPr>
          </a:lstStyle>
          <a:p xmlns:a="http://schemas.openxmlformats.org/drawingml/2006/main">
            <a:pPr>
              <a:defRPr sz="2175" b="1">
                <a:solidFill>
                  <a:srgbClr val="002554"/>
                </a:solidFill>
                <a:latin typeface="Arial"/>
                <a:ea typeface="Microsoft YaHei"/>
                <a:cs typeface="Arial"/>
              </a:defRPr>
            </a:pPr>
            <a:r>
              <a:rPr sz="2175" b="1">
                <a:solidFill>
                  <a:srgbClr val="002554"/>
                </a:solidFill>
                <a:latin typeface="Arial"/>
                <a:ea typeface="Microsoft YaHei"/>
                <a:cs typeface="Arial"/>
              </a:rPr>
              <a:t>z′ = MSA(LN(z)) + z</a:t>
            </a:r>
          </a:p>
        </p:txBody>
      </p:sp>
      <p:sp>
        <p:nvSpPr>
          <p:cNvPr id="5" name="eq1-explain">
            <a:extLst xmlns:a="http://schemas.openxmlformats.org/drawingml/2006/main">
              <a:ext uri="{FF2B5EF4-FFF2-40B4-BE49-F238E27FC236}">
                <a16:creationId xmlns:a16="http://schemas.microsoft.com/office/drawing/2014/main" id="{D69EB7C9-B258-4D57-9D93-F2AAD360BCF5}"/>
              </a:ext>
            </a:extLst>
          </p:cNvPr>
          <p:cNvSpPr>
            <a:spLocks xmlns:a="http://schemas.openxmlformats.org/drawingml/2006/main" noGrp="1"/>
          </p:cNvSpPr>
          <p:nvPr/>
        </p:nvSpPr>
        <p:spPr>
          <a:xfrm xmlns:a="http://schemas.openxmlformats.org/drawingml/2006/main">
            <a:off x="4191000" y="2409825"/>
            <a:ext cx="73342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多头自注意力在所有图像块之间交换信息。残差保留输入表示，编码器深度决定重复更新的次数。</a:t>
            </a:r>
          </a:p>
        </p:txBody>
      </p:sp>
      <p:sp>
        <p:nvSpPr>
          <p:cNvPr id="6" name="eq2">
            <a:extLst xmlns:a="http://schemas.openxmlformats.org/drawingml/2006/main">
              <a:ext uri="{FF2B5EF4-FFF2-40B4-BE49-F238E27FC236}">
                <a16:creationId xmlns:a16="http://schemas.microsoft.com/office/drawing/2014/main" id="{E26B7041-82AD-46C2-B3FA-3F5A60657D7F}"/>
              </a:ext>
            </a:extLst>
          </p:cNvPr>
          <p:cNvSpPr>
            <a:spLocks xmlns:a="http://schemas.openxmlformats.org/drawingml/2006/main" noGrp="1"/>
          </p:cNvSpPr>
          <p:nvPr/>
        </p:nvSpPr>
        <p:spPr>
          <a:xfrm xmlns:a="http://schemas.openxmlformats.org/drawingml/2006/main">
            <a:off x="4191000" y="3276600"/>
            <a:ext cx="7334250" cy="457200"/>
          </a:xfrm>
          <a:prstGeom xmlns:a="http://schemas.openxmlformats.org/drawingml/2006/main" prst="rect">
            <a:avLst/>
          </a:prstGeom>
          <a:solidFill xmlns:a="http://schemas.openxmlformats.org/drawingml/2006/main">
            <a:srgbClr val="E8F0E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002554"/>
                </a:solidFill>
                <a:latin typeface="Arial"/>
                <a:ea typeface="Microsoft YaHei"/>
                <a:cs typeface="Arial"/>
              </a:defRPr>
            </a:defPPr>
            <a:lvl1pPr>
              <a:defRPr sz="2175" b="1">
                <a:solidFill>
                  <a:srgbClr val="002554"/>
                </a:solidFill>
                <a:latin typeface="Arial"/>
                <a:ea typeface="Microsoft YaHei"/>
                <a:cs typeface="Arial"/>
              </a:defRPr>
            </a:lvl1pPr>
            <a:lvl2pPr>
              <a:defRPr sz="2175" b="1">
                <a:solidFill>
                  <a:srgbClr val="002554"/>
                </a:solidFill>
                <a:latin typeface="Arial"/>
                <a:ea typeface="Microsoft YaHei"/>
                <a:cs typeface="Arial"/>
              </a:defRPr>
            </a:lvl2pPr>
            <a:lvl3pPr>
              <a:defRPr sz="2175" b="1">
                <a:solidFill>
                  <a:srgbClr val="002554"/>
                </a:solidFill>
                <a:latin typeface="Arial"/>
                <a:ea typeface="Microsoft YaHei"/>
                <a:cs typeface="Arial"/>
              </a:defRPr>
            </a:lvl3pPr>
            <a:lvl4pPr>
              <a:defRPr sz="2175" b="1">
                <a:solidFill>
                  <a:srgbClr val="002554"/>
                </a:solidFill>
                <a:latin typeface="Arial"/>
                <a:ea typeface="Microsoft YaHei"/>
                <a:cs typeface="Arial"/>
              </a:defRPr>
            </a:lvl4pPr>
            <a:lvl5pPr>
              <a:defRPr sz="2175" b="1">
                <a:solidFill>
                  <a:srgbClr val="002554"/>
                </a:solidFill>
                <a:latin typeface="Arial"/>
                <a:ea typeface="Microsoft YaHei"/>
                <a:cs typeface="Arial"/>
              </a:defRPr>
            </a:lvl5pPr>
            <a:lvl6pPr>
              <a:defRPr sz="2175" b="1">
                <a:solidFill>
                  <a:srgbClr val="002554"/>
                </a:solidFill>
                <a:latin typeface="Arial"/>
                <a:ea typeface="Microsoft YaHei"/>
                <a:cs typeface="Arial"/>
              </a:defRPr>
            </a:lvl6pPr>
            <a:lvl7pPr>
              <a:defRPr sz="2175" b="1">
                <a:solidFill>
                  <a:srgbClr val="002554"/>
                </a:solidFill>
                <a:latin typeface="Arial"/>
                <a:ea typeface="Microsoft YaHei"/>
                <a:cs typeface="Arial"/>
              </a:defRPr>
            </a:lvl7pPr>
            <a:lvl8pPr>
              <a:defRPr sz="2175" b="1">
                <a:solidFill>
                  <a:srgbClr val="002554"/>
                </a:solidFill>
                <a:latin typeface="Arial"/>
                <a:ea typeface="Microsoft YaHei"/>
                <a:cs typeface="Arial"/>
              </a:defRPr>
            </a:lvl8pPr>
            <a:lvl9pPr>
              <a:defRPr sz="2175" b="1">
                <a:solidFill>
                  <a:srgbClr val="002554"/>
                </a:solidFill>
                <a:latin typeface="Arial"/>
                <a:ea typeface="Microsoft YaHei"/>
                <a:cs typeface="Arial"/>
              </a:defRPr>
            </a:lvl9pPr>
          </a:lstStyle>
          <a:p xmlns:a="http://schemas.openxmlformats.org/drawingml/2006/main">
            <a:pPr>
              <a:defRPr sz="2175" b="1">
                <a:solidFill>
                  <a:srgbClr val="002554"/>
                </a:solidFill>
                <a:latin typeface="Arial"/>
                <a:ea typeface="Microsoft YaHei"/>
                <a:cs typeface="Arial"/>
              </a:defRPr>
            </a:pPr>
            <a:r>
              <a:rPr sz="2175" b="1">
                <a:solidFill>
                  <a:srgbClr val="002554"/>
                </a:solidFill>
                <a:latin typeface="Arial"/>
                <a:ea typeface="Microsoft YaHei"/>
                <a:cs typeface="Arial"/>
              </a:rPr>
              <a:t>zout = MLP(LN(z′)) + z′</a:t>
            </a:r>
          </a:p>
        </p:txBody>
      </p:sp>
      <p:sp>
        <p:nvSpPr>
          <p:cNvPr id="7" name="eq2-explain">
            <a:extLst xmlns:a="http://schemas.openxmlformats.org/drawingml/2006/main">
              <a:ext uri="{FF2B5EF4-FFF2-40B4-BE49-F238E27FC236}">
                <a16:creationId xmlns:a16="http://schemas.microsoft.com/office/drawing/2014/main" id="{2D968332-90B4-4CD5-972A-ABC44FE906C5}"/>
              </a:ext>
            </a:extLst>
          </p:cNvPr>
          <p:cNvSpPr>
            <a:spLocks xmlns:a="http://schemas.openxmlformats.org/drawingml/2006/main" noGrp="1"/>
          </p:cNvSpPr>
          <p:nvPr/>
        </p:nvSpPr>
        <p:spPr>
          <a:xfrm xmlns:a="http://schemas.openxmlformats.org/drawingml/2006/main">
            <a:off x="4191000" y="3876675"/>
            <a:ext cx="73342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MLP 独立作用于每个位置，包含两个线性层与 GELU。经过所有层后，从分类标记读取图像表示。</a:t>
            </a:r>
          </a:p>
        </p:txBody>
      </p:sp>
      <p:sp>
        <p:nvSpPr>
          <p:cNvPr id="8" name="divider">
            <a:extLst xmlns:a="http://schemas.openxmlformats.org/drawingml/2006/main">
              <a:ext uri="{FF2B5EF4-FFF2-40B4-BE49-F238E27FC236}">
                <a16:creationId xmlns:a16="http://schemas.microsoft.com/office/drawing/2014/main" id="{010255C4-90F5-4AF6-8E39-A2DC0B3A7F9C}"/>
              </a:ext>
            </a:extLst>
          </p:cNvPr>
          <p:cNvSpPr>
            <a:spLocks xmlns:a="http://schemas.openxmlformats.org/drawingml/2006/main" noGrp="1"/>
          </p:cNvSpPr>
          <p:nvPr/>
        </p:nvSpPr>
        <p:spPr>
          <a:xfrm xmlns:a="http://schemas.openxmlformats.org/drawingml/2006/main">
            <a:off x="4095750" y="4791075"/>
            <a:ext cx="7677150" cy="9525"/>
          </a:xfrm>
          <a:prstGeom xmlns:a="http://schemas.openxmlformats.org/drawingml/2006/main" prst="rect">
            <a:avLst/>
          </a:prstGeom>
          <a:solidFill xmlns:a="http://schemas.openxmlformats.org/drawingml/2006/main">
            <a:srgbClr val="CED7DB"/>
          </a:solidFill>
          <a:ln xmlns:a="http://schemas.openxmlformats.org/drawingml/2006/main" w="0">
            <a:noFill/>
          </a:ln>
        </p:spPr>
      </p:sp>
      <p:sp>
        <p:nvSpPr>
          <p:cNvPr id="9" name="section">
            <a:extLst xmlns:a="http://schemas.openxmlformats.org/drawingml/2006/main">
              <a:ext uri="{FF2B5EF4-FFF2-40B4-BE49-F238E27FC236}">
                <a16:creationId xmlns:a16="http://schemas.microsoft.com/office/drawing/2014/main" id="{B35F2221-9340-44F2-A698-F2A46DA2E6BA}"/>
              </a:ext>
            </a:extLst>
          </p:cNvPr>
          <p:cNvSpPr>
            <a:spLocks xmlns:a="http://schemas.openxmlformats.org/drawingml/2006/main" noGrp="1"/>
          </p:cNvSpPr>
          <p:nvPr/>
        </p:nvSpPr>
        <p:spPr>
          <a:xfrm xmlns:a="http://schemas.openxmlformats.org/drawingml/2006/main">
            <a:off x="4095750" y="4981575"/>
            <a:ext cx="7677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迁移到下游分类任务</a:t>
            </a:r>
          </a:p>
        </p:txBody>
      </p:sp>
      <p:sp>
        <p:nvSpPr>
          <p:cNvPr id="10" name="finetune">
            <a:extLst xmlns:a="http://schemas.openxmlformats.org/drawingml/2006/main">
              <a:ext uri="{FF2B5EF4-FFF2-40B4-BE49-F238E27FC236}">
                <a16:creationId xmlns:a16="http://schemas.microsoft.com/office/drawing/2014/main" id="{D9FE6C1B-A115-4F67-A49B-B98FD6511B48}"/>
              </a:ext>
            </a:extLst>
          </p:cNvPr>
          <p:cNvSpPr>
            <a:spLocks xmlns:a="http://schemas.openxmlformats.org/drawingml/2006/main" noGrp="1"/>
          </p:cNvSpPr>
          <p:nvPr/>
        </p:nvSpPr>
        <p:spPr>
          <a:xfrm xmlns:a="http://schemas.openxmlformats.org/drawingml/2006/main">
            <a:off x="4191000" y="5410200"/>
            <a:ext cx="7334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替换为目标类别数对应的线性分类头。提高图像分辨率时保持块尺寸，序列随之变长；原位置嵌入按二维网格插值。</a:t>
            </a:r>
          </a:p>
        </p:txBody>
      </p:sp>
      <p:sp>
        <p:nvSpPr>
          <p:cNvPr id="11" name="source">
            <a:extLst xmlns:a="http://schemas.openxmlformats.org/drawingml/2006/main">
              <a:ext uri="{FF2B5EF4-FFF2-40B4-BE49-F238E27FC236}">
                <a16:creationId xmlns:a16="http://schemas.microsoft.com/office/drawing/2014/main" id="{EAD6407F-5A0A-4F06-8D80-5F31AC2D9F8F}"/>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§3.1–3.2、Equations 2–4</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10</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1256949373"/>
      </p:ext>
    </p:extLst>
  </p:cSld>
</p:sld>
</file>

<file path=ppt/slides/public-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PAGE_TITLE">
            <a:extLst xmlns:a="http://schemas.openxmlformats.org/drawingml/2006/main">
              <a:ext uri="{FF2B5EF4-FFF2-40B4-BE49-F238E27FC236}">
                <a16:creationId xmlns:a16="http://schemas.microsoft.com/office/drawing/2014/main" id="{D7F967AE-7D3B-4216-ACAE-5ECD6D5CD0BD}"/>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3.1  数据、模型与评测协议</a:t>
            </a:r>
          </a:p>
        </p:txBody>
      </p:sp>
      <p:sp>
        <p:nvSpPr>
          <p:cNvPr id="2" name="section">
            <a:extLst xmlns:a="http://schemas.openxmlformats.org/drawingml/2006/main">
              <a:ext uri="{FF2B5EF4-FFF2-40B4-BE49-F238E27FC236}">
                <a16:creationId xmlns:a16="http://schemas.microsoft.com/office/drawing/2014/main" id="{DC195EEE-77A1-4241-9A8D-38342A7F21C9}"/>
              </a:ext>
            </a:extLst>
          </p:cNvPr>
          <p:cNvSpPr>
            <a:spLocks xmlns:a="http://schemas.openxmlformats.org/drawingml/2006/main" noGrp="1"/>
          </p:cNvSpPr>
          <p:nvPr/>
        </p:nvSpPr>
        <p:spPr>
          <a:xfrm xmlns:a="http://schemas.openxmlformats.org/drawingml/2006/main">
            <a:off x="419100" y="1323975"/>
            <a:ext cx="581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预训练数据</a:t>
            </a:r>
          </a:p>
        </p:txBody>
      </p:sp>
      <p:graphicFrame>
        <p:nvGraphicFramePr>
          <p:cNvPr id="3" name="">
            <a:extLst xmlns:a="http://schemas.openxmlformats.org/drawingml/2006/main">
              <a:ext uri="{FF2B5EF4-FFF2-40B4-BE49-F238E27FC236}">
                <a16:creationId xmlns:a16="http://schemas.microsoft.com/office/drawing/2014/main" id="{EF3DE22D-8BD1-4FE4-852F-F01832CFB88A}"/>
              </a:ext>
            </a:extLst>
          </p:cNvPr>
          <p:cNvGraphicFramePr/>
          <p:nvPr/>
        </p:nvGraphicFramePr>
        <p:xfrm>
          <a:off xmlns:a="http://schemas.openxmlformats.org/drawingml/2006/main" x="419100" y="1781175"/>
          <a:ext xmlns:a="http://schemas.openxmlformats.org/drawingml/2006/main" cx="5810250" cy="2190750"/>
        </p:xfrm>
        <a:graphic xmlns:a="http://schemas.openxmlformats.org/drawingml/2006/main">
          <a:graphicData uri="http://schemas.openxmlformats.org/drawingml/2006/table">
            <a:tbl>
              <a:tblPr/>
              <a:tblGrid>
                <a:gridCol w="2286000"/>
                <a:gridCol w="2190750"/>
                <a:gridCol w="1333500"/>
              </a:tblGrid>
              <a:tr h="547688">
                <a:tc>
                  <a:txBody>
                    <a:bodyPr/>
                    <a:lstStyle/>
                    <a:p>
                      <a:r>
                        <a:rPr sz="1575" b="1">
                          <a:solidFill>
                            <a:srgbClr val="002554"/>
                          </a:solidFill>
                          <a:latin typeface="Arial"/>
                          <a:ea typeface="Microsoft YaHei"/>
                          <a:cs typeface="Arial"/>
                        </a:rPr>
                        <a:t>数据集</a:t>
                      </a:r>
                    </a:p>
                  </a:txBody>
                  <a:tcPr marL="95250" marR="95250" marT="66675" marB="66675" anchor="ctr">
                    <a:lnL w="6668">
                      <a:solidFill>
                        <a:srgbClr val="CED7DB"/>
                      </a:solidFill>
                      <a:prstDash val="solid"/>
                    </a:lnL>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规模</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类别</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r>
              <a:tr h="547688">
                <a:tc>
                  <a:txBody>
                    <a:bodyPr/>
                    <a:lstStyle/>
                    <a:p>
                      <a:r>
                        <a:rPr sz="1575">
                          <a:solidFill>
                            <a:srgbClr val="182B38"/>
                          </a:solidFill>
                          <a:latin typeface="Arial"/>
                          <a:ea typeface="Microsoft YaHei"/>
                          <a:cs typeface="Arial"/>
                        </a:rPr>
                        <a:t>ImageNet</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约 130 万张</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1,000</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547688">
                <a:tc>
                  <a:txBody>
                    <a:bodyPr/>
                    <a:lstStyle/>
                    <a:p>
                      <a:r>
                        <a:rPr sz="1575">
                          <a:solidFill>
                            <a:srgbClr val="182B38"/>
                          </a:solidFill>
                          <a:latin typeface="Arial"/>
                          <a:ea typeface="Microsoft YaHei"/>
                          <a:cs typeface="Arial"/>
                        </a:rPr>
                        <a:t>ImageNet-21k</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约 1,400 万张</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约 21,000</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547688">
                <a:tc>
                  <a:txBody>
                    <a:bodyPr/>
                    <a:lstStyle/>
                    <a:p>
                      <a:r>
                        <a:rPr sz="1575">
                          <a:solidFill>
                            <a:srgbClr val="182B38"/>
                          </a:solidFill>
                          <a:latin typeface="Arial"/>
                          <a:ea typeface="Microsoft YaHei"/>
                          <a:cs typeface="Arial"/>
                        </a:rPr>
                        <a:t>JFT</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约 3.03 亿张</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约 18,000</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bl>
          </a:graphicData>
        </a:graphic>
      </p:graphicFrame>
      <p:sp>
        <p:nvSpPr>
          <p:cNvPr id="4" name="section">
            <a:extLst xmlns:a="http://schemas.openxmlformats.org/drawingml/2006/main">
              <a:ext uri="{FF2B5EF4-FFF2-40B4-BE49-F238E27FC236}">
                <a16:creationId xmlns:a16="http://schemas.microsoft.com/office/drawing/2014/main" id="{DBA0C618-D6BC-4431-89EE-9EEB40506466}"/>
              </a:ext>
            </a:extLst>
          </p:cNvPr>
          <p:cNvSpPr>
            <a:spLocks xmlns:a="http://schemas.openxmlformats.org/drawingml/2006/main" noGrp="1"/>
          </p:cNvSpPr>
          <p:nvPr/>
        </p:nvSpPr>
        <p:spPr>
          <a:xfrm xmlns:a="http://schemas.openxmlformats.org/drawingml/2006/main">
            <a:off x="419100" y="4267200"/>
            <a:ext cx="581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评测协议</a:t>
            </a:r>
          </a:p>
        </p:txBody>
      </p:sp>
      <p:sp>
        <p:nvSpPr>
          <p:cNvPr id="5" name="protocol">
            <a:extLst xmlns:a="http://schemas.openxmlformats.org/drawingml/2006/main">
              <a:ext uri="{FF2B5EF4-FFF2-40B4-BE49-F238E27FC236}">
                <a16:creationId xmlns:a16="http://schemas.microsoft.com/office/drawing/2014/main" id="{78F907E5-3273-467C-AABD-D84102E4C6BA}"/>
              </a:ext>
            </a:extLst>
          </p:cNvPr>
          <p:cNvSpPr>
            <a:spLocks xmlns:a="http://schemas.openxmlformats.org/drawingml/2006/main" noGrp="1"/>
          </p:cNvSpPr>
          <p:nvPr/>
        </p:nvSpPr>
        <p:spPr>
          <a:xfrm xmlns:a="http://schemas.openxmlformats.org/drawingml/2006/main">
            <a:off x="419100" y="4724400"/>
            <a:ext cx="581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微调：在目标任务上更新模型后测分类性能。</a:t>
            </a:r>
          </a:p>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线性 few-shot：固定表示，用少量标签拟合分类器。</a:t>
            </a:r>
          </a:p>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VTAB：19 项任务，每项使用 1,000 个训练样本。</a:t>
            </a:r>
          </a:p>
        </p:txBody>
      </p:sp>
      <p:sp>
        <p:nvSpPr>
          <p:cNvPr id="6" name="section">
            <a:extLst xmlns:a="http://schemas.openxmlformats.org/drawingml/2006/main">
              <a:ext uri="{FF2B5EF4-FFF2-40B4-BE49-F238E27FC236}">
                <a16:creationId xmlns:a16="http://schemas.microsoft.com/office/drawing/2014/main" id="{A74BB7CE-6D00-4CCB-BBAD-9B8F6607196D}"/>
              </a:ext>
            </a:extLst>
          </p:cNvPr>
          <p:cNvSpPr>
            <a:spLocks xmlns:a="http://schemas.openxmlformats.org/drawingml/2006/main" noGrp="1"/>
          </p:cNvSpPr>
          <p:nvPr/>
        </p:nvSpPr>
        <p:spPr>
          <a:xfrm xmlns:a="http://schemas.openxmlformats.org/drawingml/2006/main">
            <a:off x="6762750" y="1323975"/>
            <a:ext cx="5010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模型配置</a:t>
            </a:r>
          </a:p>
        </p:txBody>
      </p:sp>
      <p:graphicFrame>
        <p:nvGraphicFramePr>
          <p:cNvPr id="7" name="">
            <a:extLst xmlns:a="http://schemas.openxmlformats.org/drawingml/2006/main">
              <a:ext uri="{FF2B5EF4-FFF2-40B4-BE49-F238E27FC236}">
                <a16:creationId xmlns:a16="http://schemas.microsoft.com/office/drawing/2014/main" id="{3077C895-65A7-4534-96A5-33604D73C145}"/>
              </a:ext>
            </a:extLst>
          </p:cNvPr>
          <p:cNvGraphicFramePr/>
          <p:nvPr/>
        </p:nvGraphicFramePr>
        <p:xfrm>
          <a:off xmlns:a="http://schemas.openxmlformats.org/drawingml/2006/main" x="6762750" y="1781175"/>
          <a:ext xmlns:a="http://schemas.openxmlformats.org/drawingml/2006/main" cx="5010150" cy="2190750"/>
        </p:xfrm>
        <a:graphic xmlns:a="http://schemas.openxmlformats.org/drawingml/2006/main">
          <a:graphicData uri="http://schemas.openxmlformats.org/drawingml/2006/table">
            <a:tbl>
              <a:tblPr/>
              <a:tblGrid>
                <a:gridCol w="1524000"/>
                <a:gridCol w="952500"/>
                <a:gridCol w="1238250"/>
                <a:gridCol w="1295400"/>
              </a:tblGrid>
              <a:tr h="547688">
                <a:tc>
                  <a:txBody>
                    <a:bodyPr/>
                    <a:lstStyle/>
                    <a:p>
                      <a:r>
                        <a:rPr sz="1575" b="1">
                          <a:solidFill>
                            <a:srgbClr val="002554"/>
                          </a:solidFill>
                          <a:latin typeface="Arial"/>
                          <a:ea typeface="Microsoft YaHei"/>
                          <a:cs typeface="Arial"/>
                        </a:rPr>
                        <a:t>变体</a:t>
                      </a:r>
                    </a:p>
                  </a:txBody>
                  <a:tcPr marL="95250" marR="95250" marT="66675" marB="66675" anchor="ctr">
                    <a:lnL w="6668">
                      <a:solidFill>
                        <a:srgbClr val="CED7DB"/>
                      </a:solidFill>
                      <a:prstDash val="solid"/>
                    </a:lnL>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层数</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维度 D</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参数量</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r>
              <a:tr h="547688">
                <a:tc>
                  <a:txBody>
                    <a:bodyPr/>
                    <a:lstStyle/>
                    <a:p>
                      <a:r>
                        <a:rPr sz="1575">
                          <a:solidFill>
                            <a:srgbClr val="182B38"/>
                          </a:solidFill>
                          <a:latin typeface="Arial"/>
                          <a:ea typeface="Microsoft YaHei"/>
                          <a:cs typeface="Arial"/>
                        </a:rPr>
                        <a:t>Base</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12</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768</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86M</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547688">
                <a:tc>
                  <a:txBody>
                    <a:bodyPr/>
                    <a:lstStyle/>
                    <a:p>
                      <a:r>
                        <a:rPr sz="1575">
                          <a:solidFill>
                            <a:srgbClr val="182B38"/>
                          </a:solidFill>
                          <a:latin typeface="Arial"/>
                          <a:ea typeface="Microsoft YaHei"/>
                          <a:cs typeface="Arial"/>
                        </a:rPr>
                        <a:t>Large</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24</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1024</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307M</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547688">
                <a:tc>
                  <a:txBody>
                    <a:bodyPr/>
                    <a:lstStyle/>
                    <a:p>
                      <a:r>
                        <a:rPr sz="1575">
                          <a:solidFill>
                            <a:srgbClr val="182B38"/>
                          </a:solidFill>
                          <a:latin typeface="Arial"/>
                          <a:ea typeface="Microsoft YaHei"/>
                          <a:cs typeface="Arial"/>
                        </a:rPr>
                        <a:t>Huge</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32</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1280</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632M</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bl>
          </a:graphicData>
        </a:graphic>
      </p:graphicFrame>
      <p:sp>
        <p:nvSpPr>
          <p:cNvPr id="8" name="section">
            <a:extLst xmlns:a="http://schemas.openxmlformats.org/drawingml/2006/main">
              <a:ext uri="{FF2B5EF4-FFF2-40B4-BE49-F238E27FC236}">
                <a16:creationId xmlns:a16="http://schemas.microsoft.com/office/drawing/2014/main" id="{D9DF0CE6-613E-4746-83BD-264A6CD065BC}"/>
              </a:ext>
            </a:extLst>
          </p:cNvPr>
          <p:cNvSpPr>
            <a:spLocks xmlns:a="http://schemas.openxmlformats.org/drawingml/2006/main" noGrp="1"/>
          </p:cNvSpPr>
          <p:nvPr/>
        </p:nvSpPr>
        <p:spPr>
          <a:xfrm xmlns:a="http://schemas.openxmlformats.org/drawingml/2006/main">
            <a:off x="6762750" y="4267200"/>
            <a:ext cx="5010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比较前需要固定的条件</a:t>
            </a:r>
          </a:p>
        </p:txBody>
      </p:sp>
      <p:sp>
        <p:nvSpPr>
          <p:cNvPr id="9" name="fair">
            <a:extLst xmlns:a="http://schemas.openxmlformats.org/drawingml/2006/main">
              <a:ext uri="{FF2B5EF4-FFF2-40B4-BE49-F238E27FC236}">
                <a16:creationId xmlns:a16="http://schemas.microsoft.com/office/drawing/2014/main" id="{83EB618C-1FA9-4DFD-9B88-C9F5C6905F25}"/>
              </a:ext>
            </a:extLst>
          </p:cNvPr>
          <p:cNvSpPr>
            <a:spLocks xmlns:a="http://schemas.openxmlformats.org/drawingml/2006/main" noGrp="1"/>
          </p:cNvSpPr>
          <p:nvPr/>
        </p:nvSpPr>
        <p:spPr>
          <a:xfrm xmlns:a="http://schemas.openxmlformats.org/drawingml/2006/main">
            <a:off x="6762750" y="4724400"/>
            <a:ext cx="50101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模型名中的 /16、/32 表示图像块尺寸。</a:t>
            </a:r>
          </a:p>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预训练数据、模型容量、分辨率和评测协议都会影响结果。原文对预训练数据与下游测试集做了去重。</a:t>
            </a:r>
          </a:p>
        </p:txBody>
      </p:sp>
      <p:sp>
        <p:nvSpPr>
          <p:cNvPr id="10" name="source">
            <a:extLst xmlns:a="http://schemas.openxmlformats.org/drawingml/2006/main">
              <a:ext uri="{FF2B5EF4-FFF2-40B4-BE49-F238E27FC236}">
                <a16:creationId xmlns:a16="http://schemas.microsoft.com/office/drawing/2014/main" id="{4E4B2C33-D31D-4C52-A1B6-C1548801DD83}"/>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§4.1、Table 1</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11</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232484209"/>
      </p:ext>
    </p:extLst>
  </p:cSld>
</p:sld>
</file>

<file path=ppt/slides/public-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PAGE_TITLE">
            <a:extLst xmlns:a="http://schemas.openxmlformats.org/drawingml/2006/main">
              <a:ext uri="{FF2B5EF4-FFF2-40B4-BE49-F238E27FC236}">
                <a16:creationId xmlns:a16="http://schemas.microsoft.com/office/drawing/2014/main" id="{5C7057CA-C648-4FC3-9542-D94F3DDE2028}"/>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3.2  分类结果与预训练成本</a:t>
            </a:r>
          </a:p>
        </p:txBody>
      </p:sp>
      <p:sp>
        <p:nvSpPr>
          <p:cNvPr id="2" name="section">
            <a:extLst xmlns:a="http://schemas.openxmlformats.org/drawingml/2006/main">
              <a:ext uri="{FF2B5EF4-FFF2-40B4-BE49-F238E27FC236}">
                <a16:creationId xmlns:a16="http://schemas.microsoft.com/office/drawing/2014/main" id="{79EAC4BF-F7CF-4F48-88DB-C0D8194D7849}"/>
              </a:ext>
            </a:extLst>
          </p:cNvPr>
          <p:cNvSpPr>
            <a:spLocks xmlns:a="http://schemas.openxmlformats.org/drawingml/2006/main" noGrp="1"/>
          </p:cNvSpPr>
          <p:nvPr/>
        </p:nvSpPr>
        <p:spPr>
          <a:xfrm xmlns:a="http://schemas.openxmlformats.org/drawingml/2006/main">
            <a:off x="419100" y="1257300"/>
            <a:ext cx="6877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同用 JFT 预训练的三个模型</a:t>
            </a:r>
          </a:p>
        </p:txBody>
      </p:sp>
      <p:graphicFrame>
        <p:nvGraphicFramePr>
          <p:cNvPr id="3" name="">
            <a:extLst xmlns:a="http://schemas.openxmlformats.org/drawingml/2006/main">
              <a:ext uri="{FF2B5EF4-FFF2-40B4-BE49-F238E27FC236}">
                <a16:creationId xmlns:a16="http://schemas.microsoft.com/office/drawing/2014/main" id="{971860B3-3D04-4724-8686-35B10C402F6E}"/>
              </a:ext>
            </a:extLst>
          </p:cNvPr>
          <p:cNvGraphicFramePr/>
          <p:nvPr/>
        </p:nvGraphicFramePr>
        <p:xfrm>
          <a:off xmlns:a="http://schemas.openxmlformats.org/drawingml/2006/main" x="419100" y="1714500"/>
          <a:ext xmlns:a="http://schemas.openxmlformats.org/drawingml/2006/main" cx="7000875" cy="3905250"/>
        </p:xfrm>
        <a:graphic xmlns:a="http://schemas.openxmlformats.org/drawingml/2006/main">
          <a:graphicData uri="http://schemas.openxmlformats.org/drawingml/2006/table">
            <a:tbl>
              <a:tblPr/>
              <a:tblGrid>
                <a:gridCol w="2114550"/>
                <a:gridCol w="1628775"/>
                <a:gridCol w="1628775"/>
                <a:gridCol w="1628775"/>
              </a:tblGrid>
              <a:tr h="433917">
                <a:tc>
                  <a:txBody>
                    <a:bodyPr/>
                    <a:lstStyle/>
                    <a:p>
                      <a:r>
                        <a:rPr sz="1425" b="1">
                          <a:solidFill>
                            <a:srgbClr val="002554"/>
                          </a:solidFill>
                          <a:latin typeface="Arial"/>
                          <a:ea typeface="Microsoft YaHei"/>
                          <a:cs typeface="Arial"/>
                        </a:rPr>
                        <a:t>任务 / 准确率 (%)</a:t>
                      </a:r>
                    </a:p>
                  </a:txBody>
                  <a:tcPr marL="95250" marR="95250" marT="66675" marB="66675" anchor="ctr">
                    <a:lnL w="6668">
                      <a:solidFill>
                        <a:srgbClr val="CED7DB"/>
                      </a:solidFill>
                      <a:prstDash val="solid"/>
                    </a:lnL>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425" b="1">
                          <a:solidFill>
                            <a:srgbClr val="002554"/>
                          </a:solidFill>
                          <a:latin typeface="Arial"/>
                          <a:ea typeface="Microsoft YaHei"/>
                          <a:cs typeface="Arial"/>
                        </a:rPr>
                        <a:t>ViT-H/14</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425" b="1">
                          <a:solidFill>
                            <a:srgbClr val="002554"/>
                          </a:solidFill>
                          <a:latin typeface="Arial"/>
                          <a:ea typeface="Microsoft YaHei"/>
                          <a:cs typeface="Arial"/>
                        </a:rPr>
                        <a:t>ViT-L/16</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425" b="1">
                          <a:solidFill>
                            <a:srgbClr val="002554"/>
                          </a:solidFill>
                          <a:latin typeface="Arial"/>
                          <a:ea typeface="Microsoft YaHei"/>
                          <a:cs typeface="Arial"/>
                        </a:rPr>
                        <a:t>BiT-L</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r>
              <a:tr h="433917">
                <a:tc>
                  <a:txBody>
                    <a:bodyPr/>
                    <a:lstStyle/>
                    <a:p>
                      <a:r>
                        <a:rPr sz="1425">
                          <a:solidFill>
                            <a:srgbClr val="182B38"/>
                          </a:solidFill>
                          <a:latin typeface="Arial"/>
                          <a:ea typeface="Microsoft YaHei"/>
                          <a:cs typeface="Arial"/>
                        </a:rPr>
                        <a:t>ImageNet</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88.55 ± 0.04</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87.76 ± 0.03</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87.54 ± 0.02</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33917">
                <a:tc>
                  <a:txBody>
                    <a:bodyPr/>
                    <a:lstStyle/>
                    <a:p>
                      <a:r>
                        <a:rPr sz="1425">
                          <a:solidFill>
                            <a:srgbClr val="182B38"/>
                          </a:solidFill>
                          <a:latin typeface="Arial"/>
                          <a:ea typeface="Microsoft YaHei"/>
                          <a:cs typeface="Arial"/>
                        </a:rPr>
                        <a:t>ImageNet ReaL</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90.72 ± 0.05</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90.54 ± 0.03</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90.54</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33917">
                <a:tc>
                  <a:txBody>
                    <a:bodyPr/>
                    <a:lstStyle/>
                    <a:p>
                      <a:r>
                        <a:rPr sz="1425">
                          <a:solidFill>
                            <a:srgbClr val="182B38"/>
                          </a:solidFill>
                          <a:latin typeface="Arial"/>
                          <a:ea typeface="Microsoft YaHei"/>
                          <a:cs typeface="Arial"/>
                        </a:rPr>
                        <a:t>CIFAR-10</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99.50 ± 0.06</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99.42 ± 0.03</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99.37 ± 0.06</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33917">
                <a:tc>
                  <a:txBody>
                    <a:bodyPr/>
                    <a:lstStyle/>
                    <a:p>
                      <a:r>
                        <a:rPr sz="1425">
                          <a:solidFill>
                            <a:srgbClr val="182B38"/>
                          </a:solidFill>
                          <a:latin typeface="Arial"/>
                          <a:ea typeface="Microsoft YaHei"/>
                          <a:cs typeface="Arial"/>
                        </a:rPr>
                        <a:t>CIFAR-100</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94.55 ± 0.04</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93.90 ± 0.05</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93.51 ± 0.08</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33917">
                <a:tc>
                  <a:txBody>
                    <a:bodyPr/>
                    <a:lstStyle/>
                    <a:p>
                      <a:r>
                        <a:rPr sz="1425">
                          <a:solidFill>
                            <a:srgbClr val="182B38"/>
                          </a:solidFill>
                          <a:latin typeface="Arial"/>
                          <a:ea typeface="Microsoft YaHei"/>
                          <a:cs typeface="Arial"/>
                        </a:rPr>
                        <a:t>Oxford-IIIT Pets</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97.56 ± 0.03</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97.32 ± 0.11</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96.62 ± 0.23</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33917">
                <a:tc>
                  <a:txBody>
                    <a:bodyPr/>
                    <a:lstStyle/>
                    <a:p>
                      <a:r>
                        <a:rPr sz="1425">
                          <a:solidFill>
                            <a:srgbClr val="182B38"/>
                          </a:solidFill>
                          <a:latin typeface="Arial"/>
                          <a:ea typeface="Microsoft YaHei"/>
                          <a:cs typeface="Arial"/>
                        </a:rPr>
                        <a:t>Flowers-102</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99.68 ± 0.02</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99.74 ± 0.00</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99.63 ± 0.03</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33917">
                <a:tc>
                  <a:txBody>
                    <a:bodyPr/>
                    <a:lstStyle/>
                    <a:p>
                      <a:r>
                        <a:rPr sz="1425">
                          <a:solidFill>
                            <a:srgbClr val="182B38"/>
                          </a:solidFill>
                          <a:latin typeface="Arial"/>
                          <a:ea typeface="Microsoft YaHei"/>
                          <a:cs typeface="Arial"/>
                        </a:rPr>
                        <a:t>VTAB (19 tasks)</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77.63 ± 0.23</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76.28 ± 0.46</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76.29 ± 1.70</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433917">
                <a:tc>
                  <a:txBody>
                    <a:bodyPr/>
                    <a:lstStyle/>
                    <a:p>
                      <a:r>
                        <a:rPr sz="1425">
                          <a:solidFill>
                            <a:srgbClr val="182B38"/>
                          </a:solidFill>
                          <a:latin typeface="Arial"/>
                          <a:ea typeface="Microsoft YaHei"/>
                          <a:cs typeface="Arial"/>
                        </a:rPr>
                        <a:t>TPUv3-core-days ↓</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2.5k</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0.68k</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425">
                          <a:solidFill>
                            <a:srgbClr val="182B38"/>
                          </a:solidFill>
                          <a:latin typeface="Arial"/>
                          <a:ea typeface="Microsoft YaHei"/>
                          <a:cs typeface="Arial"/>
                        </a:rPr>
                        <a:t>9.9k</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bl>
          </a:graphicData>
        </a:graphic>
      </p:graphicFrame>
      <p:sp>
        <p:nvSpPr>
          <p:cNvPr id="4" name="section">
            <a:extLst xmlns:a="http://schemas.openxmlformats.org/drawingml/2006/main">
              <a:ext uri="{FF2B5EF4-FFF2-40B4-BE49-F238E27FC236}">
                <a16:creationId xmlns:a16="http://schemas.microsoft.com/office/drawing/2014/main" id="{BC6B790B-1B31-49B1-9413-7259287DD680}"/>
              </a:ext>
            </a:extLst>
          </p:cNvPr>
          <p:cNvSpPr>
            <a:spLocks xmlns:a="http://schemas.openxmlformats.org/drawingml/2006/main" noGrp="1"/>
          </p:cNvSpPr>
          <p:nvPr/>
        </p:nvSpPr>
        <p:spPr>
          <a:xfrm xmlns:a="http://schemas.openxmlformats.org/drawingml/2006/main">
            <a:off x="7858125" y="1323975"/>
            <a:ext cx="39147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读数时保留任务差异</a:t>
            </a:r>
          </a:p>
        </p:txBody>
      </p:sp>
      <p:sp>
        <p:nvSpPr>
          <p:cNvPr id="5" name="finding">
            <a:extLst xmlns:a="http://schemas.openxmlformats.org/drawingml/2006/main">
              <a:ext uri="{FF2B5EF4-FFF2-40B4-BE49-F238E27FC236}">
                <a16:creationId xmlns:a16="http://schemas.microsoft.com/office/drawing/2014/main" id="{C716CE87-1B6D-4426-8B62-C825FC144A68}"/>
              </a:ext>
            </a:extLst>
          </p:cNvPr>
          <p:cNvSpPr>
            <a:spLocks xmlns:a="http://schemas.openxmlformats.org/drawingml/2006/main" noGrp="1"/>
          </p:cNvSpPr>
          <p:nvPr/>
        </p:nvSpPr>
        <p:spPr>
          <a:xfrm xmlns:a="http://schemas.openxmlformats.org/drawingml/2006/main">
            <a:off x="7858125" y="1790700"/>
            <a:ext cx="39147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ViT-H/14 的 ImageNet 和 CIFAR-100 均值较高。Flowers-102 中，ViT-L/16 的均值更高；VTAB 上 ViT-L/16 与 BiT-L 均值接近。</a:t>
            </a:r>
          </a:p>
        </p:txBody>
      </p:sp>
      <p:sp>
        <p:nvSpPr>
          <p:cNvPr id="6" name="section">
            <a:extLst xmlns:a="http://schemas.openxmlformats.org/drawingml/2006/main">
              <a:ext uri="{FF2B5EF4-FFF2-40B4-BE49-F238E27FC236}">
                <a16:creationId xmlns:a16="http://schemas.microsoft.com/office/drawing/2014/main" id="{3BB51AAC-9DFD-4F27-AE6C-C19A1896BB89}"/>
              </a:ext>
            </a:extLst>
          </p:cNvPr>
          <p:cNvSpPr>
            <a:spLocks xmlns:a="http://schemas.openxmlformats.org/drawingml/2006/main" noGrp="1"/>
          </p:cNvSpPr>
          <p:nvPr/>
        </p:nvSpPr>
        <p:spPr>
          <a:xfrm xmlns:a="http://schemas.openxmlformats.org/drawingml/2006/main">
            <a:off x="7858125" y="3524250"/>
            <a:ext cx="39147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预训练成本</a:t>
            </a:r>
          </a:p>
        </p:txBody>
      </p:sp>
      <p:sp>
        <p:nvSpPr>
          <p:cNvPr id="7" name="cost">
            <a:extLst xmlns:a="http://schemas.openxmlformats.org/drawingml/2006/main">
              <a:ext uri="{FF2B5EF4-FFF2-40B4-BE49-F238E27FC236}">
                <a16:creationId xmlns:a16="http://schemas.microsoft.com/office/drawing/2014/main" id="{9C9973ED-6652-4767-8A37-490901E9AE35}"/>
              </a:ext>
            </a:extLst>
          </p:cNvPr>
          <p:cNvSpPr>
            <a:spLocks xmlns:a="http://schemas.openxmlformats.org/drawingml/2006/main" noGrp="1"/>
          </p:cNvSpPr>
          <p:nvPr/>
        </p:nvSpPr>
        <p:spPr>
          <a:xfrm xmlns:a="http://schemas.openxmlformats.org/drawingml/2006/main">
            <a:off x="7858125" y="3952875"/>
            <a:ext cx="3914775"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ViT-L/16：0.68k TPUv3-core-days</a:t>
            </a:r>
          </a:p>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ViT-H/14：2.5k TPUv3-core-days</a:t>
            </a:r>
          </a:p>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BiT-L：9.9k TPUv3-core-days</a:t>
            </a:r>
          </a:p>
        </p:txBody>
      </p:sp>
      <p:sp>
        <p:nvSpPr>
          <p:cNvPr id="8" name="section">
            <a:extLst xmlns:a="http://schemas.openxmlformats.org/drawingml/2006/main">
              <a:ext uri="{FF2B5EF4-FFF2-40B4-BE49-F238E27FC236}">
                <a16:creationId xmlns:a16="http://schemas.microsoft.com/office/drawing/2014/main" id="{FCE95448-65BF-4E39-8DC9-9008D18F5021}"/>
              </a:ext>
            </a:extLst>
          </p:cNvPr>
          <p:cNvSpPr>
            <a:spLocks xmlns:a="http://schemas.openxmlformats.org/drawingml/2006/main" noGrp="1"/>
          </p:cNvSpPr>
          <p:nvPr/>
        </p:nvSpPr>
        <p:spPr>
          <a:xfrm xmlns:a="http://schemas.openxmlformats.org/drawingml/2006/main">
            <a:off x="7858125" y="5219700"/>
            <a:ext cx="39147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结论范围</a:t>
            </a:r>
          </a:p>
        </p:txBody>
      </p:sp>
      <p:sp>
        <p:nvSpPr>
          <p:cNvPr id="9" name="vtab">
            <a:extLst xmlns:a="http://schemas.openxmlformats.org/drawingml/2006/main">
              <a:ext uri="{FF2B5EF4-FFF2-40B4-BE49-F238E27FC236}">
                <a16:creationId xmlns:a16="http://schemas.microsoft.com/office/drawing/2014/main" id="{A261C306-E44F-46F8-9D24-09BDFD8A3F12}"/>
              </a:ext>
            </a:extLst>
          </p:cNvPr>
          <p:cNvSpPr>
            <a:spLocks xmlns:a="http://schemas.openxmlformats.org/drawingml/2006/main" noGrp="1"/>
          </p:cNvSpPr>
          <p:nvPr/>
        </p:nvSpPr>
        <p:spPr>
          <a:xfrm xmlns:a="http://schemas.openxmlformats.org/drawingml/2006/main">
            <a:off x="7858125" y="5629275"/>
            <a:ext cx="39147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上表支持具体任务上的均值比较。接近的均值与标准差应一并阅读，不能直接当作显著差异。</a:t>
            </a:r>
          </a:p>
        </p:txBody>
      </p:sp>
      <p:sp>
        <p:nvSpPr>
          <p:cNvPr id="10" name="compute">
            <a:extLst xmlns:a="http://schemas.openxmlformats.org/drawingml/2006/main">
              <a:ext uri="{FF2B5EF4-FFF2-40B4-BE49-F238E27FC236}">
                <a16:creationId xmlns:a16="http://schemas.microsoft.com/office/drawing/2014/main" id="{08856A50-19A3-41E6-BF26-7AB76480D6CA}"/>
              </a:ext>
            </a:extLst>
          </p:cNvPr>
          <p:cNvSpPr>
            <a:spLocks xmlns:a="http://schemas.openxmlformats.org/drawingml/2006/main" noGrp="1"/>
          </p:cNvSpPr>
          <p:nvPr/>
        </p:nvSpPr>
        <p:spPr>
          <a:xfrm xmlns:a="http://schemas.openxmlformats.org/drawingml/2006/main">
            <a:off x="419100" y="5800725"/>
            <a:ext cx="7000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115740"/>
                </a:solidFill>
                <a:latin typeface="Arial"/>
                <a:ea typeface="Microsoft YaHei"/>
                <a:cs typeface="Arial"/>
              </a:defRPr>
            </a:defPPr>
            <a:lvl1pPr>
              <a:defRPr sz="1500" b="0">
                <a:solidFill>
                  <a:srgbClr val="115740"/>
                </a:solidFill>
                <a:latin typeface="Arial"/>
                <a:ea typeface="Microsoft YaHei"/>
                <a:cs typeface="Arial"/>
              </a:defRPr>
            </a:lvl1pPr>
            <a:lvl2pPr>
              <a:defRPr sz="1500" b="0">
                <a:solidFill>
                  <a:srgbClr val="115740"/>
                </a:solidFill>
                <a:latin typeface="Arial"/>
                <a:ea typeface="Microsoft YaHei"/>
                <a:cs typeface="Arial"/>
              </a:defRPr>
            </a:lvl2pPr>
            <a:lvl3pPr>
              <a:defRPr sz="1500" b="0">
                <a:solidFill>
                  <a:srgbClr val="115740"/>
                </a:solidFill>
                <a:latin typeface="Arial"/>
                <a:ea typeface="Microsoft YaHei"/>
                <a:cs typeface="Arial"/>
              </a:defRPr>
            </a:lvl3pPr>
            <a:lvl4pPr>
              <a:defRPr sz="1500" b="0">
                <a:solidFill>
                  <a:srgbClr val="115740"/>
                </a:solidFill>
                <a:latin typeface="Arial"/>
                <a:ea typeface="Microsoft YaHei"/>
                <a:cs typeface="Arial"/>
              </a:defRPr>
            </a:lvl4pPr>
            <a:lvl5pPr>
              <a:defRPr sz="1500" b="0">
                <a:solidFill>
                  <a:srgbClr val="115740"/>
                </a:solidFill>
                <a:latin typeface="Arial"/>
                <a:ea typeface="Microsoft YaHei"/>
                <a:cs typeface="Arial"/>
              </a:defRPr>
            </a:lvl5pPr>
            <a:lvl6pPr>
              <a:defRPr sz="1500" b="0">
                <a:solidFill>
                  <a:srgbClr val="115740"/>
                </a:solidFill>
                <a:latin typeface="Arial"/>
                <a:ea typeface="Microsoft YaHei"/>
                <a:cs typeface="Arial"/>
              </a:defRPr>
            </a:lvl6pPr>
            <a:lvl7pPr>
              <a:defRPr sz="1500" b="0">
                <a:solidFill>
                  <a:srgbClr val="115740"/>
                </a:solidFill>
                <a:latin typeface="Arial"/>
                <a:ea typeface="Microsoft YaHei"/>
                <a:cs typeface="Arial"/>
              </a:defRPr>
            </a:lvl7pPr>
            <a:lvl8pPr>
              <a:defRPr sz="1500" b="0">
                <a:solidFill>
                  <a:srgbClr val="115740"/>
                </a:solidFill>
                <a:latin typeface="Arial"/>
                <a:ea typeface="Microsoft YaHei"/>
                <a:cs typeface="Arial"/>
              </a:defRPr>
            </a:lvl8pPr>
            <a:lvl9pPr>
              <a:defRPr sz="1500" b="0">
                <a:solidFill>
                  <a:srgbClr val="115740"/>
                </a:solidFill>
                <a:latin typeface="Arial"/>
                <a:ea typeface="Microsoft YaHei"/>
                <a:cs typeface="Arial"/>
              </a:defRPr>
            </a:lvl9pPr>
          </a:lstStyle>
          <a:p xmlns:a="http://schemas.openxmlformats.org/drawingml/2006/main">
            <a:pPr>
              <a:defRPr sz="1500" b="0">
                <a:solidFill>
                  <a:srgbClr val="115740"/>
                </a:solidFill>
                <a:latin typeface="Arial"/>
                <a:ea typeface="Microsoft YaHei"/>
                <a:cs typeface="Arial"/>
              </a:defRPr>
            </a:pPr>
            <a:r>
              <a:rPr sz="1500" b="0">
                <a:solidFill>
                  <a:srgbClr val="115740"/>
                </a:solidFill>
                <a:latin typeface="Arial"/>
                <a:ea typeface="Microsoft YaHei"/>
                <a:cs typeface="Arial"/>
              </a:rPr>
              <a:t>训练成本受结构、优化器与训练日程共同影响，不能将上表视为仅改变模型结构的控制实验。</a:t>
            </a:r>
          </a:p>
        </p:txBody>
      </p:sp>
      <p:sp>
        <p:nvSpPr>
          <p:cNvPr id="11" name="source">
            <a:extLst xmlns:a="http://schemas.openxmlformats.org/drawingml/2006/main">
              <a:ext uri="{FF2B5EF4-FFF2-40B4-BE49-F238E27FC236}">
                <a16:creationId xmlns:a16="http://schemas.microsoft.com/office/drawing/2014/main" id="{39851B0F-0B14-4A10-B27B-E53D107AC175}"/>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Table 2（选列，保留全部任务）；± 为 3 次微调的标准差</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12</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1178416897"/>
      </p:ext>
    </p:extLst>
  </p:cSld>
</p:sld>
</file>

<file path=ppt/slides/public-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PAGE_TITLE">
            <a:extLst xmlns:a="http://schemas.openxmlformats.org/drawingml/2006/main">
              <a:ext uri="{FF2B5EF4-FFF2-40B4-BE49-F238E27FC236}">
                <a16:creationId xmlns:a16="http://schemas.microsoft.com/office/drawing/2014/main" id="{30E9F839-E245-4E42-8B28-B84891D2ED3B}"/>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3.3  计算预算与模型扩展</a:t>
            </a:r>
          </a:p>
        </p:txBody>
      </p:sp>
      <p:pic>
        <p:nvPicPr>
          <p:cNvPr id="2" name="">
            <a:extLst xmlns:a="http://schemas.openxmlformats.org/drawingml/2006/main">
              <a:ext uri="{FF2B5EF4-FFF2-40B4-BE49-F238E27FC236}">
                <a16:creationId xmlns:a16="http://schemas.microsoft.com/office/drawing/2014/main" id="{C78003E8-2212-4F84-A186-445FDAB0AA0A}"/>
              </a:ext>
            </a:extLst>
          </p:cNvPr>
          <p:cNvPicPr>
            <a:picLocks xmlns:a="http://schemas.openxmlformats.org/drawingml/2006/main" noChangeAspect="1"/>
          </p:cNvPicPr>
          <p:nvPr/>
        </p:nvPicPr>
        <p:blipFill>
          <a:blip xmlns:r="http://schemas.openxmlformats.org/officeDocument/2006/relationships" xmlns:a="http://schemas.openxmlformats.org/drawingml/2006/main" r:embed="R58e58f4798f24530"/>
          <a:stretch xmlns:a="http://schemas.openxmlformats.org/drawingml/2006/main"/>
        </p:blipFill>
        <p:spPr>
          <a:xfrm xmlns:a="http://schemas.openxmlformats.org/drawingml/2006/main">
            <a:off x="419100" y="1437072"/>
            <a:ext cx="7848600" cy="3250430"/>
          </a:xfrm>
          <a:prstGeom xmlns:a="http://schemas.openxmlformats.org/drawingml/2006/main" prst="rect">
            <a:avLst/>
          </a:prstGeom>
        </p:spPr>
      </p:pic>
      <p:sp>
        <p:nvSpPr>
          <p:cNvPr id="3" name="section">
            <a:extLst xmlns:a="http://schemas.openxmlformats.org/drawingml/2006/main">
              <a:ext uri="{FF2B5EF4-FFF2-40B4-BE49-F238E27FC236}">
                <a16:creationId xmlns:a16="http://schemas.microsoft.com/office/drawing/2014/main" id="{57C34BFE-6B70-42AA-8604-DAC4D2C721E5}"/>
              </a:ext>
            </a:extLst>
          </p:cNvPr>
          <p:cNvSpPr>
            <a:spLocks xmlns:a="http://schemas.openxmlformats.org/drawingml/2006/main" noGrp="1"/>
          </p:cNvSpPr>
          <p:nvPr/>
        </p:nvSpPr>
        <p:spPr>
          <a:xfrm xmlns:a="http://schemas.openxmlformats.org/drawingml/2006/main">
            <a:off x="8724900" y="13811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统一数据源下比较计算量</a:t>
            </a:r>
          </a:p>
        </p:txBody>
      </p:sp>
      <p:sp>
        <p:nvSpPr>
          <p:cNvPr id="4" name="controls">
            <a:extLst xmlns:a="http://schemas.openxmlformats.org/drawingml/2006/main">
              <a:ext uri="{FF2B5EF4-FFF2-40B4-BE49-F238E27FC236}">
                <a16:creationId xmlns:a16="http://schemas.microsoft.com/office/drawing/2014/main" id="{0D131E42-F5D6-4DB1-AB2D-DE2B96FCE628}"/>
              </a:ext>
            </a:extLst>
          </p:cNvPr>
          <p:cNvSpPr>
            <a:spLocks xmlns:a="http://schemas.openxmlformats.org/drawingml/2006/main" noGrp="1"/>
          </p:cNvSpPr>
          <p:nvPr/>
        </p:nvSpPr>
        <p:spPr>
          <a:xfrm xmlns:a="http://schemas.openxmlformats.org/drawingml/2006/main">
            <a:off x="8724900" y="1828800"/>
            <a:ext cx="304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模型均在 JFT-300M 上训练，比较不同规模的 ViT、ResNet 和混合模型。横轴为总预训练计算量，采用对数刻度。</a:t>
            </a:r>
          </a:p>
        </p:txBody>
      </p:sp>
      <p:sp>
        <p:nvSpPr>
          <p:cNvPr id="5" name="section">
            <a:extLst xmlns:a="http://schemas.openxmlformats.org/drawingml/2006/main">
              <a:ext uri="{FF2B5EF4-FFF2-40B4-BE49-F238E27FC236}">
                <a16:creationId xmlns:a16="http://schemas.microsoft.com/office/drawing/2014/main" id="{7F1FF793-6936-41DD-ABF7-57B4CDCA8C7C}"/>
              </a:ext>
            </a:extLst>
          </p:cNvPr>
          <p:cNvSpPr>
            <a:spLocks xmlns:a="http://schemas.openxmlformats.org/drawingml/2006/main" noGrp="1"/>
          </p:cNvSpPr>
          <p:nvPr/>
        </p:nvSpPr>
        <p:spPr>
          <a:xfrm xmlns:a="http://schemas.openxmlformats.org/drawingml/2006/main">
            <a:off x="8724900" y="3829050"/>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观察与解释</a:t>
            </a:r>
          </a:p>
        </p:txBody>
      </p:sp>
      <p:sp>
        <p:nvSpPr>
          <p:cNvPr id="6" name="observation">
            <a:extLst xmlns:a="http://schemas.openxmlformats.org/drawingml/2006/main">
              <a:ext uri="{FF2B5EF4-FFF2-40B4-BE49-F238E27FC236}">
                <a16:creationId xmlns:a16="http://schemas.microsoft.com/office/drawing/2014/main" id="{F6B62361-E015-4E4F-A466-83D60A071071}"/>
              </a:ext>
            </a:extLst>
          </p:cNvPr>
          <p:cNvSpPr>
            <a:spLocks xmlns:a="http://schemas.openxmlformats.org/drawingml/2006/main" noGrp="1"/>
          </p:cNvSpPr>
          <p:nvPr/>
        </p:nvSpPr>
        <p:spPr>
          <a:xfrm xmlns:a="http://schemas.openxmlformats.org/drawingml/2006/main">
            <a:off x="8724900" y="4276725"/>
            <a:ext cx="3048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在论文考察的预算范围内，ViT 的准确率与计算量关系更有利；混合模型在较小预算时也表现良好。</a:t>
            </a:r>
          </a:p>
        </p:txBody>
      </p:sp>
      <p:sp>
        <p:nvSpPr>
          <p:cNvPr id="7" name="divider">
            <a:extLst xmlns:a="http://schemas.openxmlformats.org/drawingml/2006/main">
              <a:ext uri="{FF2B5EF4-FFF2-40B4-BE49-F238E27FC236}">
                <a16:creationId xmlns:a16="http://schemas.microsoft.com/office/drawing/2014/main" id="{247A0A32-9844-4ECE-8562-F2A26F54388A}"/>
              </a:ext>
            </a:extLst>
          </p:cNvPr>
          <p:cNvSpPr>
            <a:spLocks xmlns:a="http://schemas.openxmlformats.org/drawingml/2006/main" noGrp="1"/>
          </p:cNvSpPr>
          <p:nvPr/>
        </p:nvSpPr>
        <p:spPr>
          <a:xfrm xmlns:a="http://schemas.openxmlformats.org/drawingml/2006/main">
            <a:off x="419100" y="5067300"/>
            <a:ext cx="7848600" cy="9525"/>
          </a:xfrm>
          <a:prstGeom xmlns:a="http://schemas.openxmlformats.org/drawingml/2006/main" prst="rect">
            <a:avLst/>
          </a:prstGeom>
          <a:solidFill xmlns:a="http://schemas.openxmlformats.org/drawingml/2006/main">
            <a:srgbClr val="CED7DB"/>
          </a:solidFill>
          <a:ln xmlns:a="http://schemas.openxmlformats.org/drawingml/2006/main" w="0">
            <a:noFill/>
          </a:ln>
        </p:spPr>
      </p:sp>
      <p:sp>
        <p:nvSpPr>
          <p:cNvPr id="8" name="section">
            <a:extLst xmlns:a="http://schemas.openxmlformats.org/drawingml/2006/main">
              <a:ext uri="{FF2B5EF4-FFF2-40B4-BE49-F238E27FC236}">
                <a16:creationId xmlns:a16="http://schemas.microsoft.com/office/drawing/2014/main" id="{95AAD6E9-2773-4998-8BE6-87E7D26986D8}"/>
              </a:ext>
            </a:extLst>
          </p:cNvPr>
          <p:cNvSpPr>
            <a:spLocks xmlns:a="http://schemas.openxmlformats.org/drawingml/2006/main" noGrp="1"/>
          </p:cNvSpPr>
          <p:nvPr/>
        </p:nvSpPr>
        <p:spPr>
          <a:xfrm xmlns:a="http://schemas.openxmlformats.org/drawingml/2006/main">
            <a:off x="419100" y="5238750"/>
            <a:ext cx="7848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结论适用的范围</a:t>
            </a:r>
          </a:p>
        </p:txBody>
      </p:sp>
      <p:sp>
        <p:nvSpPr>
          <p:cNvPr id="9" name="scope">
            <a:extLst xmlns:a="http://schemas.openxmlformats.org/drawingml/2006/main">
              <a:ext uri="{FF2B5EF4-FFF2-40B4-BE49-F238E27FC236}">
                <a16:creationId xmlns:a16="http://schemas.microsoft.com/office/drawing/2014/main" id="{0FECBDA3-26D9-427D-A7C9-1CD4F6308D83}"/>
              </a:ext>
            </a:extLst>
          </p:cNvPr>
          <p:cNvSpPr>
            <a:spLocks xmlns:a="http://schemas.openxmlformats.org/drawingml/2006/main" noGrp="1"/>
          </p:cNvSpPr>
          <p:nvPr/>
        </p:nvSpPr>
        <p:spPr>
          <a:xfrm xmlns:a="http://schemas.openxmlformats.org/drawingml/2006/main">
            <a:off x="419100" y="5676900"/>
            <a:ext cx="78486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182B38"/>
                </a:solidFill>
                <a:latin typeface="Arial"/>
                <a:ea typeface="Microsoft YaHei"/>
                <a:cs typeface="Arial"/>
              </a:defRPr>
            </a:defPPr>
            <a:lvl1pPr>
              <a:defRPr sz="1650" b="0">
                <a:solidFill>
                  <a:srgbClr val="182B38"/>
                </a:solidFill>
                <a:latin typeface="Arial"/>
                <a:ea typeface="Microsoft YaHei"/>
                <a:cs typeface="Arial"/>
              </a:defRPr>
            </a:lvl1pPr>
            <a:lvl2pPr>
              <a:defRPr sz="1650" b="0">
                <a:solidFill>
                  <a:srgbClr val="182B38"/>
                </a:solidFill>
                <a:latin typeface="Arial"/>
                <a:ea typeface="Microsoft YaHei"/>
                <a:cs typeface="Arial"/>
              </a:defRPr>
            </a:lvl2pPr>
            <a:lvl3pPr>
              <a:defRPr sz="1650" b="0">
                <a:solidFill>
                  <a:srgbClr val="182B38"/>
                </a:solidFill>
                <a:latin typeface="Arial"/>
                <a:ea typeface="Microsoft YaHei"/>
                <a:cs typeface="Arial"/>
              </a:defRPr>
            </a:lvl3pPr>
            <a:lvl4pPr>
              <a:defRPr sz="1650" b="0">
                <a:solidFill>
                  <a:srgbClr val="182B38"/>
                </a:solidFill>
                <a:latin typeface="Arial"/>
                <a:ea typeface="Microsoft YaHei"/>
                <a:cs typeface="Arial"/>
              </a:defRPr>
            </a:lvl4pPr>
            <a:lvl5pPr>
              <a:defRPr sz="1650" b="0">
                <a:solidFill>
                  <a:srgbClr val="182B38"/>
                </a:solidFill>
                <a:latin typeface="Arial"/>
                <a:ea typeface="Microsoft YaHei"/>
                <a:cs typeface="Arial"/>
              </a:defRPr>
            </a:lvl5pPr>
            <a:lvl6pPr>
              <a:defRPr sz="1650" b="0">
                <a:solidFill>
                  <a:srgbClr val="182B38"/>
                </a:solidFill>
                <a:latin typeface="Arial"/>
                <a:ea typeface="Microsoft YaHei"/>
                <a:cs typeface="Arial"/>
              </a:defRPr>
            </a:lvl6pPr>
            <a:lvl7pPr>
              <a:defRPr sz="1650" b="0">
                <a:solidFill>
                  <a:srgbClr val="182B38"/>
                </a:solidFill>
                <a:latin typeface="Arial"/>
                <a:ea typeface="Microsoft YaHei"/>
                <a:cs typeface="Arial"/>
              </a:defRPr>
            </a:lvl7pPr>
            <a:lvl8pPr>
              <a:defRPr sz="1650" b="0">
                <a:solidFill>
                  <a:srgbClr val="182B38"/>
                </a:solidFill>
                <a:latin typeface="Arial"/>
                <a:ea typeface="Microsoft YaHei"/>
                <a:cs typeface="Arial"/>
              </a:defRPr>
            </a:lvl8pPr>
            <a:lvl9pPr>
              <a:defRPr sz="1650" b="0">
                <a:solidFill>
                  <a:srgbClr val="182B38"/>
                </a:solidFill>
                <a:latin typeface="Arial"/>
                <a:ea typeface="Microsoft YaHei"/>
                <a:cs typeface="Arial"/>
              </a:defRPr>
            </a:lvl9pPr>
          </a:lstStyle>
          <a:p xmlns:a="http://schemas.openxmlformats.org/drawingml/2006/main">
            <a:pPr>
              <a:defRPr sz="1650" b="0">
                <a:solidFill>
                  <a:srgbClr val="182B38"/>
                </a:solidFill>
                <a:latin typeface="Arial"/>
                <a:ea typeface="Microsoft YaHei"/>
                <a:cs typeface="Arial"/>
              </a:defRPr>
            </a:pPr>
            <a:r>
              <a:rPr sz="1650" b="0">
                <a:solidFill>
                  <a:srgbClr val="182B38"/>
                </a:solidFill>
                <a:latin typeface="Arial"/>
                <a:ea typeface="Microsoft YaHei"/>
                <a:cs typeface="Arial"/>
              </a:rPr>
              <a:t>Average-5 与 ImageNet 是两种汇总方式；计算量不等于实际延迟。图中的趋势支持该实验范围内的扩展结论，不能直接外推为所有硬件上的速度优势。</a:t>
            </a:r>
          </a:p>
        </p:txBody>
      </p:sp>
      <p:sp>
        <p:nvSpPr>
          <p:cNvPr id="10" name="source">
            <a:extLst xmlns:a="http://schemas.openxmlformats.org/drawingml/2006/main">
              <a:ext uri="{FF2B5EF4-FFF2-40B4-BE49-F238E27FC236}">
                <a16:creationId xmlns:a16="http://schemas.microsoft.com/office/drawing/2014/main" id="{766389B4-16F5-4BF4-8BA6-F41A015D6573}"/>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§4.4、Figure 5、Appendix D.5</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13</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670369751"/>
      </p:ext>
    </p:extLst>
  </p:cSld>
</p:sld>
</file>

<file path=ppt/slides/public-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PAGE_TITLE">
            <a:extLst xmlns:a="http://schemas.openxmlformats.org/drawingml/2006/main">
              <a:ext uri="{FF2B5EF4-FFF2-40B4-BE49-F238E27FC236}">
                <a16:creationId xmlns:a16="http://schemas.microsoft.com/office/drawing/2014/main" id="{A6742CA3-4B10-4B35-902B-EC38B7094823}"/>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4.1  模型学到了哪些空间结构</a:t>
            </a:r>
          </a:p>
        </p:txBody>
      </p:sp>
      <p:pic>
        <p:nvPicPr>
          <p:cNvPr id="2" name="">
            <a:extLst xmlns:a="http://schemas.openxmlformats.org/drawingml/2006/main">
              <a:ext uri="{FF2B5EF4-FFF2-40B4-BE49-F238E27FC236}">
                <a16:creationId xmlns:a16="http://schemas.microsoft.com/office/drawing/2014/main" id="{53E62D8C-660C-4BED-83AD-AF24502622F1}"/>
              </a:ext>
            </a:extLst>
          </p:cNvPr>
          <p:cNvPicPr>
            <a:picLocks xmlns:a="http://schemas.openxmlformats.org/drawingml/2006/main" noChangeAspect="1"/>
          </p:cNvPicPr>
          <p:nvPr/>
        </p:nvPicPr>
        <p:blipFill>
          <a:blip xmlns:r="http://schemas.openxmlformats.org/officeDocument/2006/relationships" xmlns:a="http://schemas.openxmlformats.org/drawingml/2006/main" r:embed="Rcd52d73cb99e4440"/>
          <a:stretch xmlns:a="http://schemas.openxmlformats.org/drawingml/2006/main"/>
        </p:blipFill>
        <p:spPr>
          <a:xfrm xmlns:a="http://schemas.openxmlformats.org/drawingml/2006/main">
            <a:off x="419100" y="1336964"/>
            <a:ext cx="11353800" cy="3612573"/>
          </a:xfrm>
          <a:prstGeom xmlns:a="http://schemas.openxmlformats.org/drawingml/2006/main" prst="rect">
            <a:avLst/>
          </a:prstGeom>
        </p:spPr>
      </p:pic>
      <p:sp>
        <p:nvSpPr>
          <p:cNvPr id="3" name="section">
            <a:extLst xmlns:a="http://schemas.openxmlformats.org/drawingml/2006/main">
              <a:ext uri="{FF2B5EF4-FFF2-40B4-BE49-F238E27FC236}">
                <a16:creationId xmlns:a16="http://schemas.microsoft.com/office/drawing/2014/main" id="{9D99DDE8-9530-402E-A155-C90C8336E194}"/>
              </a:ext>
            </a:extLst>
          </p:cNvPr>
          <p:cNvSpPr>
            <a:spLocks xmlns:a="http://schemas.openxmlformats.org/drawingml/2006/main" noGrp="1"/>
          </p:cNvSpPr>
          <p:nvPr/>
        </p:nvSpPr>
        <p:spPr>
          <a:xfrm xmlns:a="http://schemas.openxmlformats.org/drawingml/2006/main">
            <a:off x="419100" y="5143500"/>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局部图像模式</a:t>
            </a:r>
          </a:p>
        </p:txBody>
      </p:sp>
      <p:sp>
        <p:nvSpPr>
          <p:cNvPr id="4" name="section">
            <a:extLst xmlns:a="http://schemas.openxmlformats.org/drawingml/2006/main">
              <a:ext uri="{FF2B5EF4-FFF2-40B4-BE49-F238E27FC236}">
                <a16:creationId xmlns:a16="http://schemas.microsoft.com/office/drawing/2014/main" id="{2F2EA078-8A24-4A53-8935-0E3382B39596}"/>
              </a:ext>
            </a:extLst>
          </p:cNvPr>
          <p:cNvSpPr>
            <a:spLocks xmlns:a="http://schemas.openxmlformats.org/drawingml/2006/main" noGrp="1"/>
          </p:cNvSpPr>
          <p:nvPr/>
        </p:nvSpPr>
        <p:spPr>
          <a:xfrm xmlns:a="http://schemas.openxmlformats.org/drawingml/2006/main">
            <a:off x="4343400" y="5143500"/>
            <a:ext cx="342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位置之间的关系</a:t>
            </a:r>
          </a:p>
        </p:txBody>
      </p:sp>
      <p:sp>
        <p:nvSpPr>
          <p:cNvPr id="5" name="section">
            <a:extLst xmlns:a="http://schemas.openxmlformats.org/drawingml/2006/main">
              <a:ext uri="{FF2B5EF4-FFF2-40B4-BE49-F238E27FC236}">
                <a16:creationId xmlns:a16="http://schemas.microsoft.com/office/drawing/2014/main" id="{9B49D8C8-D42E-4EE0-B831-31A31C7CDE6C}"/>
              </a:ext>
            </a:extLst>
          </p:cNvPr>
          <p:cNvSpPr>
            <a:spLocks xmlns:a="http://schemas.openxmlformats.org/drawingml/2006/main" noGrp="1"/>
          </p:cNvSpPr>
          <p:nvPr/>
        </p:nvSpPr>
        <p:spPr>
          <a:xfrm xmlns:a="http://schemas.openxmlformats.org/drawingml/2006/main">
            <a:off x="8267700" y="51435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不同深度的关注范围</a:t>
            </a:r>
          </a:p>
        </p:txBody>
      </p:sp>
      <p:sp>
        <p:nvSpPr>
          <p:cNvPr id="6" name="filters">
            <a:extLst xmlns:a="http://schemas.openxmlformats.org/drawingml/2006/main">
              <a:ext uri="{FF2B5EF4-FFF2-40B4-BE49-F238E27FC236}">
                <a16:creationId xmlns:a16="http://schemas.microsoft.com/office/drawing/2014/main" id="{543D237F-6C81-4FC4-A4C7-8A2192229C4F}"/>
              </a:ext>
            </a:extLst>
          </p:cNvPr>
          <p:cNvSpPr>
            <a:spLocks xmlns:a="http://schemas.openxmlformats.org/drawingml/2006/main" noGrp="1"/>
          </p:cNvSpPr>
          <p:nvPr/>
        </p:nvSpPr>
        <p:spPr>
          <a:xfrm xmlns:a="http://schemas.openxmlformats.org/drawingml/2006/main">
            <a:off x="419100" y="5581650"/>
            <a:ext cx="342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线性嵌入的主成分呈现颜色与纹理模式，说明输入投影学到了图像统计结构。</a:t>
            </a:r>
          </a:p>
        </p:txBody>
      </p:sp>
      <p:sp>
        <p:nvSpPr>
          <p:cNvPr id="7" name="pos">
            <a:extLst xmlns:a="http://schemas.openxmlformats.org/drawingml/2006/main">
              <a:ext uri="{FF2B5EF4-FFF2-40B4-BE49-F238E27FC236}">
                <a16:creationId xmlns:a16="http://schemas.microsoft.com/office/drawing/2014/main" id="{1A5D728F-24CD-43D0-8D4B-ED7535ED0615}"/>
              </a:ext>
            </a:extLst>
          </p:cNvPr>
          <p:cNvSpPr>
            <a:spLocks xmlns:a="http://schemas.openxmlformats.org/drawingml/2006/main" noGrp="1"/>
          </p:cNvSpPr>
          <p:nvPr/>
        </p:nvSpPr>
        <p:spPr>
          <a:xfrm xmlns:a="http://schemas.openxmlformats.org/drawingml/2006/main">
            <a:off x="4343400" y="5581650"/>
            <a:ext cx="3429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位置嵌入之间的相似性呈现空间规律；二维邻域关系可以从训练中形成。</a:t>
            </a:r>
          </a:p>
        </p:txBody>
      </p:sp>
      <p:sp>
        <p:nvSpPr>
          <p:cNvPr id="8" name="attn">
            <a:extLst xmlns:a="http://schemas.openxmlformats.org/drawingml/2006/main">
              <a:ext uri="{FF2B5EF4-FFF2-40B4-BE49-F238E27FC236}">
                <a16:creationId xmlns:a16="http://schemas.microsoft.com/office/drawing/2014/main" id="{74FA92DD-3CA1-4076-BA98-EF40FE40FCC8}"/>
              </a:ext>
            </a:extLst>
          </p:cNvPr>
          <p:cNvSpPr>
            <a:spLocks xmlns:a="http://schemas.openxmlformats.org/drawingml/2006/main" noGrp="1"/>
          </p:cNvSpPr>
          <p:nvPr/>
        </p:nvSpPr>
        <p:spPr>
          <a:xfrm xmlns:a="http://schemas.openxmlformats.org/drawingml/2006/main">
            <a:off x="8267700" y="5581650"/>
            <a:ext cx="3505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182B38"/>
                </a:solidFill>
                <a:latin typeface="Arial"/>
                <a:ea typeface="Microsoft YaHei"/>
                <a:cs typeface="Arial"/>
              </a:defRPr>
            </a:defPPr>
            <a:lvl1pPr>
              <a:defRPr sz="1575" b="0">
                <a:solidFill>
                  <a:srgbClr val="182B38"/>
                </a:solidFill>
                <a:latin typeface="Arial"/>
                <a:ea typeface="Microsoft YaHei"/>
                <a:cs typeface="Arial"/>
              </a:defRPr>
            </a:lvl1pPr>
            <a:lvl2pPr>
              <a:defRPr sz="1575" b="0">
                <a:solidFill>
                  <a:srgbClr val="182B38"/>
                </a:solidFill>
                <a:latin typeface="Arial"/>
                <a:ea typeface="Microsoft YaHei"/>
                <a:cs typeface="Arial"/>
              </a:defRPr>
            </a:lvl2pPr>
            <a:lvl3pPr>
              <a:defRPr sz="1575" b="0">
                <a:solidFill>
                  <a:srgbClr val="182B38"/>
                </a:solidFill>
                <a:latin typeface="Arial"/>
                <a:ea typeface="Microsoft YaHei"/>
                <a:cs typeface="Arial"/>
              </a:defRPr>
            </a:lvl3pPr>
            <a:lvl4pPr>
              <a:defRPr sz="1575" b="0">
                <a:solidFill>
                  <a:srgbClr val="182B38"/>
                </a:solidFill>
                <a:latin typeface="Arial"/>
                <a:ea typeface="Microsoft YaHei"/>
                <a:cs typeface="Arial"/>
              </a:defRPr>
            </a:lvl4pPr>
            <a:lvl5pPr>
              <a:defRPr sz="1575" b="0">
                <a:solidFill>
                  <a:srgbClr val="182B38"/>
                </a:solidFill>
                <a:latin typeface="Arial"/>
                <a:ea typeface="Microsoft YaHei"/>
                <a:cs typeface="Arial"/>
              </a:defRPr>
            </a:lvl5pPr>
            <a:lvl6pPr>
              <a:defRPr sz="1575" b="0">
                <a:solidFill>
                  <a:srgbClr val="182B38"/>
                </a:solidFill>
                <a:latin typeface="Arial"/>
                <a:ea typeface="Microsoft YaHei"/>
                <a:cs typeface="Arial"/>
              </a:defRPr>
            </a:lvl6pPr>
            <a:lvl7pPr>
              <a:defRPr sz="1575" b="0">
                <a:solidFill>
                  <a:srgbClr val="182B38"/>
                </a:solidFill>
                <a:latin typeface="Arial"/>
                <a:ea typeface="Microsoft YaHei"/>
                <a:cs typeface="Arial"/>
              </a:defRPr>
            </a:lvl7pPr>
            <a:lvl8pPr>
              <a:defRPr sz="1575" b="0">
                <a:solidFill>
                  <a:srgbClr val="182B38"/>
                </a:solidFill>
                <a:latin typeface="Arial"/>
                <a:ea typeface="Microsoft YaHei"/>
                <a:cs typeface="Arial"/>
              </a:defRPr>
            </a:lvl8pPr>
            <a:lvl9pPr>
              <a:defRPr sz="1575" b="0">
                <a:solidFill>
                  <a:srgbClr val="182B38"/>
                </a:solidFill>
                <a:latin typeface="Arial"/>
                <a:ea typeface="Microsoft YaHei"/>
                <a:cs typeface="Arial"/>
              </a:defRPr>
            </a:lvl9pPr>
          </a:lstStyle>
          <a:p xmlns:a="http://schemas.openxmlformats.org/drawingml/2006/main">
            <a:pPr>
              <a:defRPr sz="1575" b="0">
                <a:solidFill>
                  <a:srgbClr val="182B38"/>
                </a:solidFill>
                <a:latin typeface="Arial"/>
                <a:ea typeface="Microsoft YaHei"/>
                <a:cs typeface="Arial"/>
              </a:defRPr>
            </a:pPr>
            <a:r>
              <a:rPr sz="1575" b="0">
                <a:solidFill>
                  <a:srgbClr val="182B38"/>
                </a:solidFill>
                <a:latin typeface="Arial"/>
                <a:ea typeface="Microsoft YaHei"/>
                <a:cs typeface="Arial"/>
              </a:rPr>
              <a:t>浅层注意力头的距离存在差异，深层总体关注更远位置。各子图对应的模型配置不同。</a:t>
            </a:r>
          </a:p>
        </p:txBody>
      </p:sp>
      <p:sp>
        <p:nvSpPr>
          <p:cNvPr id="9" name="source">
            <a:extLst xmlns:a="http://schemas.openxmlformats.org/drawingml/2006/main">
              <a:ext uri="{FF2B5EF4-FFF2-40B4-BE49-F238E27FC236}">
                <a16:creationId xmlns:a16="http://schemas.microsoft.com/office/drawing/2014/main" id="{357D632D-7331-4FDA-A172-1214175FA870}"/>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Figure 7；左/中：ViT-L/32，右：ViT-L/16</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14</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275466979"/>
      </p:ext>
    </p:extLst>
  </p:cSld>
</p:sld>
</file>

<file path=ppt/slides/public-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PAGE_TITLE">
            <a:extLst xmlns:a="http://schemas.openxmlformats.org/drawingml/2006/main">
              <a:ext uri="{FF2B5EF4-FFF2-40B4-BE49-F238E27FC236}">
                <a16:creationId xmlns:a16="http://schemas.microsoft.com/office/drawing/2014/main" id="{D206833F-8206-4FB6-AC50-C9779F621B4A}"/>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4.2  注意力可视化与解释边界</a:t>
            </a:r>
          </a:p>
        </p:txBody>
      </p:sp>
      <p:pic>
        <p:nvPicPr>
          <p:cNvPr id="2" name="">
            <a:extLst xmlns:a="http://schemas.openxmlformats.org/drawingml/2006/main">
              <a:ext uri="{FF2B5EF4-FFF2-40B4-BE49-F238E27FC236}">
                <a16:creationId xmlns:a16="http://schemas.microsoft.com/office/drawing/2014/main" id="{81D02F90-D0AE-4580-B642-DF76BEDBD86D}"/>
              </a:ext>
            </a:extLst>
          </p:cNvPr>
          <p:cNvPicPr>
            <a:picLocks xmlns:a="http://schemas.openxmlformats.org/drawingml/2006/main" noChangeAspect="1"/>
          </p:cNvPicPr>
          <p:nvPr/>
        </p:nvPicPr>
        <p:blipFill>
          <a:blip xmlns:r="http://schemas.openxmlformats.org/officeDocument/2006/relationships" xmlns:a="http://schemas.openxmlformats.org/drawingml/2006/main" r:embed="Ra6e642b9688a41b2"/>
          <a:stretch xmlns:a="http://schemas.openxmlformats.org/drawingml/2006/main"/>
        </p:blipFill>
        <p:spPr>
          <a:xfrm xmlns:a="http://schemas.openxmlformats.org/drawingml/2006/main">
            <a:off x="511601" y="1314450"/>
            <a:ext cx="3101124" cy="4972050"/>
          </a:xfrm>
          <a:prstGeom xmlns:a="http://schemas.openxmlformats.org/drawingml/2006/main" prst="rect">
            <a:avLst/>
          </a:prstGeom>
        </p:spPr>
      </p:pic>
      <p:sp>
        <p:nvSpPr>
          <p:cNvPr id="3" name="section">
            <a:extLst xmlns:a="http://schemas.openxmlformats.org/drawingml/2006/main">
              <a:ext uri="{FF2B5EF4-FFF2-40B4-BE49-F238E27FC236}">
                <a16:creationId xmlns:a16="http://schemas.microsoft.com/office/drawing/2014/main" id="{1FAF1143-E693-4042-9780-DF80BA379AA9}"/>
              </a:ext>
            </a:extLst>
          </p:cNvPr>
          <p:cNvSpPr>
            <a:spLocks xmlns:a="http://schemas.openxmlformats.org/drawingml/2006/main" noGrp="1"/>
          </p:cNvSpPr>
          <p:nvPr/>
        </p:nvSpPr>
        <p:spPr>
          <a:xfrm xmlns:a="http://schemas.openxmlformats.org/drawingml/2006/main">
            <a:off x="4333875" y="1362075"/>
            <a:ext cx="7439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输入与关注区域逐行对应</a:t>
            </a:r>
          </a:p>
        </p:txBody>
      </p:sp>
      <p:sp>
        <p:nvSpPr>
          <p:cNvPr id="4" name="meaning">
            <a:extLst xmlns:a="http://schemas.openxmlformats.org/drawingml/2006/main">
              <a:ext uri="{FF2B5EF4-FFF2-40B4-BE49-F238E27FC236}">
                <a16:creationId xmlns:a16="http://schemas.microsoft.com/office/drawing/2014/main" id="{CDF7B607-24E2-4EDF-A137-8D0FA6D057E4}"/>
              </a:ext>
            </a:extLst>
          </p:cNvPr>
          <p:cNvSpPr>
            <a:spLocks xmlns:a="http://schemas.openxmlformats.org/drawingml/2006/main" noGrp="1"/>
          </p:cNvSpPr>
          <p:nvPr/>
        </p:nvSpPr>
        <p:spPr>
          <a:xfrm xmlns:a="http://schemas.openxmlformats.org/drawingml/2006/main">
            <a:off x="4333875" y="1828800"/>
            <a:ext cx="74390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82B38"/>
                </a:solidFill>
                <a:latin typeface="Arial"/>
                <a:ea typeface="Microsoft YaHei"/>
                <a:cs typeface="Arial"/>
              </a:defRPr>
            </a:defPPr>
            <a:lvl1pPr>
              <a:defRPr sz="1800" b="0">
                <a:solidFill>
                  <a:srgbClr val="182B38"/>
                </a:solidFill>
                <a:latin typeface="Arial"/>
                <a:ea typeface="Microsoft YaHei"/>
                <a:cs typeface="Arial"/>
              </a:defRPr>
            </a:lvl1pPr>
            <a:lvl2pPr>
              <a:defRPr sz="1800" b="0">
                <a:solidFill>
                  <a:srgbClr val="182B38"/>
                </a:solidFill>
                <a:latin typeface="Arial"/>
                <a:ea typeface="Microsoft YaHei"/>
                <a:cs typeface="Arial"/>
              </a:defRPr>
            </a:lvl2pPr>
            <a:lvl3pPr>
              <a:defRPr sz="1800" b="0">
                <a:solidFill>
                  <a:srgbClr val="182B38"/>
                </a:solidFill>
                <a:latin typeface="Arial"/>
                <a:ea typeface="Microsoft YaHei"/>
                <a:cs typeface="Arial"/>
              </a:defRPr>
            </a:lvl3pPr>
            <a:lvl4pPr>
              <a:defRPr sz="1800" b="0">
                <a:solidFill>
                  <a:srgbClr val="182B38"/>
                </a:solidFill>
                <a:latin typeface="Arial"/>
                <a:ea typeface="Microsoft YaHei"/>
                <a:cs typeface="Arial"/>
              </a:defRPr>
            </a:lvl4pPr>
            <a:lvl5pPr>
              <a:defRPr sz="1800" b="0">
                <a:solidFill>
                  <a:srgbClr val="182B38"/>
                </a:solidFill>
                <a:latin typeface="Arial"/>
                <a:ea typeface="Microsoft YaHei"/>
                <a:cs typeface="Arial"/>
              </a:defRPr>
            </a:lvl5pPr>
            <a:lvl6pPr>
              <a:defRPr sz="1800" b="0">
                <a:solidFill>
                  <a:srgbClr val="182B38"/>
                </a:solidFill>
                <a:latin typeface="Arial"/>
                <a:ea typeface="Microsoft YaHei"/>
                <a:cs typeface="Arial"/>
              </a:defRPr>
            </a:lvl6pPr>
            <a:lvl7pPr>
              <a:defRPr sz="1800" b="0">
                <a:solidFill>
                  <a:srgbClr val="182B38"/>
                </a:solidFill>
                <a:latin typeface="Arial"/>
                <a:ea typeface="Microsoft YaHei"/>
                <a:cs typeface="Arial"/>
              </a:defRPr>
            </a:lvl7pPr>
            <a:lvl8pPr>
              <a:defRPr sz="1800" b="0">
                <a:solidFill>
                  <a:srgbClr val="182B38"/>
                </a:solidFill>
                <a:latin typeface="Arial"/>
                <a:ea typeface="Microsoft YaHei"/>
                <a:cs typeface="Arial"/>
              </a:defRPr>
            </a:lvl8pPr>
            <a:lvl9pPr>
              <a:defRPr sz="1800" b="0">
                <a:solidFill>
                  <a:srgbClr val="182B38"/>
                </a:solidFill>
                <a:latin typeface="Arial"/>
                <a:ea typeface="Microsoft YaHei"/>
                <a:cs typeface="Arial"/>
              </a:defRPr>
            </a:lvl9pPr>
          </a:lstStyle>
          <a:p xmlns:a="http://schemas.openxmlformats.org/drawingml/2006/main">
            <a:pPr>
              <a:defRPr sz="1800" b="0">
                <a:solidFill>
                  <a:srgbClr val="182B38"/>
                </a:solidFill>
                <a:latin typeface="Arial"/>
                <a:ea typeface="Microsoft YaHei"/>
                <a:cs typeface="Arial"/>
              </a:defRPr>
            </a:pPr>
            <a:r>
              <a:rPr sz="1800" b="0">
                <a:solidFill>
                  <a:srgbClr val="182B38"/>
                </a:solidFill>
                <a:latin typeface="Arial"/>
                <a:ea typeface="Microsoft YaHei"/>
                <a:cs typeface="Arial"/>
              </a:rPr>
              <a:t>左列为输入图像，右列显示输出标记对输入区域的关注。示例中，动物、飞机等目标区域获得较强响应。图示用于观察模型的信息聚合位置。</a:t>
            </a:r>
          </a:p>
        </p:txBody>
      </p:sp>
      <p:sp>
        <p:nvSpPr>
          <p:cNvPr id="5" name="divider">
            <a:extLst xmlns:a="http://schemas.openxmlformats.org/drawingml/2006/main">
              <a:ext uri="{FF2B5EF4-FFF2-40B4-BE49-F238E27FC236}">
                <a16:creationId xmlns:a16="http://schemas.microsoft.com/office/drawing/2014/main" id="{797AE23C-D860-4D8E-B724-519B8930EC00}"/>
              </a:ext>
            </a:extLst>
          </p:cNvPr>
          <p:cNvSpPr>
            <a:spLocks xmlns:a="http://schemas.openxmlformats.org/drawingml/2006/main" noGrp="1"/>
          </p:cNvSpPr>
          <p:nvPr/>
        </p:nvSpPr>
        <p:spPr>
          <a:xfrm xmlns:a="http://schemas.openxmlformats.org/drawingml/2006/main">
            <a:off x="4333875" y="3076575"/>
            <a:ext cx="7439025" cy="9525"/>
          </a:xfrm>
          <a:prstGeom xmlns:a="http://schemas.openxmlformats.org/drawingml/2006/main" prst="rect">
            <a:avLst/>
          </a:prstGeom>
          <a:solidFill xmlns:a="http://schemas.openxmlformats.org/drawingml/2006/main">
            <a:srgbClr val="CED7DB"/>
          </a:solidFill>
          <a:ln xmlns:a="http://schemas.openxmlformats.org/drawingml/2006/main" w="0">
            <a:noFill/>
          </a:ln>
        </p:spPr>
      </p:sp>
      <p:sp>
        <p:nvSpPr>
          <p:cNvPr id="6" name="section">
            <a:extLst xmlns:a="http://schemas.openxmlformats.org/drawingml/2006/main">
              <a:ext uri="{FF2B5EF4-FFF2-40B4-BE49-F238E27FC236}">
                <a16:creationId xmlns:a16="http://schemas.microsoft.com/office/drawing/2014/main" id="{22DC2F13-6434-4902-BFB3-E8F6BB5DF5F1}"/>
              </a:ext>
            </a:extLst>
          </p:cNvPr>
          <p:cNvSpPr>
            <a:spLocks xmlns:a="http://schemas.openxmlformats.org/drawingml/2006/main" noGrp="1"/>
          </p:cNvSpPr>
          <p:nvPr/>
        </p:nvSpPr>
        <p:spPr>
          <a:xfrm xmlns:a="http://schemas.openxmlformats.org/drawingml/2006/main">
            <a:off x="4333875" y="3276600"/>
            <a:ext cx="7439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读图需要区分的两件事</a:t>
            </a:r>
          </a:p>
        </p:txBody>
      </p:sp>
      <p:sp>
        <p:nvSpPr>
          <p:cNvPr id="7" name="distinction">
            <a:extLst xmlns:a="http://schemas.openxmlformats.org/drawingml/2006/main">
              <a:ext uri="{FF2B5EF4-FFF2-40B4-BE49-F238E27FC236}">
                <a16:creationId xmlns:a16="http://schemas.microsoft.com/office/drawing/2014/main" id="{DFD97B1E-FCE8-4F22-85FE-4D22840DCF80}"/>
              </a:ext>
            </a:extLst>
          </p:cNvPr>
          <p:cNvSpPr>
            <a:spLocks xmlns:a="http://schemas.openxmlformats.org/drawingml/2006/main" noGrp="1"/>
          </p:cNvSpPr>
          <p:nvPr/>
        </p:nvSpPr>
        <p:spPr>
          <a:xfrm xmlns:a="http://schemas.openxmlformats.org/drawingml/2006/main">
            <a:off x="4333875" y="3724275"/>
            <a:ext cx="74390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空间对应：关注区域是否落在相关目标上，可由图像直接观察。</a:t>
            </a:r>
          </a:p>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机制作用：某一模块是否造成性能变化，需要消融或干预实验，不能仅凭热图判断。</a:t>
            </a:r>
          </a:p>
        </p:txBody>
      </p:sp>
      <p:sp>
        <p:nvSpPr>
          <p:cNvPr id="8" name="section">
            <a:extLst xmlns:a="http://schemas.openxmlformats.org/drawingml/2006/main">
              <a:ext uri="{FF2B5EF4-FFF2-40B4-BE49-F238E27FC236}">
                <a16:creationId xmlns:a16="http://schemas.microsoft.com/office/drawing/2014/main" id="{1D51C0A2-5BCF-4DBF-B13B-37B9E655F199}"/>
              </a:ext>
            </a:extLst>
          </p:cNvPr>
          <p:cNvSpPr>
            <a:spLocks xmlns:a="http://schemas.openxmlformats.org/drawingml/2006/main" noGrp="1"/>
          </p:cNvSpPr>
          <p:nvPr/>
        </p:nvSpPr>
        <p:spPr>
          <a:xfrm xmlns:a="http://schemas.openxmlformats.org/drawingml/2006/main">
            <a:off x="4333875" y="5181600"/>
            <a:ext cx="7439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进一步验证的方向</a:t>
            </a:r>
          </a:p>
        </p:txBody>
      </p:sp>
      <p:sp>
        <p:nvSpPr>
          <p:cNvPr id="9" name="next">
            <a:extLst xmlns:a="http://schemas.openxmlformats.org/drawingml/2006/main">
              <a:ext uri="{FF2B5EF4-FFF2-40B4-BE49-F238E27FC236}">
                <a16:creationId xmlns:a16="http://schemas.microsoft.com/office/drawing/2014/main" id="{4062B06B-EA18-4B13-9AF4-3897C8F2F7A6}"/>
              </a:ext>
            </a:extLst>
          </p:cNvPr>
          <p:cNvSpPr>
            <a:spLocks xmlns:a="http://schemas.openxmlformats.org/drawingml/2006/main" noGrp="1"/>
          </p:cNvSpPr>
          <p:nvPr/>
        </p:nvSpPr>
        <p:spPr>
          <a:xfrm xmlns:a="http://schemas.openxmlformats.org/drawingml/2006/main">
            <a:off x="4333875" y="5600700"/>
            <a:ext cx="74390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结合失败样例、遮挡条件和定量评测，检查关注位置与预测结果的关系；保留原图例与可视化方法。</a:t>
            </a:r>
          </a:p>
        </p:txBody>
      </p:sp>
      <p:sp>
        <p:nvSpPr>
          <p:cNvPr id="10" name="source">
            <a:extLst xmlns:a="http://schemas.openxmlformats.org/drawingml/2006/main">
              <a:ext uri="{FF2B5EF4-FFF2-40B4-BE49-F238E27FC236}">
                <a16:creationId xmlns:a16="http://schemas.microsoft.com/office/drawing/2014/main" id="{40B0D67A-EEDB-4048-8AFF-73EE30CBCF42}"/>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Figure 6、Appendix D.7；热图属于定性证据</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15</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621400356"/>
      </p:ext>
    </p:extLst>
  </p:cSld>
</p:sld>
</file>

<file path=ppt/slides/public-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PAGE_TITLE">
            <a:extLst xmlns:a="http://schemas.openxmlformats.org/drawingml/2006/main">
              <a:ext uri="{FF2B5EF4-FFF2-40B4-BE49-F238E27FC236}">
                <a16:creationId xmlns:a16="http://schemas.microsoft.com/office/drawing/2014/main" id="{924D94C9-87EA-4437-8BFB-BD66C85B44BA}"/>
              </a:ext>
            </a:extLst>
          </p:cNvPr>
          <p:cNvSpPr>
            <a:spLocks xmlns:a="http://schemas.openxmlformats.org/drawingml/2006/main" noGrp="1"/>
          </p:cNvSpPr>
          <p:nvPr/>
        </p:nvSpPr>
        <p:spPr>
          <a:xfrm xmlns:a="http://schemas.openxmlformats.org/drawingml/2006/main">
            <a:off x="990600" y="314325"/>
            <a:ext cx="871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002554"/>
                </a:solidFill>
                <a:latin typeface="Arial"/>
                <a:ea typeface="Microsoft YaHei"/>
                <a:cs typeface="Arial"/>
              </a:defRPr>
            </a:defPPr>
            <a:lvl1pPr>
              <a:defRPr sz="2700" b="1">
                <a:solidFill>
                  <a:srgbClr val="002554"/>
                </a:solidFill>
                <a:latin typeface="Arial"/>
                <a:ea typeface="Microsoft YaHei"/>
                <a:cs typeface="Arial"/>
              </a:defRPr>
            </a:lvl1pPr>
            <a:lvl2pPr>
              <a:defRPr sz="2700" b="1">
                <a:solidFill>
                  <a:srgbClr val="002554"/>
                </a:solidFill>
                <a:latin typeface="Arial"/>
                <a:ea typeface="Microsoft YaHei"/>
                <a:cs typeface="Arial"/>
              </a:defRPr>
            </a:lvl2pPr>
            <a:lvl3pPr>
              <a:defRPr sz="2700" b="1">
                <a:solidFill>
                  <a:srgbClr val="002554"/>
                </a:solidFill>
                <a:latin typeface="Arial"/>
                <a:ea typeface="Microsoft YaHei"/>
                <a:cs typeface="Arial"/>
              </a:defRPr>
            </a:lvl3pPr>
            <a:lvl4pPr>
              <a:defRPr sz="2700" b="1">
                <a:solidFill>
                  <a:srgbClr val="002554"/>
                </a:solidFill>
                <a:latin typeface="Arial"/>
                <a:ea typeface="Microsoft YaHei"/>
                <a:cs typeface="Arial"/>
              </a:defRPr>
            </a:lvl4pPr>
            <a:lvl5pPr>
              <a:defRPr sz="2700" b="1">
                <a:solidFill>
                  <a:srgbClr val="002554"/>
                </a:solidFill>
                <a:latin typeface="Arial"/>
                <a:ea typeface="Microsoft YaHei"/>
                <a:cs typeface="Arial"/>
              </a:defRPr>
            </a:lvl5pPr>
            <a:lvl6pPr>
              <a:defRPr sz="2700" b="1">
                <a:solidFill>
                  <a:srgbClr val="002554"/>
                </a:solidFill>
                <a:latin typeface="Arial"/>
                <a:ea typeface="Microsoft YaHei"/>
                <a:cs typeface="Arial"/>
              </a:defRPr>
            </a:lvl6pPr>
            <a:lvl7pPr>
              <a:defRPr sz="2700" b="1">
                <a:solidFill>
                  <a:srgbClr val="002554"/>
                </a:solidFill>
                <a:latin typeface="Arial"/>
                <a:ea typeface="Microsoft YaHei"/>
                <a:cs typeface="Arial"/>
              </a:defRPr>
            </a:lvl7pPr>
            <a:lvl8pPr>
              <a:defRPr sz="2700" b="1">
                <a:solidFill>
                  <a:srgbClr val="002554"/>
                </a:solidFill>
                <a:latin typeface="Arial"/>
                <a:ea typeface="Microsoft YaHei"/>
                <a:cs typeface="Arial"/>
              </a:defRPr>
            </a:lvl8pPr>
            <a:lvl9pPr>
              <a:defRPr sz="2700" b="1">
                <a:solidFill>
                  <a:srgbClr val="002554"/>
                </a:solidFill>
                <a:latin typeface="Arial"/>
                <a:ea typeface="Microsoft YaHei"/>
                <a:cs typeface="Arial"/>
              </a:defRPr>
            </a:lvl9pPr>
          </a:lstStyle>
          <a:p xmlns:a="http://schemas.openxmlformats.org/drawingml/2006/main">
            <a:pPr>
              <a:defRPr sz="2700" b="1">
                <a:solidFill>
                  <a:srgbClr val="002554"/>
                </a:solidFill>
                <a:latin typeface="Arial"/>
                <a:ea typeface="Microsoft YaHei"/>
                <a:cs typeface="Arial"/>
              </a:defRPr>
            </a:pPr>
            <a:r>
              <a:rPr sz="2700" b="1">
                <a:solidFill>
                  <a:srgbClr val="002554"/>
                </a:solidFill>
                <a:latin typeface="Arial"/>
                <a:ea typeface="Microsoft YaHei"/>
                <a:cs typeface="Arial"/>
              </a:rPr>
              <a:t>5.1  主要结论与适用范围</a:t>
            </a:r>
          </a:p>
        </p:txBody>
      </p:sp>
      <p:sp>
        <p:nvSpPr>
          <p:cNvPr id="2" name="section">
            <a:extLst xmlns:a="http://schemas.openxmlformats.org/drawingml/2006/main">
              <a:ext uri="{FF2B5EF4-FFF2-40B4-BE49-F238E27FC236}">
                <a16:creationId xmlns:a16="http://schemas.microsoft.com/office/drawing/2014/main" id="{E622BCE0-AE8D-4118-9941-B19C275C157A}"/>
              </a:ext>
            </a:extLst>
          </p:cNvPr>
          <p:cNvSpPr>
            <a:spLocks xmlns:a="http://schemas.openxmlformats.org/drawingml/2006/main" noGrp="1"/>
          </p:cNvSpPr>
          <p:nvPr/>
        </p:nvSpPr>
        <p:spPr>
          <a:xfrm xmlns:a="http://schemas.openxmlformats.org/drawingml/2006/main">
            <a:off x="419100" y="1323975"/>
            <a:ext cx="1135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方法、证据与条件对应</a:t>
            </a:r>
          </a:p>
        </p:txBody>
      </p:sp>
      <p:graphicFrame>
        <p:nvGraphicFramePr>
          <p:cNvPr id="3" name="">
            <a:extLst xmlns:a="http://schemas.openxmlformats.org/drawingml/2006/main">
              <a:ext uri="{FF2B5EF4-FFF2-40B4-BE49-F238E27FC236}">
                <a16:creationId xmlns:a16="http://schemas.microsoft.com/office/drawing/2014/main" id="{6DD785AF-656C-4951-9065-1A1600D3A6B1}"/>
              </a:ext>
            </a:extLst>
          </p:cNvPr>
          <p:cNvGraphicFramePr/>
          <p:nvPr/>
        </p:nvGraphicFramePr>
        <p:xfrm>
          <a:off xmlns:a="http://schemas.openxmlformats.org/drawingml/2006/main" x="419100" y="1847850"/>
          <a:ext xmlns:a="http://schemas.openxmlformats.org/drawingml/2006/main" cx="11353800" cy="3143250"/>
        </p:xfrm>
        <a:graphic xmlns:a="http://schemas.openxmlformats.org/drawingml/2006/main">
          <a:graphicData uri="http://schemas.openxmlformats.org/drawingml/2006/table">
            <a:tbl>
              <a:tblPr/>
              <a:tblGrid>
                <a:gridCol w="1619250"/>
                <a:gridCol w="3429000"/>
                <a:gridCol w="2857500"/>
                <a:gridCol w="3448050"/>
              </a:tblGrid>
              <a:tr h="628650">
                <a:tc>
                  <a:txBody>
                    <a:bodyPr/>
                    <a:lstStyle/>
                    <a:p>
                      <a:r>
                        <a:rPr sz="1575" b="1">
                          <a:solidFill>
                            <a:srgbClr val="002554"/>
                          </a:solidFill>
                          <a:latin typeface="Arial"/>
                          <a:ea typeface="Microsoft YaHei"/>
                          <a:cs typeface="Arial"/>
                        </a:rPr>
                        <a:t>讨论对象</a:t>
                      </a:r>
                    </a:p>
                  </a:txBody>
                  <a:tcPr marL="95250" marR="95250" marT="66675" marB="66675" anchor="ctr">
                    <a:lnL w="6668">
                      <a:solidFill>
                        <a:srgbClr val="CED7DB"/>
                      </a:solidFill>
                      <a:prstDash val="solid"/>
                    </a:lnL>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方法 / 观察</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支持证据</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c>
                  <a:txBody>
                    <a:bodyPr/>
                    <a:lstStyle/>
                    <a:p>
                      <a:r>
                        <a:rPr sz="1575" b="1">
                          <a:solidFill>
                            <a:srgbClr val="002554"/>
                          </a:solidFill>
                          <a:latin typeface="Arial"/>
                          <a:ea typeface="Microsoft YaHei"/>
                          <a:cs typeface="Arial"/>
                        </a:rPr>
                        <a:t>需要保留的条件</a:t>
                      </a:r>
                    </a:p>
                  </a:txBody>
                  <a:tcPr marL="95250" marR="95250" marT="66675" marB="66675" anchor="ctr">
                    <a:lnR w="6668">
                      <a:solidFill>
                        <a:srgbClr val="CED7DB"/>
                      </a:solidFill>
                      <a:prstDash val="solid"/>
                    </a:lnR>
                    <a:lnT w="6668">
                      <a:solidFill>
                        <a:srgbClr val="CED7DB"/>
                      </a:solidFill>
                      <a:prstDash val="solid"/>
                    </a:lnT>
                    <a:lnB w="6668">
                      <a:solidFill>
                        <a:srgbClr val="CED7DB"/>
                      </a:solidFill>
                      <a:prstDash val="solid"/>
                    </a:lnB>
                    <a:solidFill>
                      <a:srgbClr val="E8EFF5"/>
                    </a:solidFill>
                  </a:tcPr>
                </a:tc>
              </a:tr>
              <a:tr h="628650">
                <a:tc>
                  <a:txBody>
                    <a:bodyPr/>
                    <a:lstStyle/>
                    <a:p>
                      <a:r>
                        <a:rPr sz="1575">
                          <a:solidFill>
                            <a:srgbClr val="182B38"/>
                          </a:solidFill>
                          <a:latin typeface="Arial"/>
                          <a:ea typeface="Microsoft YaHei"/>
                          <a:cs typeface="Arial"/>
                        </a:rPr>
                        <a:t>图像表示</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分块投影、位置嵌入和分类标记</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架构与编码器计算</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图像分辨率和块尺寸影响序列长度</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628650">
                <a:tc>
                  <a:txBody>
                    <a:bodyPr/>
                    <a:lstStyle/>
                    <a:p>
                      <a:r>
                        <a:rPr sz="1575">
                          <a:solidFill>
                            <a:srgbClr val="182B38"/>
                          </a:solidFill>
                          <a:latin typeface="Arial"/>
                          <a:ea typeface="Microsoft YaHei"/>
                          <a:cs typeface="Arial"/>
                        </a:rPr>
                        <a:t>迁移表现</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大规模预训练后可获得较强分类表示</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分类结果与 VTAB 分组</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任务、预训练数据与模型规模不同</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628650">
                <a:tc>
                  <a:txBody>
                    <a:bodyPr/>
                    <a:lstStyle/>
                    <a:p>
                      <a:r>
                        <a:rPr sz="1575">
                          <a:solidFill>
                            <a:srgbClr val="182B38"/>
                          </a:solidFill>
                          <a:latin typeface="Arial"/>
                          <a:ea typeface="Microsoft YaHei"/>
                          <a:cs typeface="Arial"/>
                        </a:rPr>
                        <a:t>模型扩展</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ViT 在考察预算内表现出扩展优势</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控制数据源的计算量比较</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计算量不能直接代替部署延迟</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r h="628650">
                <a:tc>
                  <a:txBody>
                    <a:bodyPr/>
                    <a:lstStyle/>
                    <a:p>
                      <a:r>
                        <a:rPr sz="1575">
                          <a:solidFill>
                            <a:srgbClr val="182B38"/>
                          </a:solidFill>
                          <a:latin typeface="Arial"/>
                          <a:ea typeface="Microsoft YaHei"/>
                          <a:cs typeface="Arial"/>
                        </a:rPr>
                        <a:t>空间结构</a:t>
                      </a:r>
                    </a:p>
                  </a:txBody>
                  <a:tcPr marL="95250" marR="95250" marT="66675" marB="66675" anchor="ctr">
                    <a:lnL w="6668">
                      <a:solidFill>
                        <a:srgbClr val="CED7DB"/>
                      </a:solidFill>
                      <a:prstDash val="solid"/>
                    </a:lnL>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嵌入与注意力呈现可解释的空间模式</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滤波器、位置相似性、注意力图</a:t>
                      </a:r>
                    </a:p>
                  </a:txBody>
                  <a:tcPr marL="95250" marR="95250" marT="66675" marB="66675" anchor="ctr">
                    <a:lnR w="6668">
                      <a:solidFill>
                        <a:srgbClr val="CED7DB"/>
                      </a:solidFill>
                      <a:prstDash val="solid"/>
                    </a:lnR>
                    <a:lnB w="6668">
                      <a:solidFill>
                        <a:srgbClr val="CED7DB"/>
                      </a:solidFill>
                      <a:prstDash val="solid"/>
                    </a:lnB>
                    <a:solidFill>
                      <a:srgbClr val="FFFFFF"/>
                    </a:solidFill>
                  </a:tcPr>
                </a:tc>
                <a:tc>
                  <a:txBody>
                    <a:bodyPr/>
                    <a:lstStyle/>
                    <a:p>
                      <a:r>
                        <a:rPr sz="1575">
                          <a:solidFill>
                            <a:srgbClr val="182B38"/>
                          </a:solidFill>
                          <a:latin typeface="Arial"/>
                          <a:ea typeface="Microsoft YaHei"/>
                          <a:cs typeface="Arial"/>
                        </a:rPr>
                        <a:t>可视化是观察证据，不能单独证明因果</a:t>
                      </a:r>
                    </a:p>
                  </a:txBody>
                  <a:tcPr marL="95250" marR="95250" marT="66675" marB="66675" anchor="ctr">
                    <a:lnR w="6668">
                      <a:solidFill>
                        <a:srgbClr val="CED7DB"/>
                      </a:solidFill>
                      <a:prstDash val="solid"/>
                    </a:lnR>
                    <a:lnB w="6668">
                      <a:solidFill>
                        <a:srgbClr val="CED7DB"/>
                      </a:solidFill>
                      <a:prstDash val="solid"/>
                    </a:lnB>
                    <a:solidFill>
                      <a:srgbClr val="FFFFFF"/>
                    </a:solidFill>
                  </a:tcPr>
                </a:tc>
              </a:tr>
            </a:tbl>
          </a:graphicData>
        </a:graphic>
      </p:graphicFrame>
      <p:sp>
        <p:nvSpPr>
          <p:cNvPr id="4" name="section">
            <a:extLst xmlns:a="http://schemas.openxmlformats.org/drawingml/2006/main">
              <a:ext uri="{FF2B5EF4-FFF2-40B4-BE49-F238E27FC236}">
                <a16:creationId xmlns:a16="http://schemas.microsoft.com/office/drawing/2014/main" id="{98ADAD56-D848-4EDA-BD10-3F74EE8A5544}"/>
              </a:ext>
            </a:extLst>
          </p:cNvPr>
          <p:cNvSpPr>
            <a:spLocks xmlns:a="http://schemas.openxmlformats.org/drawingml/2006/main" noGrp="1"/>
          </p:cNvSpPr>
          <p:nvPr/>
        </p:nvSpPr>
        <p:spPr>
          <a:xfrm xmlns:a="http://schemas.openxmlformats.org/drawingml/2006/main">
            <a:off x="419100" y="5295900"/>
            <a:ext cx="11353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xmlns:a="http://schemas.openxmlformats.org/drawingml/2006/main">
            <a:pPr>
              <a:defRPr sz="1950" b="1">
                <a:solidFill>
                  <a:srgbClr val="002554"/>
                </a:solidFill>
                <a:latin typeface="Arial"/>
                <a:ea typeface="Microsoft YaHei"/>
                <a:cs typeface="Arial"/>
              </a:defRPr>
            </a:pPr>
            <a:r>
              <a:rPr sz="1950" b="1">
                <a:solidFill>
                  <a:srgbClr val="002554"/>
                </a:solidFill>
                <a:latin typeface="Arial"/>
                <a:ea typeface="Microsoft YaHei"/>
                <a:cs typeface="Arial"/>
              </a:rPr>
              <a:t>仍需研究的问题</a:t>
            </a:r>
          </a:p>
        </p:txBody>
      </p:sp>
      <p:sp>
        <p:nvSpPr>
          <p:cNvPr id="5" name="limits">
            <a:extLst xmlns:a="http://schemas.openxmlformats.org/drawingml/2006/main">
              <a:ext uri="{FF2B5EF4-FFF2-40B4-BE49-F238E27FC236}">
                <a16:creationId xmlns:a16="http://schemas.microsoft.com/office/drawing/2014/main" id="{31A3ED22-FEB0-4BC7-8D2B-28DF0A4ACB59}"/>
              </a:ext>
            </a:extLst>
          </p:cNvPr>
          <p:cNvSpPr>
            <a:spLocks xmlns:a="http://schemas.openxmlformats.org/drawingml/2006/main" noGrp="1"/>
          </p:cNvSpPr>
          <p:nvPr/>
        </p:nvSpPr>
        <p:spPr>
          <a:xfrm xmlns:a="http://schemas.openxmlformats.org/drawingml/2006/main">
            <a:off x="419100" y="5753100"/>
            <a:ext cx="11353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182B38"/>
                </a:solidFill>
                <a:latin typeface="Arial"/>
                <a:ea typeface="Microsoft YaHei"/>
                <a:cs typeface="Arial"/>
              </a:defRPr>
            </a:defPPr>
            <a:lvl1pPr>
              <a:defRPr sz="1725" b="0">
                <a:solidFill>
                  <a:srgbClr val="182B38"/>
                </a:solidFill>
                <a:latin typeface="Arial"/>
                <a:ea typeface="Microsoft YaHei"/>
                <a:cs typeface="Arial"/>
              </a:defRPr>
            </a:lvl1pPr>
            <a:lvl2pPr>
              <a:defRPr sz="1725" b="0">
                <a:solidFill>
                  <a:srgbClr val="182B38"/>
                </a:solidFill>
                <a:latin typeface="Arial"/>
                <a:ea typeface="Microsoft YaHei"/>
                <a:cs typeface="Arial"/>
              </a:defRPr>
            </a:lvl2pPr>
            <a:lvl3pPr>
              <a:defRPr sz="1725" b="0">
                <a:solidFill>
                  <a:srgbClr val="182B38"/>
                </a:solidFill>
                <a:latin typeface="Arial"/>
                <a:ea typeface="Microsoft YaHei"/>
                <a:cs typeface="Arial"/>
              </a:defRPr>
            </a:lvl3pPr>
            <a:lvl4pPr>
              <a:defRPr sz="1725" b="0">
                <a:solidFill>
                  <a:srgbClr val="182B38"/>
                </a:solidFill>
                <a:latin typeface="Arial"/>
                <a:ea typeface="Microsoft YaHei"/>
                <a:cs typeface="Arial"/>
              </a:defRPr>
            </a:lvl4pPr>
            <a:lvl5pPr>
              <a:defRPr sz="1725" b="0">
                <a:solidFill>
                  <a:srgbClr val="182B38"/>
                </a:solidFill>
                <a:latin typeface="Arial"/>
                <a:ea typeface="Microsoft YaHei"/>
                <a:cs typeface="Arial"/>
              </a:defRPr>
            </a:lvl5pPr>
            <a:lvl6pPr>
              <a:defRPr sz="1725" b="0">
                <a:solidFill>
                  <a:srgbClr val="182B38"/>
                </a:solidFill>
                <a:latin typeface="Arial"/>
                <a:ea typeface="Microsoft YaHei"/>
                <a:cs typeface="Arial"/>
              </a:defRPr>
            </a:lvl6pPr>
            <a:lvl7pPr>
              <a:defRPr sz="1725" b="0">
                <a:solidFill>
                  <a:srgbClr val="182B38"/>
                </a:solidFill>
                <a:latin typeface="Arial"/>
                <a:ea typeface="Microsoft YaHei"/>
                <a:cs typeface="Arial"/>
              </a:defRPr>
            </a:lvl7pPr>
            <a:lvl8pPr>
              <a:defRPr sz="1725" b="0">
                <a:solidFill>
                  <a:srgbClr val="182B38"/>
                </a:solidFill>
                <a:latin typeface="Arial"/>
                <a:ea typeface="Microsoft YaHei"/>
                <a:cs typeface="Arial"/>
              </a:defRPr>
            </a:lvl8pPr>
            <a:lvl9pPr>
              <a:defRPr sz="1725" b="0">
                <a:solidFill>
                  <a:srgbClr val="182B38"/>
                </a:solidFill>
                <a:latin typeface="Arial"/>
                <a:ea typeface="Microsoft YaHei"/>
                <a:cs typeface="Arial"/>
              </a:defRPr>
            </a:lvl9pPr>
          </a:lstStyle>
          <a:p xmlns:a="http://schemas.openxmlformats.org/drawingml/2006/main">
            <a:pPr>
              <a:defRPr sz="1725" b="0">
                <a:solidFill>
                  <a:srgbClr val="182B38"/>
                </a:solidFill>
                <a:latin typeface="Arial"/>
                <a:ea typeface="Microsoft YaHei"/>
                <a:cs typeface="Arial"/>
              </a:defRPr>
            </a:pPr>
            <a:r>
              <a:rPr sz="1725" b="0">
                <a:solidFill>
                  <a:srgbClr val="182B38"/>
                </a:solidFill>
                <a:latin typeface="Arial"/>
                <a:ea typeface="Microsoft YaHei"/>
                <a:cs typeface="Arial"/>
              </a:rPr>
              <a:t>小数据条件下如何训练；怎样迁移到检测与分割；如何进一步利用自监督预训练。上述问题对应论文讨论的限制和后续方向。</a:t>
            </a:r>
          </a:p>
        </p:txBody>
      </p:sp>
      <p:sp>
        <p:nvSpPr>
          <p:cNvPr id="6" name="source">
            <a:extLst xmlns:a="http://schemas.openxmlformats.org/drawingml/2006/main">
              <a:ext uri="{FF2B5EF4-FFF2-40B4-BE49-F238E27FC236}">
                <a16:creationId xmlns:a16="http://schemas.microsoft.com/office/drawing/2014/main" id="{46B05C3F-28E5-47A2-AC3E-D465839D8753}"/>
              </a:ext>
            </a:extLst>
          </p:cNvPr>
          <p:cNvSpPr>
            <a:spLocks xmlns:a="http://schemas.openxmlformats.org/drawingml/2006/main" noGrp="1"/>
          </p:cNvSpPr>
          <p:nvPr/>
        </p:nvSpPr>
        <p:spPr>
          <a:xfrm xmlns:a="http://schemas.openxmlformats.org/drawingml/2006/main">
            <a:off x="419100" y="6400800"/>
            <a:ext cx="10953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125" b="0">
                <a:solidFill>
                  <a:srgbClr val="647580"/>
                </a:solidFill>
                <a:latin typeface="Arial"/>
                <a:ea typeface="Microsoft YaHei"/>
                <a:cs typeface="Arial"/>
              </a:defRPr>
            </a:defPPr>
            <a:lvl1pPr>
              <a:defRPr sz="1125" b="0">
                <a:solidFill>
                  <a:srgbClr val="647580"/>
                </a:solidFill>
                <a:latin typeface="Arial"/>
                <a:ea typeface="Microsoft YaHei"/>
                <a:cs typeface="Arial"/>
              </a:defRPr>
            </a:lvl1pPr>
            <a:lvl2pPr>
              <a:defRPr sz="1125" b="0">
                <a:solidFill>
                  <a:srgbClr val="647580"/>
                </a:solidFill>
                <a:latin typeface="Arial"/>
                <a:ea typeface="Microsoft YaHei"/>
                <a:cs typeface="Arial"/>
              </a:defRPr>
            </a:lvl2pPr>
            <a:lvl3pPr>
              <a:defRPr sz="1125" b="0">
                <a:solidFill>
                  <a:srgbClr val="647580"/>
                </a:solidFill>
                <a:latin typeface="Arial"/>
                <a:ea typeface="Microsoft YaHei"/>
                <a:cs typeface="Arial"/>
              </a:defRPr>
            </a:lvl3pPr>
            <a:lvl4pPr>
              <a:defRPr sz="1125" b="0">
                <a:solidFill>
                  <a:srgbClr val="647580"/>
                </a:solidFill>
                <a:latin typeface="Arial"/>
                <a:ea typeface="Microsoft YaHei"/>
                <a:cs typeface="Arial"/>
              </a:defRPr>
            </a:lvl4pPr>
            <a:lvl5pPr>
              <a:defRPr sz="1125" b="0">
                <a:solidFill>
                  <a:srgbClr val="647580"/>
                </a:solidFill>
                <a:latin typeface="Arial"/>
                <a:ea typeface="Microsoft YaHei"/>
                <a:cs typeface="Arial"/>
              </a:defRPr>
            </a:lvl5pPr>
            <a:lvl6pPr>
              <a:defRPr sz="1125" b="0">
                <a:solidFill>
                  <a:srgbClr val="647580"/>
                </a:solidFill>
                <a:latin typeface="Arial"/>
                <a:ea typeface="Microsoft YaHei"/>
                <a:cs typeface="Arial"/>
              </a:defRPr>
            </a:lvl6pPr>
            <a:lvl7pPr>
              <a:defRPr sz="1125" b="0">
                <a:solidFill>
                  <a:srgbClr val="647580"/>
                </a:solidFill>
                <a:latin typeface="Arial"/>
                <a:ea typeface="Microsoft YaHei"/>
                <a:cs typeface="Arial"/>
              </a:defRPr>
            </a:lvl7pPr>
            <a:lvl8pPr>
              <a:defRPr sz="1125" b="0">
                <a:solidFill>
                  <a:srgbClr val="647580"/>
                </a:solidFill>
                <a:latin typeface="Arial"/>
                <a:ea typeface="Microsoft YaHei"/>
                <a:cs typeface="Arial"/>
              </a:defRPr>
            </a:lvl8pPr>
            <a:lvl9pPr>
              <a:defRPr sz="1125" b="0">
                <a:solidFill>
                  <a:srgbClr val="647580"/>
                </a:solidFill>
                <a:latin typeface="Arial"/>
                <a:ea typeface="Microsoft YaHei"/>
                <a:cs typeface="Arial"/>
              </a:defRPr>
            </a:lvl9pPr>
          </a:lstStyle>
          <a:p xmlns:a="http://schemas.openxmlformats.org/drawingml/2006/main">
            <a:pPr>
              <a:defRPr sz="1125" b="0">
                <a:solidFill>
                  <a:srgbClr val="647580"/>
                </a:solidFill>
                <a:latin typeface="Arial"/>
                <a:ea typeface="Microsoft YaHei"/>
                <a:cs typeface="Arial"/>
              </a:defRPr>
            </a:pPr>
            <a:r>
              <a:rPr sz="1125" b="0">
                <a:solidFill>
                  <a:srgbClr val="647580"/>
                </a:solidFill>
                <a:latin typeface="Arial"/>
                <a:ea typeface="Microsoft YaHei"/>
                <a:cs typeface="Arial"/>
              </a:rPr>
              <a:t>Dosovitskiy et al., ICLR 2021, §3–5；结论对应原论文实验范围</a:t>
            </a:r>
          </a:p>
        </p:txBody>
      </p:sp>
      <p:sp xmlns:a="http://schemas.openxmlformats.org/drawingml/2006/main">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16</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1435756993"/>
      </p:ext>
    </p:extLst>
  </p:cSld>
</p:sld>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占位符 7">
            <a:extLst>
              <a:ext uri="{FF2B5EF4-FFF2-40B4-BE49-F238E27FC236}">
                <a16:creationId xmlns:a16="http://schemas.microsoft.com/office/drawing/2014/main" id="{AA681671-488F-4187-81FF-F56DA1033353}"/>
              </a:ext>
            </a:extLst>
          </p:cNvPr>
          <p:cNvPicPr>
            <a:picLocks noGrp="1" noChangeAspect="1"/>
          </p:cNvPicPr>
          <p:nvPr>
            <p:ph type="pic" idx="15"/>
          </p:nvPr>
        </p:nvPicPr>
        <p:blipFill rotWithShape="1">
          <a:blip r:embed="rId3"/>
          <a:srcRect l="30085" r="33652"/>
          <a:stretch/>
        </p:blipFill>
        <p:spPr>
          <a:xfrm>
            <a:off x="8296967" y="0"/>
            <a:ext cx="3730266" cy="6858000"/>
          </a:xfrm>
        </p:spPr>
      </p:pic>
      <p:sp>
        <p:nvSpPr>
          <p:cNvPr id="21" name="标题 3">
            <a:extLst>
              <a:ext uri="{FF2B5EF4-FFF2-40B4-BE49-F238E27FC236}">
                <a16:creationId xmlns:a16="http://schemas.microsoft.com/office/drawing/2014/main" id="{78683534-C36E-7A2B-6A3F-7A8478816DB5}"/>
              </a:ext>
            </a:extLst>
          </p:cNvPr>
          <p:cNvSpPr>
            <a:spLocks noGrp="1"/>
          </p:cNvSpPr>
          <p:nvPr>
            <p:ph type="ctrTitle"/>
          </p:nvPr>
        </p:nvSpPr>
        <p:spPr>
          <a:xfrm>
            <a:off x="266700" y="1838325"/>
            <a:ext cx="7715250" cy="1352550"/>
          </a:xfrm>
        </p:spPr>
        <p:txBody>
          <a:bodyPr wrap="none" lIns="0" tIns="0" rIns="0" bIns="0" anchor="t">
            <a:noAutofit/>
          </a:bodyPr>
          <a:lstStyle>
            <a:defPPr algn="l">
              <a:defRPr sz="4000" b="1" i="0">
                <a:solidFill>
                  <a:srgbClr val="002554"/>
                </a:solidFill>
                <a:latin typeface="Arial"/>
                <a:ea typeface="Arial"/>
                <a:cs typeface="Arial"/>
              </a:defRPr>
            </a:defPPr>
            <a:lvl1pPr algn="l">
              <a:buNone/>
              <a:defRPr sz="4000" b="1" i="0">
                <a:solidFill>
                  <a:srgbClr val="002554"/>
                </a:solidFill>
                <a:latin typeface="Arial"/>
                <a:ea typeface="Arial"/>
                <a:cs typeface="Arial"/>
              </a:defRPr>
            </a:lvl1pPr>
            <a:lvl2pPr algn="l">
              <a:buNone/>
              <a:defRPr sz="4000" b="1" i="0">
                <a:solidFill>
                  <a:srgbClr val="002554"/>
                </a:solidFill>
                <a:latin typeface="Arial"/>
                <a:ea typeface="Arial"/>
                <a:cs typeface="Arial"/>
              </a:defRPr>
            </a:lvl2pPr>
            <a:lvl3pPr algn="l">
              <a:buNone/>
              <a:defRPr sz="4000" b="1" i="0">
                <a:solidFill>
                  <a:srgbClr val="002554"/>
                </a:solidFill>
                <a:latin typeface="Arial"/>
                <a:ea typeface="Arial"/>
                <a:cs typeface="Arial"/>
              </a:defRPr>
            </a:lvl3pPr>
            <a:lvl4pPr algn="l">
              <a:buNone/>
              <a:defRPr sz="4000" b="1" i="0">
                <a:solidFill>
                  <a:srgbClr val="002554"/>
                </a:solidFill>
                <a:latin typeface="Arial"/>
                <a:ea typeface="Arial"/>
                <a:cs typeface="Arial"/>
              </a:defRPr>
            </a:lvl4pPr>
            <a:lvl5pPr algn="l">
              <a:buNone/>
              <a:defRPr sz="4000" b="1" i="0">
                <a:solidFill>
                  <a:srgbClr val="002554"/>
                </a:solidFill>
                <a:latin typeface="Arial"/>
                <a:ea typeface="Arial"/>
                <a:cs typeface="Arial"/>
              </a:defRPr>
            </a:lvl5pPr>
            <a:lvl6pPr algn="l">
              <a:buNone/>
              <a:defRPr sz="4000" b="1" i="0">
                <a:solidFill>
                  <a:srgbClr val="002554"/>
                </a:solidFill>
                <a:latin typeface="Arial"/>
                <a:ea typeface="Arial"/>
                <a:cs typeface="Arial"/>
              </a:defRPr>
            </a:lvl6pPr>
            <a:lvl7pPr algn="l">
              <a:buNone/>
              <a:defRPr sz="4000" b="1" i="0">
                <a:solidFill>
                  <a:srgbClr val="002554"/>
                </a:solidFill>
                <a:latin typeface="Arial"/>
                <a:ea typeface="Arial"/>
                <a:cs typeface="Arial"/>
              </a:defRPr>
            </a:lvl7pPr>
            <a:lvl8pPr algn="l">
              <a:buNone/>
              <a:defRPr sz="4000" b="1" i="0">
                <a:solidFill>
                  <a:srgbClr val="002554"/>
                </a:solidFill>
                <a:latin typeface="Arial"/>
                <a:ea typeface="Arial"/>
                <a:cs typeface="Arial"/>
              </a:defRPr>
            </a:lvl8pPr>
            <a:lvl9pPr algn="l">
              <a:buNone/>
              <a:defRPr sz="4000" b="1" i="0">
                <a:solidFill>
                  <a:srgbClr val="002554"/>
                </a:solidFill>
                <a:latin typeface="Arial"/>
                <a:ea typeface="Arial"/>
                <a:cs typeface="Arial"/>
              </a:defRPr>
            </a:lvl9pPr>
          </a:lstStyle>
          <a:p>
            <a:pPr algn="l">
              <a:lnSpc>
                <a:spcPct val="110000"/>
              </a:lnSpc>
              <a:buNone/>
              <a:defRPr sz="4000" b="1" i="0">
                <a:solidFill>
                  <a:srgbClr val="002554"/>
                </a:solidFill>
                <a:latin typeface="Arial"/>
                <a:ea typeface="Arial"/>
                <a:cs typeface="Arial"/>
              </a:defRPr>
            </a:pPr>
            <a:r>
              <a:rPr sz="4000" b="0">
                <a:solidFill>
                  <a:srgbClr val="002554"/>
                </a:solidFill>
                <a:latin typeface="Arial"/>
                <a:ea typeface="Arial"/>
                <a:cs typeface="Arial"/>
              </a:rPr>
              <a:t>硕士学位论文中文标题</a:t>
            </a:r>
            <a:endParaRPr sz="1600" b="0">
              <a:solidFill>
                <a:schemeClr val="bg1">
                  <a:lumMod val="50000"/>
                </a:schemeClr>
              </a:solidFill>
              <a:latin typeface="Arial"/>
              <a:ea typeface="Arial"/>
              <a:cs typeface="Arial"/>
            </a:endParaRPr>
          </a:p>
          <a:p>
            <a:pPr algn="l">
              <a:lnSpc>
                <a:spcPct val="110000"/>
              </a:lnSpc>
              <a:buNone/>
              <a:defRPr sz="4000" b="1" i="0">
                <a:solidFill>
                  <a:srgbClr val="002554"/>
                </a:solidFill>
                <a:latin typeface="Arial"/>
                <a:ea typeface="Arial"/>
                <a:cs typeface="Arial"/>
              </a:defRPr>
            </a:pPr>
            <a:r>
              <a:rPr sz="4000" b="0">
                <a:solidFill>
                  <a:srgbClr val="002554"/>
                </a:solidFill>
                <a:latin typeface="Arial"/>
                <a:ea typeface="Arial"/>
                <a:cs typeface="Arial"/>
              </a:rPr>
              <a:t>论文副标题或研究主题</a:t>
            </a:r>
            <a:endParaRPr sz="1600" b="0">
              <a:solidFill>
                <a:schemeClr val="bg1">
                  <a:lumMod val="50000"/>
                </a:schemeClr>
              </a:solidFill>
              <a:latin typeface="Arial"/>
              <a:ea typeface="Arial"/>
              <a:cs typeface="Arial"/>
            </a:endParaRPr>
          </a:p>
        </p:txBody>
      </p:sp>
      <p:sp>
        <p:nvSpPr>
          <p:cNvPr id="22" name="TextBox 4">
            <a:extLst>
              <a:ext uri="{FF2B5EF4-FFF2-40B4-BE49-F238E27FC236}">
                <a16:creationId xmlns:a16="http://schemas.microsoft.com/office/drawing/2014/main" id="{41F08831-D8DF-750B-BDA0-501D63884E81}"/>
              </a:ext>
            </a:extLst>
          </p:cNvPr>
          <p:cNvSpPr>
            <a:spLocks noGrp="1"/>
          </p:cNvSpPr>
          <p:nvPr/>
        </p:nvSpPr>
        <p:spPr>
          <a:xfrm>
            <a:off x="3905250" y="6238875"/>
            <a:ext cx="4000500" cy="365760"/>
          </a:xfrm>
          <a:prstGeom prst="rect">
            <a:avLst/>
          </a:prstGeom>
          <a:noFill/>
          <a:ln>
            <a:noFill/>
          </a:ln>
        </p:spPr>
        <p:txBody>
          <a:bodyPr wrap="none" lIns="0" tIns="0" rIns="0" bIns="0" anchor="t">
            <a:noAutofit/>
          </a:bodyPr>
          <a:lstStyle>
            <a:defPPr algn="ctr">
              <a:defRPr sz="1800" b="0" i="0">
                <a:solidFill>
                  <a:srgbClr val="6F7D86"/>
                </a:solidFill>
                <a:latin typeface="Arial"/>
                <a:ea typeface="Arial"/>
                <a:cs typeface="Arial"/>
              </a:defRPr>
            </a:defPPr>
            <a:lvl1pPr algn="ctr">
              <a:buNone/>
              <a:defRPr sz="1800" b="0" i="0">
                <a:solidFill>
                  <a:schemeClr val="tx1"/>
                </a:solidFill>
                <a:latin typeface="Arial"/>
                <a:ea typeface="Arial"/>
                <a:cs typeface="Arial"/>
              </a:defRPr>
            </a:lvl1pPr>
            <a:lvl2pPr marL="742950" indent="-285750" algn="ctr">
              <a:buNone/>
              <a:defRPr sz="1800" b="0" i="0">
                <a:solidFill>
                  <a:schemeClr val="tx1"/>
                </a:solidFill>
                <a:latin typeface="Arial"/>
                <a:ea typeface="Arial"/>
                <a:cs typeface="Arial"/>
              </a:defRPr>
            </a:lvl2pPr>
            <a:lvl3pPr marL="1143000" indent="-228600" algn="ctr">
              <a:buNone/>
              <a:defRPr sz="1800" b="0" i="0">
                <a:solidFill>
                  <a:schemeClr val="tx1"/>
                </a:solidFill>
                <a:latin typeface="Arial"/>
                <a:ea typeface="Arial"/>
                <a:cs typeface="Arial"/>
              </a:defRPr>
            </a:lvl3pPr>
            <a:lvl4pPr marL="1600200" indent="-228600" algn="ctr">
              <a:buNone/>
              <a:defRPr sz="1800" b="0" i="0">
                <a:solidFill>
                  <a:schemeClr val="tx1"/>
                </a:solidFill>
                <a:latin typeface="Arial"/>
                <a:ea typeface="Arial"/>
                <a:cs typeface="Arial"/>
              </a:defRPr>
            </a:lvl4pPr>
            <a:lvl5pPr marL="2057400" indent="-228600" algn="ctr">
              <a:buNone/>
              <a:defRPr sz="1800" b="0" i="0">
                <a:solidFill>
                  <a:schemeClr val="tx1"/>
                </a:solidFill>
                <a:latin typeface="Arial"/>
                <a:ea typeface="Arial"/>
                <a:cs typeface="Arial"/>
              </a:defRPr>
            </a:lvl5pPr>
            <a:lvl6pPr marL="2514600" indent="-228600" algn="ctr">
              <a:spcBef>
                <a:spcPct val="0"/>
              </a:spcBef>
              <a:spcAft>
                <a:spcPct val="0"/>
              </a:spcAft>
              <a:buNone/>
              <a:defRPr sz="1800" b="0" i="0">
                <a:solidFill>
                  <a:schemeClr val="tx1"/>
                </a:solidFill>
                <a:latin typeface="Arial"/>
                <a:ea typeface="Arial"/>
                <a:cs typeface="Arial"/>
              </a:defRPr>
            </a:lvl6pPr>
            <a:lvl7pPr marL="2971800" indent="-228600" algn="ctr">
              <a:spcBef>
                <a:spcPct val="0"/>
              </a:spcBef>
              <a:spcAft>
                <a:spcPct val="0"/>
              </a:spcAft>
              <a:buNone/>
              <a:defRPr sz="1800" b="0" i="0">
                <a:solidFill>
                  <a:schemeClr val="tx1"/>
                </a:solidFill>
                <a:latin typeface="Arial"/>
                <a:ea typeface="Arial"/>
                <a:cs typeface="Arial"/>
              </a:defRPr>
            </a:lvl7pPr>
            <a:lvl8pPr marL="3429000" indent="-228600" algn="ctr">
              <a:spcBef>
                <a:spcPct val="0"/>
              </a:spcBef>
              <a:spcAft>
                <a:spcPct val="0"/>
              </a:spcAft>
              <a:buNone/>
              <a:defRPr sz="1800" b="0" i="0">
                <a:solidFill>
                  <a:schemeClr val="tx1"/>
                </a:solidFill>
                <a:latin typeface="Arial"/>
                <a:ea typeface="Arial"/>
                <a:cs typeface="Arial"/>
              </a:defRPr>
            </a:lvl8pPr>
            <a:lvl9pPr marL="3886200" indent="-228600" algn="ctr">
              <a:spcBef>
                <a:spcPct val="0"/>
              </a:spcBef>
              <a:spcAft>
                <a:spcPct val="0"/>
              </a:spcAft>
              <a:buNone/>
              <a:defRPr sz="1800" b="0" i="0">
                <a:solidFill>
                  <a:schemeClr val="tx1"/>
                </a:solidFill>
                <a:latin typeface="Arial"/>
                <a:ea typeface="Arial"/>
                <a:cs typeface="Arial"/>
              </a:defRPr>
            </a:lvl9pPr>
          </a:lstStyle>
          <a:p>
            <a:pPr algn="ctr">
              <a:buNone/>
              <a:defRPr sz="1800" b="0" i="0">
                <a:solidFill>
                  <a:srgbClr val="6F7D86"/>
                </a:solidFill>
                <a:latin typeface="Arial"/>
                <a:ea typeface="Arial"/>
                <a:cs typeface="Arial"/>
              </a:defRPr>
            </a:pPr>
            <a:r>
              <a:rPr sz="1800">
                <a:solidFill>
                  <a:srgbClr val="6F7D86"/>
                </a:solidFill>
                <a:latin typeface="Arial"/>
                <a:ea typeface="Arial"/>
                <a:cs typeface="Arial"/>
              </a:rPr>
              <a:t>XXXX 年 XX 月 XX 日</a:t>
            </a:r>
            <a:endParaRPr sz="2000">
              <a:latin typeface="Arial"/>
              <a:ea typeface="Arial"/>
              <a:cs typeface="Arial"/>
            </a:endParaRPr>
          </a:p>
        </p:txBody>
      </p:sp>
      <p:sp>
        <p:nvSpPr>
          <p:cNvPr id="23" name="TextBox 4">
            <a:extLst>
              <a:ext uri="{FF2B5EF4-FFF2-40B4-BE49-F238E27FC236}">
                <a16:creationId xmlns:a16="http://schemas.microsoft.com/office/drawing/2014/main" id="{5B67C4EF-E008-8D8B-9ADD-843F24425ACB}"/>
              </a:ext>
            </a:extLst>
          </p:cNvPr>
          <p:cNvSpPr>
            <a:spLocks noGrp="1"/>
          </p:cNvSpPr>
          <p:nvPr/>
        </p:nvSpPr>
        <p:spPr>
          <a:xfrm>
            <a:off x="276225" y="4391025"/>
            <a:ext cx="6667500" cy="510540"/>
          </a:xfrm>
          <a:prstGeom prst="rect">
            <a:avLst/>
          </a:prstGeom>
          <a:noFill/>
          <a:ln>
            <a:noFill/>
          </a:ln>
        </p:spPr>
        <p:txBody>
          <a:bodyPr wrap="none" lIns="0" tIns="0" rIns="0" bIns="0" anchor="t">
            <a:noAutofit/>
          </a:bodyPr>
          <a:lstStyle>
            <a:defPPr algn="l">
              <a:defRPr sz="2200" b="0" i="0">
                <a:solidFill>
                  <a:srgbClr val="172B3A"/>
                </a:solidFill>
                <a:latin typeface="Arial"/>
                <a:ea typeface="Arial"/>
                <a:cs typeface="Arial"/>
              </a:defRPr>
            </a:defPPr>
            <a:lvl1pPr algn="l">
              <a:buNone/>
              <a:defRPr sz="2200" b="0" i="0">
                <a:solidFill>
                  <a:schemeClr val="tx1"/>
                </a:solidFill>
                <a:latin typeface="Arial"/>
                <a:ea typeface="Arial"/>
                <a:cs typeface="Arial"/>
              </a:defRPr>
            </a:lvl1pPr>
            <a:lvl2pPr marL="742950" indent="-285750" algn="l">
              <a:buNone/>
              <a:defRPr sz="2200" b="0" i="0">
                <a:solidFill>
                  <a:schemeClr val="tx1"/>
                </a:solidFill>
                <a:latin typeface="Arial"/>
                <a:ea typeface="Arial"/>
                <a:cs typeface="Arial"/>
              </a:defRPr>
            </a:lvl2pPr>
            <a:lvl3pPr marL="1143000" indent="-228600" algn="l">
              <a:buNone/>
              <a:defRPr sz="2200" b="0" i="0">
                <a:solidFill>
                  <a:schemeClr val="tx1"/>
                </a:solidFill>
                <a:latin typeface="Arial"/>
                <a:ea typeface="Arial"/>
                <a:cs typeface="Arial"/>
              </a:defRPr>
            </a:lvl3pPr>
            <a:lvl4pPr marL="1600200" indent="-228600" algn="l">
              <a:buNone/>
              <a:defRPr sz="2200" b="0" i="0">
                <a:solidFill>
                  <a:schemeClr val="tx1"/>
                </a:solidFill>
                <a:latin typeface="Arial"/>
                <a:ea typeface="Arial"/>
                <a:cs typeface="Arial"/>
              </a:defRPr>
            </a:lvl4pPr>
            <a:lvl5pPr marL="2057400" indent="-228600" algn="l">
              <a:buNone/>
              <a:defRPr sz="2200" b="0" i="0">
                <a:solidFill>
                  <a:schemeClr val="tx1"/>
                </a:solidFill>
                <a:latin typeface="Arial"/>
                <a:ea typeface="Arial"/>
                <a:cs typeface="Arial"/>
              </a:defRPr>
            </a:lvl5pPr>
            <a:lvl6pPr marL="2514600" indent="-228600" algn="l">
              <a:spcBef>
                <a:spcPct val="0"/>
              </a:spcBef>
              <a:spcAft>
                <a:spcPct val="0"/>
              </a:spcAft>
              <a:buNone/>
              <a:defRPr sz="2200" b="0" i="0">
                <a:solidFill>
                  <a:schemeClr val="tx1"/>
                </a:solidFill>
                <a:latin typeface="Arial"/>
                <a:ea typeface="Arial"/>
                <a:cs typeface="Arial"/>
              </a:defRPr>
            </a:lvl6pPr>
            <a:lvl7pPr marL="2971800" indent="-228600" algn="l">
              <a:spcBef>
                <a:spcPct val="0"/>
              </a:spcBef>
              <a:spcAft>
                <a:spcPct val="0"/>
              </a:spcAft>
              <a:buNone/>
              <a:defRPr sz="2200" b="0" i="0">
                <a:solidFill>
                  <a:schemeClr val="tx1"/>
                </a:solidFill>
                <a:latin typeface="Arial"/>
                <a:ea typeface="Arial"/>
                <a:cs typeface="Arial"/>
              </a:defRPr>
            </a:lvl7pPr>
            <a:lvl8pPr marL="3429000" indent="-228600" algn="l">
              <a:spcBef>
                <a:spcPct val="0"/>
              </a:spcBef>
              <a:spcAft>
                <a:spcPct val="0"/>
              </a:spcAft>
              <a:buNone/>
              <a:defRPr sz="2200" b="0" i="0">
                <a:solidFill>
                  <a:schemeClr val="tx1"/>
                </a:solidFill>
                <a:latin typeface="Arial"/>
                <a:ea typeface="Arial"/>
                <a:cs typeface="Arial"/>
              </a:defRPr>
            </a:lvl8pPr>
            <a:lvl9pPr marL="3886200" indent="-228600" algn="l">
              <a:spcBef>
                <a:spcPct val="0"/>
              </a:spcBef>
              <a:spcAft>
                <a:spcPct val="0"/>
              </a:spcAft>
              <a:buNone/>
              <a:defRPr sz="2200" b="0" i="0">
                <a:solidFill>
                  <a:schemeClr val="tx1"/>
                </a:solidFill>
                <a:latin typeface="Arial"/>
                <a:ea typeface="Arial"/>
                <a:cs typeface="Arial"/>
              </a:defRPr>
            </a:lvl9pPr>
          </a:lstStyle>
          <a:p>
            <a:pPr algn="l">
              <a:lnSpc>
                <a:spcPct val="125000"/>
              </a:lnSpc>
              <a:buNone/>
              <a:defRPr sz="2200" b="0" i="0">
                <a:solidFill>
                  <a:srgbClr val="172B3A"/>
                </a:solidFill>
                <a:latin typeface="Arial"/>
                <a:ea typeface="Arial"/>
                <a:cs typeface="Arial"/>
              </a:defRPr>
            </a:pPr>
            <a:r>
              <a:rPr sz="2200">
                <a:solidFill>
                  <a:srgbClr val="172B3A"/>
                </a:solidFill>
                <a:latin typeface="Arial"/>
                <a:ea typeface="Arial"/>
                <a:cs typeface="Arial"/>
              </a:rPr>
              <a:t>硕士生：XXX</a:t>
            </a:r>
            <a:endParaRPr sz="2400">
              <a:latin typeface="Arial"/>
              <a:ea typeface="Arial"/>
              <a:cs typeface="Arial"/>
            </a:endParaRPr>
          </a:p>
        </p:txBody>
      </p:sp>
      <p:sp>
        <p:nvSpPr>
          <p:cNvPr id="24" name="TextBox 4">
            <a:extLst>
              <a:ext uri="{FF2B5EF4-FFF2-40B4-BE49-F238E27FC236}">
                <a16:creationId xmlns:a16="http://schemas.microsoft.com/office/drawing/2014/main" id="{DBCFA53B-61DE-0C5C-A4BE-721E5445DDBB}"/>
              </a:ext>
            </a:extLst>
          </p:cNvPr>
          <p:cNvSpPr>
            <a:spLocks noGrp="1"/>
          </p:cNvSpPr>
          <p:nvPr/>
        </p:nvSpPr>
        <p:spPr>
          <a:xfrm>
            <a:off x="276225" y="4876800"/>
            <a:ext cx="6667500" cy="493776"/>
          </a:xfrm>
          <a:prstGeom prst="rect">
            <a:avLst/>
          </a:prstGeom>
          <a:noFill/>
          <a:ln>
            <a:noFill/>
          </a:ln>
        </p:spPr>
        <p:txBody>
          <a:bodyPr wrap="none" lIns="0" tIns="0" rIns="0" bIns="0" anchor="t">
            <a:noAutofit/>
          </a:bodyPr>
          <a:lstStyle>
            <a:defPPr algn="l">
              <a:defRPr sz="2200" b="0" i="0">
                <a:solidFill>
                  <a:srgbClr val="172B3A"/>
                </a:solidFill>
                <a:latin typeface="Arial"/>
                <a:ea typeface="Arial"/>
                <a:cs typeface="Arial"/>
              </a:defRPr>
            </a:defPPr>
            <a:lvl1pPr algn="l">
              <a:buNone/>
              <a:defRPr sz="2200" b="0" i="0">
                <a:solidFill>
                  <a:schemeClr val="tx1"/>
                </a:solidFill>
                <a:latin typeface="Arial"/>
                <a:ea typeface="Arial"/>
                <a:cs typeface="Arial"/>
              </a:defRPr>
            </a:lvl1pPr>
            <a:lvl2pPr marL="742950" indent="-285750" algn="l">
              <a:buNone/>
              <a:defRPr sz="2200" b="0" i="0">
                <a:solidFill>
                  <a:schemeClr val="tx1"/>
                </a:solidFill>
                <a:latin typeface="Arial"/>
                <a:ea typeface="Arial"/>
                <a:cs typeface="Arial"/>
              </a:defRPr>
            </a:lvl2pPr>
            <a:lvl3pPr marL="1143000" indent="-228600" algn="l">
              <a:buNone/>
              <a:defRPr sz="2200" b="0" i="0">
                <a:solidFill>
                  <a:schemeClr val="tx1"/>
                </a:solidFill>
                <a:latin typeface="Arial"/>
                <a:ea typeface="Arial"/>
                <a:cs typeface="Arial"/>
              </a:defRPr>
            </a:lvl3pPr>
            <a:lvl4pPr marL="1600200" indent="-228600" algn="l">
              <a:buNone/>
              <a:defRPr sz="2200" b="0" i="0">
                <a:solidFill>
                  <a:schemeClr val="tx1"/>
                </a:solidFill>
                <a:latin typeface="Arial"/>
                <a:ea typeface="Arial"/>
                <a:cs typeface="Arial"/>
              </a:defRPr>
            </a:lvl4pPr>
            <a:lvl5pPr marL="2057400" indent="-228600" algn="l">
              <a:buNone/>
              <a:defRPr sz="2200" b="0" i="0">
                <a:solidFill>
                  <a:schemeClr val="tx1"/>
                </a:solidFill>
                <a:latin typeface="Arial"/>
                <a:ea typeface="Arial"/>
                <a:cs typeface="Arial"/>
              </a:defRPr>
            </a:lvl5pPr>
            <a:lvl6pPr marL="2514600" indent="-228600" algn="l">
              <a:spcBef>
                <a:spcPct val="0"/>
              </a:spcBef>
              <a:spcAft>
                <a:spcPct val="0"/>
              </a:spcAft>
              <a:buNone/>
              <a:defRPr sz="2200" b="0" i="0">
                <a:solidFill>
                  <a:schemeClr val="tx1"/>
                </a:solidFill>
                <a:latin typeface="Arial"/>
                <a:ea typeface="Arial"/>
                <a:cs typeface="Arial"/>
              </a:defRPr>
            </a:lvl6pPr>
            <a:lvl7pPr marL="2971800" indent="-228600" algn="l">
              <a:spcBef>
                <a:spcPct val="0"/>
              </a:spcBef>
              <a:spcAft>
                <a:spcPct val="0"/>
              </a:spcAft>
              <a:buNone/>
              <a:defRPr sz="2200" b="0" i="0">
                <a:solidFill>
                  <a:schemeClr val="tx1"/>
                </a:solidFill>
                <a:latin typeface="Arial"/>
                <a:ea typeface="Arial"/>
                <a:cs typeface="Arial"/>
              </a:defRPr>
            </a:lvl7pPr>
            <a:lvl8pPr marL="3429000" indent="-228600" algn="l">
              <a:spcBef>
                <a:spcPct val="0"/>
              </a:spcBef>
              <a:spcAft>
                <a:spcPct val="0"/>
              </a:spcAft>
              <a:buNone/>
              <a:defRPr sz="2200" b="0" i="0">
                <a:solidFill>
                  <a:schemeClr val="tx1"/>
                </a:solidFill>
                <a:latin typeface="Arial"/>
                <a:ea typeface="Arial"/>
                <a:cs typeface="Arial"/>
              </a:defRPr>
            </a:lvl8pPr>
            <a:lvl9pPr marL="3886200" indent="-228600" algn="l">
              <a:spcBef>
                <a:spcPct val="0"/>
              </a:spcBef>
              <a:spcAft>
                <a:spcPct val="0"/>
              </a:spcAft>
              <a:buNone/>
              <a:defRPr sz="2200" b="0" i="0">
                <a:solidFill>
                  <a:schemeClr val="tx1"/>
                </a:solidFill>
                <a:latin typeface="Arial"/>
                <a:ea typeface="Arial"/>
                <a:cs typeface="Arial"/>
              </a:defRPr>
            </a:lvl9pPr>
          </a:lstStyle>
          <a:p>
            <a:pPr algn="l">
              <a:lnSpc>
                <a:spcPct val="120000"/>
              </a:lnSpc>
              <a:buNone/>
              <a:defRPr sz="2200" b="0" i="0">
                <a:solidFill>
                  <a:srgbClr val="172B3A"/>
                </a:solidFill>
                <a:latin typeface="Arial"/>
                <a:ea typeface="Arial"/>
                <a:cs typeface="Arial"/>
              </a:defRPr>
            </a:pPr>
            <a:r>
              <a:rPr sz="2200">
                <a:solidFill>
                  <a:srgbClr val="172B3A"/>
                </a:solidFill>
                <a:latin typeface="Arial"/>
                <a:ea typeface="Arial"/>
                <a:cs typeface="Arial"/>
              </a:rPr>
              <a:t>指导教师：XXX 教授</a:t>
            </a:r>
            <a:endParaRPr sz="2400">
              <a:latin typeface="Arial"/>
              <a:ea typeface="Arial"/>
              <a:cs typeface="Arial"/>
            </a:endParaRPr>
          </a:p>
        </p:txBody>
      </p:sp>
      <p:sp>
        <p:nvSpPr>
          <p:cNvPr id="25" name="文本框 24">
            <a:extLst>
              <a:ext uri="{FF2B5EF4-FFF2-40B4-BE49-F238E27FC236}">
                <a16:creationId xmlns:a16="http://schemas.microsoft.com/office/drawing/2014/main" id="{26E3B2F5-C8A0-14D5-F431-9B8B77CA5AFB}"/>
              </a:ext>
            </a:extLst>
          </p:cNvPr>
          <p:cNvSpPr>
            <a:spLocks noGrp="1"/>
          </p:cNvSpPr>
          <p:nvPr/>
        </p:nvSpPr>
        <p:spPr>
          <a:xfrm>
            <a:off x="3905250" y="5800725"/>
            <a:ext cx="4000500" cy="396240"/>
          </a:xfrm>
          <a:prstGeom prst="rect">
            <a:avLst/>
          </a:prstGeom>
          <a:noFill/>
        </p:spPr>
        <p:txBody>
          <a:bodyPr wrap="none" lIns="0" tIns="0" rIns="0" bIns="0" anchor="t">
            <a:noAutofit/>
          </a:bodyPr>
          <a:lstStyle>
            <a:defPPr algn="ctr">
              <a:defRPr sz="2000" b="0" i="0">
                <a:solidFill>
                  <a:srgbClr val="172B3A"/>
                </a:solidFill>
                <a:latin typeface="Arial"/>
                <a:ea typeface="Arial"/>
                <a:cs typeface="Arial"/>
              </a:defRPr>
            </a:defPPr>
            <a:lvl1pPr algn="ctr">
              <a:buNone/>
              <a:defRPr sz="2000" b="0" i="0">
                <a:solidFill>
                  <a:srgbClr val="172B3A"/>
                </a:solidFill>
                <a:latin typeface="Arial"/>
                <a:ea typeface="Arial"/>
                <a:cs typeface="Arial"/>
              </a:defRPr>
            </a:lvl1pPr>
            <a:lvl2pPr algn="ctr">
              <a:buNone/>
              <a:defRPr sz="2000" b="0" i="0">
                <a:solidFill>
                  <a:srgbClr val="172B3A"/>
                </a:solidFill>
                <a:latin typeface="Arial"/>
                <a:ea typeface="Arial"/>
                <a:cs typeface="Arial"/>
              </a:defRPr>
            </a:lvl2pPr>
            <a:lvl3pPr algn="ctr">
              <a:buNone/>
              <a:defRPr sz="2000" b="0" i="0">
                <a:solidFill>
                  <a:srgbClr val="172B3A"/>
                </a:solidFill>
                <a:latin typeface="Arial"/>
                <a:ea typeface="Arial"/>
                <a:cs typeface="Arial"/>
              </a:defRPr>
            </a:lvl3pPr>
            <a:lvl4pPr algn="ctr">
              <a:buNone/>
              <a:defRPr sz="2000" b="0" i="0">
                <a:solidFill>
                  <a:srgbClr val="172B3A"/>
                </a:solidFill>
                <a:latin typeface="Arial"/>
                <a:ea typeface="Arial"/>
                <a:cs typeface="Arial"/>
              </a:defRPr>
            </a:lvl4pPr>
            <a:lvl5pPr algn="ctr">
              <a:buNone/>
              <a:defRPr sz="2000" b="0" i="0">
                <a:solidFill>
                  <a:srgbClr val="172B3A"/>
                </a:solidFill>
                <a:latin typeface="Arial"/>
                <a:ea typeface="Arial"/>
                <a:cs typeface="Arial"/>
              </a:defRPr>
            </a:lvl5pPr>
            <a:lvl6pPr algn="ctr">
              <a:buNone/>
              <a:defRPr sz="2000" b="0" i="0">
                <a:solidFill>
                  <a:srgbClr val="172B3A"/>
                </a:solidFill>
                <a:latin typeface="Arial"/>
                <a:ea typeface="Arial"/>
                <a:cs typeface="Arial"/>
              </a:defRPr>
            </a:lvl6pPr>
            <a:lvl7pPr algn="ctr">
              <a:buNone/>
              <a:defRPr sz="2000" b="0" i="0">
                <a:solidFill>
                  <a:srgbClr val="172B3A"/>
                </a:solidFill>
                <a:latin typeface="Arial"/>
                <a:ea typeface="Arial"/>
                <a:cs typeface="Arial"/>
              </a:defRPr>
            </a:lvl7pPr>
            <a:lvl8pPr algn="ctr">
              <a:buNone/>
              <a:defRPr sz="2000" b="0" i="0">
                <a:solidFill>
                  <a:srgbClr val="172B3A"/>
                </a:solidFill>
                <a:latin typeface="Arial"/>
                <a:ea typeface="Arial"/>
                <a:cs typeface="Arial"/>
              </a:defRPr>
            </a:lvl8pPr>
            <a:lvl9pPr algn="ctr">
              <a:buNone/>
              <a:defRPr sz="2000" b="0" i="0">
                <a:solidFill>
                  <a:srgbClr val="172B3A"/>
                </a:solidFill>
                <a:latin typeface="Arial"/>
                <a:ea typeface="Arial"/>
                <a:cs typeface="Arial"/>
              </a:defRPr>
            </a:lvl9pPr>
          </a:lstStyle>
          <a:p>
            <a:pPr algn="ctr">
              <a:buNone/>
              <a:defRPr sz="2000" b="0" i="0">
                <a:solidFill>
                  <a:srgbClr val="172B3A"/>
                </a:solidFill>
                <a:latin typeface="Arial"/>
                <a:ea typeface="Arial"/>
                <a:cs typeface="Arial"/>
              </a:defRPr>
            </a:pPr>
            <a:r>
              <a:rPr sz="2000">
                <a:solidFill>
                  <a:srgbClr val="172B3A"/>
                </a:solidFill>
                <a:latin typeface="Arial"/>
                <a:ea typeface="Arial"/>
                <a:cs typeface="Arial"/>
              </a:rPr>
              <a:t>武汉大学 XX 学院</a:t>
            </a:r>
          </a:p>
        </p:txBody>
      </p:sp>
      <p:sp>
        <p:nvSpPr>
          <p:cNvPr id="26" name="文本框 25">
            <a:extLst>
              <a:ext uri="{FF2B5EF4-FFF2-40B4-BE49-F238E27FC236}">
                <a16:creationId xmlns:a16="http://schemas.microsoft.com/office/drawing/2014/main" id="{ADBF7C10-B724-B499-03FE-DD9369DC96F8}"/>
              </a:ext>
            </a:extLst>
          </p:cNvPr>
          <p:cNvSpPr>
            <a:spLocks noGrp="1"/>
          </p:cNvSpPr>
          <p:nvPr/>
        </p:nvSpPr>
        <p:spPr>
          <a:xfrm>
            <a:off x="276225" y="1123950"/>
            <a:ext cx="2316480" cy="457200"/>
          </a:xfrm>
          <a:prstGeom prst="rect">
            <a:avLst/>
          </a:prstGeom>
          <a:noFill/>
        </p:spPr>
        <p:txBody>
          <a:bodyPr wrap="none" lIns="0" tIns="0" rIns="0" bIns="0" anchor="t">
            <a:noAutofit/>
          </a:bodyPr>
          <a:lstStyle>
            <a:defPPr algn="l">
              <a:defRPr sz="2400" b="1" i="0">
                <a:solidFill>
                  <a:srgbClr val="115740"/>
                </a:solidFill>
                <a:latin typeface="Arial"/>
                <a:ea typeface="Arial"/>
                <a:cs typeface="Arial"/>
              </a:defRPr>
            </a:defPPr>
            <a:lvl1pPr algn="l">
              <a:buNone/>
              <a:defRPr sz="2400" b="1" i="0">
                <a:solidFill>
                  <a:srgbClr val="115740"/>
                </a:solidFill>
                <a:latin typeface="Arial"/>
                <a:ea typeface="Arial"/>
                <a:cs typeface="Arial"/>
              </a:defRPr>
            </a:lvl1pPr>
            <a:lvl2pPr algn="l">
              <a:buNone/>
              <a:defRPr sz="2400" b="1" i="0">
                <a:solidFill>
                  <a:srgbClr val="115740"/>
                </a:solidFill>
                <a:latin typeface="Arial"/>
                <a:ea typeface="Arial"/>
                <a:cs typeface="Arial"/>
              </a:defRPr>
            </a:lvl2pPr>
            <a:lvl3pPr algn="l">
              <a:buNone/>
              <a:defRPr sz="2400" b="1" i="0">
                <a:solidFill>
                  <a:srgbClr val="115740"/>
                </a:solidFill>
                <a:latin typeface="Arial"/>
                <a:ea typeface="Arial"/>
                <a:cs typeface="Arial"/>
              </a:defRPr>
            </a:lvl3pPr>
            <a:lvl4pPr algn="l">
              <a:buNone/>
              <a:defRPr sz="2400" b="1" i="0">
                <a:solidFill>
                  <a:srgbClr val="115740"/>
                </a:solidFill>
                <a:latin typeface="Arial"/>
                <a:ea typeface="Arial"/>
                <a:cs typeface="Arial"/>
              </a:defRPr>
            </a:lvl4pPr>
            <a:lvl5pPr algn="l">
              <a:buNone/>
              <a:defRPr sz="2400" b="1" i="0">
                <a:solidFill>
                  <a:srgbClr val="115740"/>
                </a:solidFill>
                <a:latin typeface="Arial"/>
                <a:ea typeface="Arial"/>
                <a:cs typeface="Arial"/>
              </a:defRPr>
            </a:lvl5pPr>
            <a:lvl6pPr algn="l">
              <a:buNone/>
              <a:defRPr sz="2400" b="1" i="0">
                <a:solidFill>
                  <a:srgbClr val="115740"/>
                </a:solidFill>
                <a:latin typeface="Arial"/>
                <a:ea typeface="Arial"/>
                <a:cs typeface="Arial"/>
              </a:defRPr>
            </a:lvl6pPr>
            <a:lvl7pPr algn="l">
              <a:buNone/>
              <a:defRPr sz="2400" b="1" i="0">
                <a:solidFill>
                  <a:srgbClr val="115740"/>
                </a:solidFill>
                <a:latin typeface="Arial"/>
                <a:ea typeface="Arial"/>
                <a:cs typeface="Arial"/>
              </a:defRPr>
            </a:lvl7pPr>
            <a:lvl8pPr algn="l">
              <a:buNone/>
              <a:defRPr sz="2400" b="1" i="0">
                <a:solidFill>
                  <a:srgbClr val="115740"/>
                </a:solidFill>
                <a:latin typeface="Arial"/>
                <a:ea typeface="Arial"/>
                <a:cs typeface="Arial"/>
              </a:defRPr>
            </a:lvl8pPr>
            <a:lvl9pPr algn="l">
              <a:buNone/>
              <a:defRPr sz="2400" b="1" i="0">
                <a:solidFill>
                  <a:srgbClr val="115740"/>
                </a:solidFill>
                <a:latin typeface="Arial"/>
                <a:ea typeface="Arial"/>
                <a:cs typeface="Arial"/>
              </a:defRPr>
            </a:lvl9pPr>
          </a:lstStyle>
          <a:p>
            <a:pPr algn="l">
              <a:buNone/>
              <a:defRPr sz="2400" b="1" i="0">
                <a:solidFill>
                  <a:srgbClr val="115740"/>
                </a:solidFill>
                <a:latin typeface="Arial"/>
                <a:ea typeface="Arial"/>
                <a:cs typeface="Arial"/>
              </a:defRPr>
            </a:pPr>
            <a:r>
              <a:rPr sz="2400" b="0" dirty="0" err="1">
                <a:solidFill>
                  <a:schemeClr val="tx1"/>
                </a:solidFill>
                <a:latin typeface="Microsoft YaHei" panose="020B0503020204020204" pitchFamily="34" charset="-122"/>
                <a:ea typeface="Microsoft YaHei" panose="020B0503020204020204" pitchFamily="34" charset="-122"/>
              </a:rPr>
              <a:t>硕士论文预答辩</a:t>
            </a:r>
            <a:endParaRPr sz="2400" b="0" dirty="0">
              <a:solidFill>
                <a:schemeClr val="tx1"/>
              </a:solidFill>
              <a:latin typeface="Microsoft YaHei" panose="020B0503020204020204" pitchFamily="34" charset="-122"/>
              <a:ea typeface="Microsoft YaHei" panose="020B0503020204020204" pitchFamily="34" charset="-122"/>
            </a:endParaRPr>
          </a:p>
        </p:txBody>
      </p:sp>
      <p:sp>
        <p:nvSpPr>
          <p:cNvPr id="29" name="直接连接符 28">
            <a:extLst>
              <a:ext uri="{FF2B5EF4-FFF2-40B4-BE49-F238E27FC236}">
                <a16:creationId xmlns:a16="http://schemas.microsoft.com/office/drawing/2014/main" id="{812205BF-B631-401A-A9D6-572F939FBE94}"/>
              </a:ext>
            </a:extLst>
          </p:cNvPr>
          <p:cNvSpPr>
            <a:spLocks noGrp="1"/>
          </p:cNvSpPr>
          <p:nvPr/>
        </p:nvSpPr>
        <p:spPr>
          <a:xfrm>
            <a:off x="276225" y="4105275"/>
            <a:ext cx="6191250" cy="0"/>
          </a:xfrm>
          <a:prstGeom prst="line">
            <a:avLst/>
          </a:prstGeom>
          <a:ln w="19050">
            <a:solidFill>
              <a:srgbClr val="D6DFDC"/>
            </a:solidFill>
            <a:prstDash val="solid"/>
          </a:ln>
        </p:spPr>
        <p:style>
          <a:lnRef idx="1">
            <a:schemeClr val="accent3"/>
          </a:lnRef>
          <a:fillRef idx="0">
            <a:schemeClr val="accent3"/>
          </a:fillRef>
          <a:effectRef idx="0">
            <a:schemeClr val="accent3"/>
          </a:effectRef>
          <a:fontRef idx="minor">
            <a:schemeClr val="tx1"/>
          </a:fontRef>
        </p:style>
      </p:sp>
      <p:sp>
        <p:nvSpPr>
          <p:cNvPr id="30" name="文本框 29">
            <a:extLst>
              <a:ext uri="{FF2B5EF4-FFF2-40B4-BE49-F238E27FC236}">
                <a16:creationId xmlns:a16="http://schemas.microsoft.com/office/drawing/2014/main" id="{D34D2191-7CB2-CF05-C29F-7F873BA2B6C3}"/>
              </a:ext>
            </a:extLst>
          </p:cNvPr>
          <p:cNvSpPr>
            <a:spLocks noGrp="1"/>
          </p:cNvSpPr>
          <p:nvPr/>
        </p:nvSpPr>
        <p:spPr>
          <a:xfrm>
            <a:off x="6638925" y="3876675"/>
            <a:ext cx="1332230" cy="609600"/>
          </a:xfrm>
          <a:prstGeom prst="rect">
            <a:avLst/>
          </a:prstGeom>
          <a:noFill/>
        </p:spPr>
        <p:txBody>
          <a:bodyPr wrap="none" lIns="0" tIns="0" rIns="0" bIns="0" anchor="t">
            <a:noAutofit/>
          </a:bodyPr>
          <a:lstStyle>
            <a:defPPr algn="l">
              <a:defRPr sz="3400" b="0" i="0">
                <a:solidFill>
                  <a:srgbClr val="D6DFDC"/>
                </a:solidFill>
                <a:latin typeface="Arial"/>
                <a:ea typeface="Arial"/>
                <a:cs typeface="Arial"/>
              </a:defRPr>
            </a:defPPr>
            <a:lvl1pPr algn="l">
              <a:buNone/>
              <a:defRPr sz="3400" b="0" i="0">
                <a:solidFill>
                  <a:srgbClr val="D6DFDC"/>
                </a:solidFill>
                <a:latin typeface="Arial"/>
                <a:ea typeface="Arial"/>
                <a:cs typeface="Arial"/>
              </a:defRPr>
            </a:lvl1pPr>
            <a:lvl2pPr algn="l">
              <a:buNone/>
              <a:defRPr sz="3400" b="0" i="0">
                <a:solidFill>
                  <a:srgbClr val="D6DFDC"/>
                </a:solidFill>
                <a:latin typeface="Arial"/>
                <a:ea typeface="Arial"/>
                <a:cs typeface="Arial"/>
              </a:defRPr>
            </a:lvl2pPr>
            <a:lvl3pPr algn="l">
              <a:buNone/>
              <a:defRPr sz="3400" b="0" i="0">
                <a:solidFill>
                  <a:srgbClr val="D6DFDC"/>
                </a:solidFill>
                <a:latin typeface="Arial"/>
                <a:ea typeface="Arial"/>
                <a:cs typeface="Arial"/>
              </a:defRPr>
            </a:lvl3pPr>
            <a:lvl4pPr algn="l">
              <a:buNone/>
              <a:defRPr sz="3400" b="0" i="0">
                <a:solidFill>
                  <a:srgbClr val="D6DFDC"/>
                </a:solidFill>
                <a:latin typeface="Arial"/>
                <a:ea typeface="Arial"/>
                <a:cs typeface="Arial"/>
              </a:defRPr>
            </a:lvl4pPr>
            <a:lvl5pPr algn="l">
              <a:buNone/>
              <a:defRPr sz="3400" b="0" i="0">
                <a:solidFill>
                  <a:srgbClr val="D6DFDC"/>
                </a:solidFill>
                <a:latin typeface="Arial"/>
                <a:ea typeface="Arial"/>
                <a:cs typeface="Arial"/>
              </a:defRPr>
            </a:lvl5pPr>
            <a:lvl6pPr algn="l">
              <a:buNone/>
              <a:defRPr sz="3400" b="0" i="0">
                <a:solidFill>
                  <a:srgbClr val="D6DFDC"/>
                </a:solidFill>
                <a:latin typeface="Arial"/>
                <a:ea typeface="Arial"/>
                <a:cs typeface="Arial"/>
              </a:defRPr>
            </a:lvl6pPr>
            <a:lvl7pPr algn="l">
              <a:buNone/>
              <a:defRPr sz="3400" b="0" i="0">
                <a:solidFill>
                  <a:srgbClr val="D6DFDC"/>
                </a:solidFill>
                <a:latin typeface="Arial"/>
                <a:ea typeface="Arial"/>
                <a:cs typeface="Arial"/>
              </a:defRPr>
            </a:lvl7pPr>
            <a:lvl8pPr algn="l">
              <a:buNone/>
              <a:defRPr sz="3400" b="0" i="0">
                <a:solidFill>
                  <a:srgbClr val="D6DFDC"/>
                </a:solidFill>
                <a:latin typeface="Arial"/>
                <a:ea typeface="Arial"/>
                <a:cs typeface="Arial"/>
              </a:defRPr>
            </a:lvl8pPr>
            <a:lvl9pPr algn="l">
              <a:buNone/>
              <a:defRPr sz="3400" b="0" i="0">
                <a:solidFill>
                  <a:srgbClr val="D6DFDC"/>
                </a:solidFill>
                <a:latin typeface="Arial"/>
                <a:ea typeface="Arial"/>
                <a:cs typeface="Arial"/>
              </a:defRPr>
            </a:lvl9pPr>
          </a:lstStyle>
          <a:p>
            <a:pPr algn="l">
              <a:buNone/>
              <a:defRPr sz="3400" b="0" i="0">
                <a:solidFill>
                  <a:srgbClr val="D6DFDC"/>
                </a:solidFill>
                <a:latin typeface="Arial"/>
                <a:ea typeface="Arial"/>
                <a:cs typeface="Arial"/>
              </a:defRPr>
            </a:pPr>
            <a:r>
              <a:rPr sz="3400">
                <a:solidFill>
                  <a:srgbClr val="D6DFDC"/>
                </a:solidFill>
                <a:latin typeface="Arial"/>
                <a:ea typeface="Arial"/>
                <a:cs typeface="Arial"/>
              </a:rPr>
              <a:t>XXXX</a:t>
            </a:r>
            <a:endParaRPr sz="3600">
              <a:solidFill>
                <a:schemeClr val="bg1">
                  <a:lumMod val="85000"/>
                </a:schemeClr>
              </a:solidFill>
              <a:latin typeface="Arial"/>
              <a:ea typeface="Arial"/>
              <a:cs typeface="Arial"/>
            </a:endParaRPr>
          </a:p>
        </p:txBody>
      </p:sp>
      <p:sp>
        <p:nvSpPr>
          <p:cNvPr id="31" name="English dissertation title">
            <a:extLst>
              <a:ext uri="{FF2B5EF4-FFF2-40B4-BE49-F238E27FC236}">
                <a16:creationId xmlns:a16="http://schemas.microsoft.com/office/drawing/2014/main" id="{9E306E7C-45EA-4953-B009-749DE575EAFB}"/>
              </a:ext>
            </a:extLst>
          </p:cNvPr>
          <p:cNvSpPr>
            <a:spLocks noGrp="1"/>
          </p:cNvSpPr>
          <p:nvPr/>
        </p:nvSpPr>
        <p:spPr>
          <a:xfrm>
            <a:off x="276225" y="3324225"/>
            <a:ext cx="7524750" cy="419100"/>
          </a:xfrm>
          <a:prstGeom prst="rect">
            <a:avLst/>
          </a:prstGeom>
          <a:noFill/>
          <a:ln w="0">
            <a:noFill/>
          </a:ln>
        </p:spPr>
        <p:txBody>
          <a:bodyPr wrap="none" lIns="0" tIns="0" rIns="0" bIns="0">
            <a:noAutofit/>
          </a:bodyPr>
          <a:lstStyle>
            <a:defPPr>
              <a:defRPr sz="2000">
                <a:solidFill>
                  <a:srgbClr val="6F7D86"/>
                </a:solidFill>
                <a:latin typeface="Arial"/>
                <a:ea typeface="Arial"/>
                <a:cs typeface="Arial"/>
              </a:defRPr>
            </a:defPPr>
            <a:lvl1pPr>
              <a:buNone/>
              <a:defRPr sz="2000">
                <a:solidFill>
                  <a:srgbClr val="6F7D86"/>
                </a:solidFill>
                <a:latin typeface="Arial"/>
                <a:ea typeface="Arial"/>
                <a:cs typeface="Arial"/>
              </a:defRPr>
            </a:lvl1pPr>
            <a:lvl2pPr>
              <a:buNone/>
              <a:defRPr sz="2000">
                <a:solidFill>
                  <a:srgbClr val="6F7D86"/>
                </a:solidFill>
                <a:latin typeface="Arial"/>
                <a:ea typeface="Arial"/>
                <a:cs typeface="Arial"/>
              </a:defRPr>
            </a:lvl2pPr>
            <a:lvl3pPr>
              <a:buNone/>
              <a:defRPr sz="2000">
                <a:solidFill>
                  <a:srgbClr val="6F7D86"/>
                </a:solidFill>
                <a:latin typeface="Arial"/>
                <a:ea typeface="Arial"/>
                <a:cs typeface="Arial"/>
              </a:defRPr>
            </a:lvl3pPr>
            <a:lvl4pPr>
              <a:buNone/>
              <a:defRPr sz="2000">
                <a:solidFill>
                  <a:srgbClr val="6F7D86"/>
                </a:solidFill>
                <a:latin typeface="Arial"/>
                <a:ea typeface="Arial"/>
                <a:cs typeface="Arial"/>
              </a:defRPr>
            </a:lvl4pPr>
            <a:lvl5pPr>
              <a:buNone/>
              <a:defRPr sz="2000">
                <a:solidFill>
                  <a:srgbClr val="6F7D86"/>
                </a:solidFill>
                <a:latin typeface="Arial"/>
                <a:ea typeface="Arial"/>
                <a:cs typeface="Arial"/>
              </a:defRPr>
            </a:lvl5pPr>
            <a:lvl6pPr>
              <a:buNone/>
              <a:defRPr sz="2000">
                <a:solidFill>
                  <a:srgbClr val="6F7D86"/>
                </a:solidFill>
                <a:latin typeface="Arial"/>
                <a:ea typeface="Arial"/>
                <a:cs typeface="Arial"/>
              </a:defRPr>
            </a:lvl6pPr>
            <a:lvl7pPr>
              <a:buNone/>
              <a:defRPr sz="2000">
                <a:solidFill>
                  <a:srgbClr val="6F7D86"/>
                </a:solidFill>
                <a:latin typeface="Arial"/>
                <a:ea typeface="Arial"/>
                <a:cs typeface="Arial"/>
              </a:defRPr>
            </a:lvl7pPr>
            <a:lvl8pPr>
              <a:buNone/>
              <a:defRPr sz="2000">
                <a:solidFill>
                  <a:srgbClr val="6F7D86"/>
                </a:solidFill>
                <a:latin typeface="Arial"/>
                <a:ea typeface="Arial"/>
                <a:cs typeface="Arial"/>
              </a:defRPr>
            </a:lvl8pPr>
            <a:lvl9pPr>
              <a:buNone/>
              <a:defRPr sz="2000">
                <a:solidFill>
                  <a:srgbClr val="6F7D86"/>
                </a:solidFill>
                <a:latin typeface="Arial"/>
                <a:ea typeface="Arial"/>
                <a:cs typeface="Arial"/>
              </a:defRPr>
            </a:lvl9pPr>
          </a:lstStyle>
          <a:p>
            <a:pPr>
              <a:buNone/>
              <a:defRPr sz="2000">
                <a:solidFill>
                  <a:srgbClr val="6F7D86"/>
                </a:solidFill>
                <a:latin typeface="Arial"/>
                <a:ea typeface="Arial"/>
                <a:cs typeface="Arial"/>
              </a:defRPr>
            </a:pPr>
            <a:r>
              <a:rPr sz="2000">
                <a:solidFill>
                  <a:srgbClr val="6F7D86"/>
                </a:solidFill>
                <a:latin typeface="Arial"/>
                <a:ea typeface="Arial"/>
                <a:cs typeface="Arial"/>
              </a:rPr>
              <a:t>English Title of the Thesis</a:t>
            </a:r>
          </a:p>
        </p:txBody>
      </p:sp>
    </p:spTree>
    <p:extLst>
      <p:ext uri="{BB962C8B-B14F-4D97-AF65-F5344CB8AC3E}">
        <p14:creationId xmlns:p14="http://schemas.microsoft.com/office/powerpoint/2010/main" val="25374660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矩形 59">
            <a:extLst>
              <a:ext uri="{FF2B5EF4-FFF2-40B4-BE49-F238E27FC236}">
                <a16:creationId xmlns:a16="http://schemas.microsoft.com/office/drawing/2014/main" id="{6238893D-AE29-6B63-AA1A-DC1274D90566}"/>
              </a:ext>
            </a:extLst>
          </p:cNvPr>
          <p:cNvSpPr>
            <a:spLocks noGrp="1"/>
          </p:cNvSpPr>
          <p:nvPr/>
        </p:nvSpPr>
        <p:spPr>
          <a:xfrm>
            <a:off x="2019300" y="3206496"/>
            <a:ext cx="876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Autofit/>
          </a:bodyPr>
          <a:lstStyle>
            <a:defPPr algn="l">
              <a:defRPr sz="2400" b="0">
                <a:solidFill>
                  <a:srgbClr val="002554"/>
                </a:solidFill>
                <a:latin typeface="Arial"/>
                <a:ea typeface="Microsoft YaHei"/>
                <a:cs typeface="Arial"/>
              </a:defRPr>
            </a:defPPr>
            <a:lvl1pPr algn="l">
              <a:defRPr sz="2400" b="0">
                <a:solidFill>
                  <a:srgbClr val="002554"/>
                </a:solidFill>
                <a:latin typeface="Arial"/>
                <a:ea typeface="Microsoft YaHei"/>
                <a:cs typeface="Arial"/>
              </a:defRPr>
            </a:lvl1pPr>
            <a:lvl2pPr algn="l">
              <a:defRPr sz="2400" b="0">
                <a:solidFill>
                  <a:srgbClr val="002554"/>
                </a:solidFill>
                <a:latin typeface="Arial"/>
                <a:ea typeface="Microsoft YaHei"/>
                <a:cs typeface="Arial"/>
              </a:defRPr>
            </a:lvl2pPr>
            <a:lvl3pPr algn="l">
              <a:defRPr sz="2400" b="0">
                <a:solidFill>
                  <a:srgbClr val="002554"/>
                </a:solidFill>
                <a:latin typeface="Arial"/>
                <a:ea typeface="Microsoft YaHei"/>
                <a:cs typeface="Arial"/>
              </a:defRPr>
            </a:lvl3pPr>
            <a:lvl4pPr algn="l">
              <a:defRPr sz="2400" b="0">
                <a:solidFill>
                  <a:srgbClr val="002554"/>
                </a:solidFill>
                <a:latin typeface="Arial"/>
                <a:ea typeface="Microsoft YaHei"/>
                <a:cs typeface="Arial"/>
              </a:defRPr>
            </a:lvl4pPr>
            <a:lvl5pPr algn="l">
              <a:defRPr sz="2400" b="0">
                <a:solidFill>
                  <a:srgbClr val="002554"/>
                </a:solidFill>
                <a:latin typeface="Arial"/>
                <a:ea typeface="Microsoft YaHei"/>
                <a:cs typeface="Arial"/>
              </a:defRPr>
            </a:lvl5pPr>
            <a:lvl6pPr algn="l">
              <a:defRPr sz="2400" b="0">
                <a:solidFill>
                  <a:srgbClr val="002554"/>
                </a:solidFill>
                <a:latin typeface="Arial"/>
                <a:ea typeface="Microsoft YaHei"/>
                <a:cs typeface="Arial"/>
              </a:defRPr>
            </a:lvl6pPr>
            <a:lvl7pPr algn="l">
              <a:defRPr sz="2400" b="0">
                <a:solidFill>
                  <a:srgbClr val="002554"/>
                </a:solidFill>
                <a:latin typeface="Arial"/>
                <a:ea typeface="Microsoft YaHei"/>
                <a:cs typeface="Arial"/>
              </a:defRPr>
            </a:lvl7pPr>
            <a:lvl8pPr algn="l">
              <a:defRPr sz="2400" b="0">
                <a:solidFill>
                  <a:srgbClr val="002554"/>
                </a:solidFill>
                <a:latin typeface="Arial"/>
                <a:ea typeface="Microsoft YaHei"/>
                <a:cs typeface="Arial"/>
              </a:defRPr>
            </a:lvl8pPr>
            <a:lvl9pPr algn="l">
              <a:defRPr sz="2400" b="0">
                <a:solidFill>
                  <a:srgbClr val="002554"/>
                </a:solidFill>
                <a:latin typeface="Arial"/>
                <a:ea typeface="Microsoft YaHei"/>
                <a:cs typeface="Arial"/>
              </a:defRPr>
            </a:lvl9pPr>
          </a:lstStyle>
          <a:p>
            <a:pPr algn="l">
              <a:defRPr sz="2400" b="0">
                <a:solidFill>
                  <a:srgbClr val="002554"/>
                </a:solidFill>
                <a:latin typeface="Arial"/>
                <a:ea typeface="Microsoft YaHei"/>
                <a:cs typeface="Arial"/>
              </a:defRPr>
            </a:pPr>
            <a:r>
              <a:rPr sz="2400">
                <a:solidFill>
                  <a:srgbClr val="002554"/>
                </a:solidFill>
                <a:latin typeface="Arial" panose="020B0604020202020204" pitchFamily="34" charset="0"/>
                <a:ea typeface="Microsoft YaHei" panose="020B0503020204020204" pitchFamily="34" charset="-122"/>
                <a:cs typeface="Arial" panose="020B0604020202020204" pitchFamily="34" charset="0"/>
              </a:rPr>
              <a:t>研究内容二</a:t>
            </a:r>
          </a:p>
        </p:txBody>
      </p:sp>
      <p:sp>
        <p:nvSpPr>
          <p:cNvPr id="61" name="矩形 60">
            <a:extLst>
              <a:ext uri="{FF2B5EF4-FFF2-40B4-BE49-F238E27FC236}">
                <a16:creationId xmlns:a16="http://schemas.microsoft.com/office/drawing/2014/main" id="{7E964A4F-7FB1-36F4-2E77-631FB00266CA}"/>
              </a:ext>
            </a:extLst>
          </p:cNvPr>
          <p:cNvSpPr>
            <a:spLocks noGrp="1"/>
          </p:cNvSpPr>
          <p:nvPr/>
        </p:nvSpPr>
        <p:spPr>
          <a:xfrm>
            <a:off x="2019300" y="1600200"/>
            <a:ext cx="876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Autofit/>
          </a:bodyPr>
          <a:lstStyle>
            <a:defPPr algn="l">
              <a:defRPr sz="2400" b="1">
                <a:solidFill>
                  <a:srgbClr val="115740"/>
                </a:solidFill>
                <a:latin typeface="Arial"/>
                <a:ea typeface="Microsoft YaHei"/>
                <a:cs typeface="Arial"/>
              </a:defRPr>
            </a:defPPr>
            <a:lvl1pPr algn="l">
              <a:defRPr sz="2400" b="1">
                <a:solidFill>
                  <a:srgbClr val="115740"/>
                </a:solidFill>
                <a:latin typeface="Arial"/>
                <a:ea typeface="Microsoft YaHei"/>
                <a:cs typeface="Arial"/>
              </a:defRPr>
            </a:lvl1pPr>
            <a:lvl2pPr algn="l">
              <a:defRPr sz="2400" b="1">
                <a:solidFill>
                  <a:srgbClr val="115740"/>
                </a:solidFill>
                <a:latin typeface="Arial"/>
                <a:ea typeface="Microsoft YaHei"/>
                <a:cs typeface="Arial"/>
              </a:defRPr>
            </a:lvl2pPr>
            <a:lvl3pPr algn="l">
              <a:defRPr sz="2400" b="1">
                <a:solidFill>
                  <a:srgbClr val="115740"/>
                </a:solidFill>
                <a:latin typeface="Arial"/>
                <a:ea typeface="Microsoft YaHei"/>
                <a:cs typeface="Arial"/>
              </a:defRPr>
            </a:lvl3pPr>
            <a:lvl4pPr algn="l">
              <a:defRPr sz="2400" b="1">
                <a:solidFill>
                  <a:srgbClr val="115740"/>
                </a:solidFill>
                <a:latin typeface="Arial"/>
                <a:ea typeface="Microsoft YaHei"/>
                <a:cs typeface="Arial"/>
              </a:defRPr>
            </a:lvl4pPr>
            <a:lvl5pPr algn="l">
              <a:defRPr sz="2400" b="1">
                <a:solidFill>
                  <a:srgbClr val="115740"/>
                </a:solidFill>
                <a:latin typeface="Arial"/>
                <a:ea typeface="Microsoft YaHei"/>
                <a:cs typeface="Arial"/>
              </a:defRPr>
            </a:lvl5pPr>
            <a:lvl6pPr algn="l">
              <a:defRPr sz="2400" b="1">
                <a:solidFill>
                  <a:srgbClr val="115740"/>
                </a:solidFill>
                <a:latin typeface="Arial"/>
                <a:ea typeface="Microsoft YaHei"/>
                <a:cs typeface="Arial"/>
              </a:defRPr>
            </a:lvl6pPr>
            <a:lvl7pPr algn="l">
              <a:defRPr sz="2400" b="1">
                <a:solidFill>
                  <a:srgbClr val="115740"/>
                </a:solidFill>
                <a:latin typeface="Arial"/>
                <a:ea typeface="Microsoft YaHei"/>
                <a:cs typeface="Arial"/>
              </a:defRPr>
            </a:lvl7pPr>
            <a:lvl8pPr algn="l">
              <a:defRPr sz="2400" b="1">
                <a:solidFill>
                  <a:srgbClr val="115740"/>
                </a:solidFill>
                <a:latin typeface="Arial"/>
                <a:ea typeface="Microsoft YaHei"/>
                <a:cs typeface="Arial"/>
              </a:defRPr>
            </a:lvl8pPr>
            <a:lvl9pPr algn="l">
              <a:defRPr sz="2400" b="1">
                <a:solidFill>
                  <a:srgbClr val="115740"/>
                </a:solidFill>
                <a:latin typeface="Arial"/>
                <a:ea typeface="Microsoft YaHei"/>
                <a:cs typeface="Arial"/>
              </a:defRPr>
            </a:lvl9pPr>
          </a:lstStyle>
          <a:p>
            <a:pPr algn="l">
              <a:defRPr sz="2400" b="1">
                <a:solidFill>
                  <a:srgbClr val="115740"/>
                </a:solidFill>
                <a:latin typeface="Arial"/>
                <a:ea typeface="Microsoft YaHei"/>
                <a:cs typeface="Arial"/>
              </a:defRPr>
            </a:pPr>
            <a:r>
              <a:rPr sz="2400" b="0" dirty="0" err="1">
                <a:solidFill>
                  <a:srgbClr val="FF0000"/>
                </a:solidFill>
                <a:latin typeface="Arial" panose="020B0604020202020204" pitchFamily="34" charset="0"/>
                <a:ea typeface="Microsoft YaHei" panose="020B0503020204020204" pitchFamily="34" charset="-122"/>
                <a:cs typeface="Arial" panose="020B0604020202020204" pitchFamily="34" charset="0"/>
              </a:rPr>
              <a:t>研究背景与意义</a:t>
            </a:r>
            <a:endParaRPr sz="2400" b="0" dirty="0">
              <a:solidFill>
                <a:srgbClr val="FF0000"/>
              </a:solidFill>
              <a:latin typeface="Arial" panose="020B0604020202020204" pitchFamily="34" charset="0"/>
              <a:ea typeface="Microsoft YaHei" panose="020B0503020204020204" pitchFamily="34" charset="-122"/>
              <a:cs typeface="Arial" panose="020B0604020202020204" pitchFamily="34" charset="0"/>
            </a:endParaRPr>
          </a:p>
        </p:txBody>
      </p:sp>
      <p:sp>
        <p:nvSpPr>
          <p:cNvPr id="62" name="矩形 61">
            <a:extLst>
              <a:ext uri="{FF2B5EF4-FFF2-40B4-BE49-F238E27FC236}">
                <a16:creationId xmlns:a16="http://schemas.microsoft.com/office/drawing/2014/main" id="{5350152E-6F55-C196-73E6-EADF035A66B2}"/>
              </a:ext>
            </a:extLst>
          </p:cNvPr>
          <p:cNvSpPr>
            <a:spLocks noGrp="1"/>
          </p:cNvSpPr>
          <p:nvPr/>
        </p:nvSpPr>
        <p:spPr>
          <a:xfrm>
            <a:off x="2019300" y="2403348"/>
            <a:ext cx="876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Autofit/>
          </a:bodyPr>
          <a:lstStyle>
            <a:defPPr algn="l">
              <a:defRPr sz="2400" b="0">
                <a:solidFill>
                  <a:srgbClr val="002554"/>
                </a:solidFill>
                <a:latin typeface="Arial"/>
                <a:ea typeface="Microsoft YaHei"/>
                <a:cs typeface="Arial"/>
              </a:defRPr>
            </a:defPPr>
            <a:lvl1pPr algn="l">
              <a:defRPr sz="2400" b="0">
                <a:solidFill>
                  <a:srgbClr val="002554"/>
                </a:solidFill>
                <a:latin typeface="Arial"/>
                <a:ea typeface="Microsoft YaHei"/>
                <a:cs typeface="Arial"/>
              </a:defRPr>
            </a:lvl1pPr>
            <a:lvl2pPr algn="l">
              <a:defRPr sz="2400" b="0">
                <a:solidFill>
                  <a:srgbClr val="002554"/>
                </a:solidFill>
                <a:latin typeface="Arial"/>
                <a:ea typeface="Microsoft YaHei"/>
                <a:cs typeface="Arial"/>
              </a:defRPr>
            </a:lvl2pPr>
            <a:lvl3pPr algn="l">
              <a:defRPr sz="2400" b="0">
                <a:solidFill>
                  <a:srgbClr val="002554"/>
                </a:solidFill>
                <a:latin typeface="Arial"/>
                <a:ea typeface="Microsoft YaHei"/>
                <a:cs typeface="Arial"/>
              </a:defRPr>
            </a:lvl3pPr>
            <a:lvl4pPr algn="l">
              <a:defRPr sz="2400" b="0">
                <a:solidFill>
                  <a:srgbClr val="002554"/>
                </a:solidFill>
                <a:latin typeface="Arial"/>
                <a:ea typeface="Microsoft YaHei"/>
                <a:cs typeface="Arial"/>
              </a:defRPr>
            </a:lvl4pPr>
            <a:lvl5pPr algn="l">
              <a:defRPr sz="2400" b="0">
                <a:solidFill>
                  <a:srgbClr val="002554"/>
                </a:solidFill>
                <a:latin typeface="Arial"/>
                <a:ea typeface="Microsoft YaHei"/>
                <a:cs typeface="Arial"/>
              </a:defRPr>
            </a:lvl5pPr>
            <a:lvl6pPr algn="l">
              <a:defRPr sz="2400" b="0">
                <a:solidFill>
                  <a:srgbClr val="002554"/>
                </a:solidFill>
                <a:latin typeface="Arial"/>
                <a:ea typeface="Microsoft YaHei"/>
                <a:cs typeface="Arial"/>
              </a:defRPr>
            </a:lvl6pPr>
            <a:lvl7pPr algn="l">
              <a:defRPr sz="2400" b="0">
                <a:solidFill>
                  <a:srgbClr val="002554"/>
                </a:solidFill>
                <a:latin typeface="Arial"/>
                <a:ea typeface="Microsoft YaHei"/>
                <a:cs typeface="Arial"/>
              </a:defRPr>
            </a:lvl7pPr>
            <a:lvl8pPr algn="l">
              <a:defRPr sz="2400" b="0">
                <a:solidFill>
                  <a:srgbClr val="002554"/>
                </a:solidFill>
                <a:latin typeface="Arial"/>
                <a:ea typeface="Microsoft YaHei"/>
                <a:cs typeface="Arial"/>
              </a:defRPr>
            </a:lvl8pPr>
            <a:lvl9pPr algn="l">
              <a:defRPr sz="2400" b="0">
                <a:solidFill>
                  <a:srgbClr val="002554"/>
                </a:solidFill>
                <a:latin typeface="Arial"/>
                <a:ea typeface="Microsoft YaHei"/>
                <a:cs typeface="Arial"/>
              </a:defRPr>
            </a:lvl9pPr>
          </a:lstStyle>
          <a:p>
            <a:pPr algn="l">
              <a:defRPr sz="2400" b="0">
                <a:solidFill>
                  <a:srgbClr val="002554"/>
                </a:solidFill>
                <a:latin typeface="Arial"/>
                <a:ea typeface="Microsoft YaHei"/>
                <a:cs typeface="Arial"/>
              </a:defRPr>
            </a:pPr>
            <a:r>
              <a:rPr sz="2400">
                <a:solidFill>
                  <a:srgbClr val="002554"/>
                </a:solidFill>
                <a:latin typeface="Arial" panose="020B0604020202020204" pitchFamily="34" charset="0"/>
                <a:ea typeface="Microsoft YaHei" panose="020B0503020204020204" pitchFamily="34" charset="-122"/>
                <a:cs typeface="Arial" panose="020B0604020202020204" pitchFamily="34" charset="0"/>
              </a:rPr>
              <a:t>研究内容一</a:t>
            </a:r>
          </a:p>
        </p:txBody>
      </p:sp>
      <p:sp>
        <p:nvSpPr>
          <p:cNvPr id="63" name="矩形 62">
            <a:extLst>
              <a:ext uri="{FF2B5EF4-FFF2-40B4-BE49-F238E27FC236}">
                <a16:creationId xmlns:a16="http://schemas.microsoft.com/office/drawing/2014/main" id="{06F87DC9-88E8-6A4A-7772-BB93D40DD11D}"/>
              </a:ext>
            </a:extLst>
          </p:cNvPr>
          <p:cNvSpPr>
            <a:spLocks noGrp="1"/>
          </p:cNvSpPr>
          <p:nvPr/>
        </p:nvSpPr>
        <p:spPr>
          <a:xfrm>
            <a:off x="2019300" y="5615940"/>
            <a:ext cx="876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Autofit/>
          </a:bodyPr>
          <a:lstStyle>
            <a:defPPr algn="l">
              <a:defRPr sz="2400" b="0">
                <a:solidFill>
                  <a:srgbClr val="002554"/>
                </a:solidFill>
                <a:latin typeface="Arial"/>
                <a:ea typeface="Microsoft YaHei"/>
                <a:cs typeface="Arial"/>
              </a:defRPr>
            </a:defPPr>
            <a:lvl1pPr algn="l">
              <a:defRPr sz="2400" b="0">
                <a:solidFill>
                  <a:srgbClr val="002554"/>
                </a:solidFill>
                <a:latin typeface="Arial"/>
                <a:ea typeface="Microsoft YaHei"/>
                <a:cs typeface="Arial"/>
              </a:defRPr>
            </a:lvl1pPr>
            <a:lvl2pPr algn="l">
              <a:defRPr sz="2400" b="0">
                <a:solidFill>
                  <a:srgbClr val="002554"/>
                </a:solidFill>
                <a:latin typeface="Arial"/>
                <a:ea typeface="Microsoft YaHei"/>
                <a:cs typeface="Arial"/>
              </a:defRPr>
            </a:lvl2pPr>
            <a:lvl3pPr algn="l">
              <a:defRPr sz="2400" b="0">
                <a:solidFill>
                  <a:srgbClr val="002554"/>
                </a:solidFill>
                <a:latin typeface="Arial"/>
                <a:ea typeface="Microsoft YaHei"/>
                <a:cs typeface="Arial"/>
              </a:defRPr>
            </a:lvl3pPr>
            <a:lvl4pPr algn="l">
              <a:defRPr sz="2400" b="0">
                <a:solidFill>
                  <a:srgbClr val="002554"/>
                </a:solidFill>
                <a:latin typeface="Arial"/>
                <a:ea typeface="Microsoft YaHei"/>
                <a:cs typeface="Arial"/>
              </a:defRPr>
            </a:lvl4pPr>
            <a:lvl5pPr algn="l">
              <a:defRPr sz="2400" b="0">
                <a:solidFill>
                  <a:srgbClr val="002554"/>
                </a:solidFill>
                <a:latin typeface="Arial"/>
                <a:ea typeface="Microsoft YaHei"/>
                <a:cs typeface="Arial"/>
              </a:defRPr>
            </a:lvl5pPr>
            <a:lvl6pPr algn="l">
              <a:defRPr sz="2400" b="0">
                <a:solidFill>
                  <a:srgbClr val="002554"/>
                </a:solidFill>
                <a:latin typeface="Arial"/>
                <a:ea typeface="Microsoft YaHei"/>
                <a:cs typeface="Arial"/>
              </a:defRPr>
            </a:lvl6pPr>
            <a:lvl7pPr algn="l">
              <a:defRPr sz="2400" b="0">
                <a:solidFill>
                  <a:srgbClr val="002554"/>
                </a:solidFill>
                <a:latin typeface="Arial"/>
                <a:ea typeface="Microsoft YaHei"/>
                <a:cs typeface="Arial"/>
              </a:defRPr>
            </a:lvl7pPr>
            <a:lvl8pPr algn="l">
              <a:defRPr sz="2400" b="0">
                <a:solidFill>
                  <a:srgbClr val="002554"/>
                </a:solidFill>
                <a:latin typeface="Arial"/>
                <a:ea typeface="Microsoft YaHei"/>
                <a:cs typeface="Arial"/>
              </a:defRPr>
            </a:lvl8pPr>
            <a:lvl9pPr algn="l">
              <a:defRPr sz="2400" b="0">
                <a:solidFill>
                  <a:srgbClr val="002554"/>
                </a:solidFill>
                <a:latin typeface="Arial"/>
                <a:ea typeface="Microsoft YaHei"/>
                <a:cs typeface="Arial"/>
              </a:defRPr>
            </a:lvl9pPr>
          </a:lstStyle>
          <a:p>
            <a:pPr algn="l">
              <a:defRPr sz="2400" b="0">
                <a:solidFill>
                  <a:srgbClr val="002554"/>
                </a:solidFill>
                <a:latin typeface="Arial"/>
                <a:ea typeface="Microsoft YaHei"/>
                <a:cs typeface="Arial"/>
              </a:defRPr>
            </a:pPr>
            <a:r>
              <a:rPr sz="2400">
                <a:solidFill>
                  <a:srgbClr val="002554"/>
                </a:solidFill>
                <a:latin typeface="Arial" panose="020B0604020202020204" pitchFamily="34" charset="0"/>
                <a:ea typeface="Microsoft YaHei" panose="020B0503020204020204" pitchFamily="34" charset="-122"/>
                <a:cs typeface="Arial" panose="020B0604020202020204" pitchFamily="34" charset="0"/>
              </a:rPr>
              <a:t>总结与展望</a:t>
            </a:r>
          </a:p>
        </p:txBody>
      </p:sp>
      <p:sp>
        <p:nvSpPr>
          <p:cNvPr id="64" name="矩形 63">
            <a:extLst>
              <a:ext uri="{FF2B5EF4-FFF2-40B4-BE49-F238E27FC236}">
                <a16:creationId xmlns:a16="http://schemas.microsoft.com/office/drawing/2014/main" id="{66805E22-6169-8F4A-DDF2-1E2888F1EE69}"/>
              </a:ext>
            </a:extLst>
          </p:cNvPr>
          <p:cNvSpPr>
            <a:spLocks noGrp="1"/>
          </p:cNvSpPr>
          <p:nvPr/>
        </p:nvSpPr>
        <p:spPr>
          <a:xfrm>
            <a:off x="2019300" y="4009644"/>
            <a:ext cx="876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Autofit/>
          </a:bodyPr>
          <a:lstStyle>
            <a:defPPr algn="l">
              <a:defRPr sz="2400" b="0">
                <a:solidFill>
                  <a:srgbClr val="002554"/>
                </a:solidFill>
                <a:latin typeface="Arial"/>
                <a:ea typeface="Microsoft YaHei"/>
                <a:cs typeface="Arial"/>
              </a:defRPr>
            </a:defPPr>
            <a:lvl1pPr algn="l">
              <a:defRPr sz="2400" b="0">
                <a:solidFill>
                  <a:srgbClr val="002554"/>
                </a:solidFill>
                <a:latin typeface="Arial"/>
                <a:ea typeface="Microsoft YaHei"/>
                <a:cs typeface="Arial"/>
              </a:defRPr>
            </a:lvl1pPr>
            <a:lvl2pPr algn="l">
              <a:defRPr sz="2400" b="0">
                <a:solidFill>
                  <a:srgbClr val="002554"/>
                </a:solidFill>
                <a:latin typeface="Arial"/>
                <a:ea typeface="Microsoft YaHei"/>
                <a:cs typeface="Arial"/>
              </a:defRPr>
            </a:lvl2pPr>
            <a:lvl3pPr algn="l">
              <a:defRPr sz="2400" b="0">
                <a:solidFill>
                  <a:srgbClr val="002554"/>
                </a:solidFill>
                <a:latin typeface="Arial"/>
                <a:ea typeface="Microsoft YaHei"/>
                <a:cs typeface="Arial"/>
              </a:defRPr>
            </a:lvl3pPr>
            <a:lvl4pPr algn="l">
              <a:defRPr sz="2400" b="0">
                <a:solidFill>
                  <a:srgbClr val="002554"/>
                </a:solidFill>
                <a:latin typeface="Arial"/>
                <a:ea typeface="Microsoft YaHei"/>
                <a:cs typeface="Arial"/>
              </a:defRPr>
            </a:lvl4pPr>
            <a:lvl5pPr algn="l">
              <a:defRPr sz="2400" b="0">
                <a:solidFill>
                  <a:srgbClr val="002554"/>
                </a:solidFill>
                <a:latin typeface="Arial"/>
                <a:ea typeface="Microsoft YaHei"/>
                <a:cs typeface="Arial"/>
              </a:defRPr>
            </a:lvl5pPr>
            <a:lvl6pPr algn="l">
              <a:defRPr sz="2400" b="0">
                <a:solidFill>
                  <a:srgbClr val="002554"/>
                </a:solidFill>
                <a:latin typeface="Arial"/>
                <a:ea typeface="Microsoft YaHei"/>
                <a:cs typeface="Arial"/>
              </a:defRPr>
            </a:lvl6pPr>
            <a:lvl7pPr algn="l">
              <a:defRPr sz="2400" b="0">
                <a:solidFill>
                  <a:srgbClr val="002554"/>
                </a:solidFill>
                <a:latin typeface="Arial"/>
                <a:ea typeface="Microsoft YaHei"/>
                <a:cs typeface="Arial"/>
              </a:defRPr>
            </a:lvl7pPr>
            <a:lvl8pPr algn="l">
              <a:defRPr sz="2400" b="0">
                <a:solidFill>
                  <a:srgbClr val="002554"/>
                </a:solidFill>
                <a:latin typeface="Arial"/>
                <a:ea typeface="Microsoft YaHei"/>
                <a:cs typeface="Arial"/>
              </a:defRPr>
            </a:lvl8pPr>
            <a:lvl9pPr algn="l">
              <a:defRPr sz="2400" b="0">
                <a:solidFill>
                  <a:srgbClr val="002554"/>
                </a:solidFill>
                <a:latin typeface="Arial"/>
                <a:ea typeface="Microsoft YaHei"/>
                <a:cs typeface="Arial"/>
              </a:defRPr>
            </a:lvl9pPr>
          </a:lstStyle>
          <a:p>
            <a:pPr algn="l">
              <a:defRPr sz="2400" b="0">
                <a:solidFill>
                  <a:srgbClr val="002554"/>
                </a:solidFill>
                <a:latin typeface="Arial"/>
                <a:ea typeface="Microsoft YaHei"/>
                <a:cs typeface="Arial"/>
              </a:defRPr>
            </a:pPr>
            <a:r>
              <a:rPr sz="2400">
                <a:solidFill>
                  <a:srgbClr val="002554"/>
                </a:solidFill>
                <a:latin typeface="Arial" panose="020B0604020202020204" pitchFamily="34" charset="0"/>
                <a:ea typeface="Microsoft YaHei" panose="020B0503020204020204" pitchFamily="34" charset="-122"/>
                <a:cs typeface="Arial" panose="020B0604020202020204" pitchFamily="34" charset="0"/>
              </a:rPr>
              <a:t>研究内容三</a:t>
            </a:r>
          </a:p>
        </p:txBody>
      </p:sp>
      <p:sp>
        <p:nvSpPr>
          <p:cNvPr id="65" name="矩形 64">
            <a:extLst>
              <a:ext uri="{FF2B5EF4-FFF2-40B4-BE49-F238E27FC236}">
                <a16:creationId xmlns:a16="http://schemas.microsoft.com/office/drawing/2014/main" id="{99F02918-7931-5DC1-DE27-001741500363}"/>
              </a:ext>
            </a:extLst>
          </p:cNvPr>
          <p:cNvSpPr>
            <a:spLocks noGrp="1"/>
          </p:cNvSpPr>
          <p:nvPr/>
        </p:nvSpPr>
        <p:spPr>
          <a:xfrm>
            <a:off x="2019300" y="4812792"/>
            <a:ext cx="8763000" cy="45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anchor="ctr">
            <a:noAutofit/>
          </a:bodyPr>
          <a:lstStyle>
            <a:defPPr algn="l">
              <a:defRPr sz="2400" b="0">
                <a:solidFill>
                  <a:srgbClr val="002554"/>
                </a:solidFill>
                <a:latin typeface="Arial"/>
                <a:ea typeface="Microsoft YaHei"/>
                <a:cs typeface="Arial"/>
              </a:defRPr>
            </a:defPPr>
            <a:lvl1pPr algn="l">
              <a:defRPr sz="2400" b="0">
                <a:solidFill>
                  <a:srgbClr val="002554"/>
                </a:solidFill>
                <a:latin typeface="Arial"/>
                <a:ea typeface="Microsoft YaHei"/>
                <a:cs typeface="Arial"/>
              </a:defRPr>
            </a:lvl1pPr>
            <a:lvl2pPr algn="l">
              <a:defRPr sz="2400" b="0">
                <a:solidFill>
                  <a:srgbClr val="002554"/>
                </a:solidFill>
                <a:latin typeface="Arial"/>
                <a:ea typeface="Microsoft YaHei"/>
                <a:cs typeface="Arial"/>
              </a:defRPr>
            </a:lvl2pPr>
            <a:lvl3pPr algn="l">
              <a:defRPr sz="2400" b="0">
                <a:solidFill>
                  <a:srgbClr val="002554"/>
                </a:solidFill>
                <a:latin typeface="Arial"/>
                <a:ea typeface="Microsoft YaHei"/>
                <a:cs typeface="Arial"/>
              </a:defRPr>
            </a:lvl3pPr>
            <a:lvl4pPr algn="l">
              <a:defRPr sz="2400" b="0">
                <a:solidFill>
                  <a:srgbClr val="002554"/>
                </a:solidFill>
                <a:latin typeface="Arial"/>
                <a:ea typeface="Microsoft YaHei"/>
                <a:cs typeface="Arial"/>
              </a:defRPr>
            </a:lvl4pPr>
            <a:lvl5pPr algn="l">
              <a:defRPr sz="2400" b="0">
                <a:solidFill>
                  <a:srgbClr val="002554"/>
                </a:solidFill>
                <a:latin typeface="Arial"/>
                <a:ea typeface="Microsoft YaHei"/>
                <a:cs typeface="Arial"/>
              </a:defRPr>
            </a:lvl5pPr>
            <a:lvl6pPr algn="l">
              <a:defRPr sz="2400" b="0">
                <a:solidFill>
                  <a:srgbClr val="002554"/>
                </a:solidFill>
                <a:latin typeface="Arial"/>
                <a:ea typeface="Microsoft YaHei"/>
                <a:cs typeface="Arial"/>
              </a:defRPr>
            </a:lvl6pPr>
            <a:lvl7pPr algn="l">
              <a:defRPr sz="2400" b="0">
                <a:solidFill>
                  <a:srgbClr val="002554"/>
                </a:solidFill>
                <a:latin typeface="Arial"/>
                <a:ea typeface="Microsoft YaHei"/>
                <a:cs typeface="Arial"/>
              </a:defRPr>
            </a:lvl7pPr>
            <a:lvl8pPr algn="l">
              <a:defRPr sz="2400" b="0">
                <a:solidFill>
                  <a:srgbClr val="002554"/>
                </a:solidFill>
                <a:latin typeface="Arial"/>
                <a:ea typeface="Microsoft YaHei"/>
                <a:cs typeface="Arial"/>
              </a:defRPr>
            </a:lvl8pPr>
            <a:lvl9pPr algn="l">
              <a:defRPr sz="2400" b="0">
                <a:solidFill>
                  <a:srgbClr val="002554"/>
                </a:solidFill>
                <a:latin typeface="Arial"/>
                <a:ea typeface="Microsoft YaHei"/>
                <a:cs typeface="Arial"/>
              </a:defRPr>
            </a:lvl9pPr>
          </a:lstStyle>
          <a:p>
            <a:pPr algn="l">
              <a:defRPr sz="2400" b="0">
                <a:solidFill>
                  <a:srgbClr val="002554"/>
                </a:solidFill>
                <a:latin typeface="Arial"/>
                <a:ea typeface="Microsoft YaHei"/>
                <a:cs typeface="Arial"/>
              </a:defRPr>
            </a:pPr>
            <a:r>
              <a:rPr sz="2400">
                <a:solidFill>
                  <a:srgbClr val="002554"/>
                </a:solidFill>
                <a:latin typeface="Arial" panose="020B0604020202020204" pitchFamily="34" charset="0"/>
                <a:ea typeface="Microsoft YaHei" panose="020B0503020204020204" pitchFamily="34" charset="-122"/>
                <a:cs typeface="Arial" panose="020B0604020202020204" pitchFamily="34" charset="0"/>
              </a:rPr>
              <a:t>研究内容四</a:t>
            </a:r>
          </a:p>
        </p:txBody>
      </p:sp>
      <p:sp>
        <p:nvSpPr>
          <p:cNvPr id="66" name="Line 234">
            <a:extLst>
              <a:ext uri="{FF2B5EF4-FFF2-40B4-BE49-F238E27FC236}">
                <a16:creationId xmlns:a16="http://schemas.microsoft.com/office/drawing/2014/main" id="{A5C42F6D-C050-6B58-C602-8F6B19A2A8E8}"/>
              </a:ext>
            </a:extLst>
          </p:cNvPr>
          <p:cNvSpPr>
            <a:spLocks noGrp="1"/>
          </p:cNvSpPr>
          <p:nvPr/>
        </p:nvSpPr>
        <p:spPr>
          <a:xfrm flipV="1">
            <a:off x="1922138" y="3693656"/>
            <a:ext cx="9000000" cy="0"/>
          </a:xfrm>
          <a:prstGeom prst="line">
            <a:avLst/>
          </a:prstGeom>
          <a:noFill/>
          <a:ln w="9525">
            <a:solidFill>
              <a:srgbClr val="D6DFDC"/>
            </a:solidFill>
            <a:prstDash val="solid"/>
            <a:tailEnd type="oval" w="med" len="med"/>
          </a:ln>
        </p:spPr>
        <p:txBody>
          <a:bodyPr wrap="none" anchor="ctr"/>
          <a:lstStyle/>
          <a:p>
            <a:endParaRPr>
              <a:latin typeface="Arial" panose="020B0604020202020204" pitchFamily="34" charset="0"/>
              <a:ea typeface="Microsoft YaHei" panose="020B0503020204020204" pitchFamily="34" charset="-122"/>
              <a:cs typeface="Arial" panose="020B0604020202020204" pitchFamily="34" charset="0"/>
            </a:endParaRPr>
          </a:p>
        </p:txBody>
      </p:sp>
      <p:sp>
        <p:nvSpPr>
          <p:cNvPr id="67" name="Line 234">
            <a:extLst>
              <a:ext uri="{FF2B5EF4-FFF2-40B4-BE49-F238E27FC236}">
                <a16:creationId xmlns:a16="http://schemas.microsoft.com/office/drawing/2014/main" id="{C9CF8A75-7116-6E4A-EA16-EFFA2C1E70DD}"/>
              </a:ext>
            </a:extLst>
          </p:cNvPr>
          <p:cNvSpPr>
            <a:spLocks noGrp="1"/>
          </p:cNvSpPr>
          <p:nvPr/>
        </p:nvSpPr>
        <p:spPr>
          <a:xfrm flipV="1">
            <a:off x="1922138" y="2089030"/>
            <a:ext cx="9000000" cy="0"/>
          </a:xfrm>
          <a:prstGeom prst="line">
            <a:avLst/>
          </a:prstGeom>
          <a:noFill/>
          <a:ln w="9525">
            <a:solidFill>
              <a:srgbClr val="D6DFDC"/>
            </a:solidFill>
            <a:prstDash val="solid"/>
            <a:tailEnd type="oval" w="med" len="med"/>
          </a:ln>
        </p:spPr>
        <p:txBody>
          <a:bodyPr wrap="none" anchor="ctr"/>
          <a:lstStyle/>
          <a:p>
            <a:endParaRPr>
              <a:latin typeface="Arial" panose="020B0604020202020204" pitchFamily="34" charset="0"/>
              <a:ea typeface="Microsoft YaHei" panose="020B0503020204020204" pitchFamily="34" charset="-122"/>
              <a:cs typeface="Arial" panose="020B0604020202020204" pitchFamily="34" charset="0"/>
            </a:endParaRPr>
          </a:p>
        </p:txBody>
      </p:sp>
      <p:sp>
        <p:nvSpPr>
          <p:cNvPr id="68" name="Line 234">
            <a:extLst>
              <a:ext uri="{FF2B5EF4-FFF2-40B4-BE49-F238E27FC236}">
                <a16:creationId xmlns:a16="http://schemas.microsoft.com/office/drawing/2014/main" id="{6102DCEA-B293-F200-8DE3-C7084E2B1CDD}"/>
              </a:ext>
            </a:extLst>
          </p:cNvPr>
          <p:cNvSpPr>
            <a:spLocks noGrp="1"/>
          </p:cNvSpPr>
          <p:nvPr/>
        </p:nvSpPr>
        <p:spPr>
          <a:xfrm flipV="1">
            <a:off x="1922138" y="2887438"/>
            <a:ext cx="9000000" cy="0"/>
          </a:xfrm>
          <a:prstGeom prst="line">
            <a:avLst/>
          </a:prstGeom>
          <a:noFill/>
          <a:ln w="9525">
            <a:solidFill>
              <a:srgbClr val="D6DFDC"/>
            </a:solidFill>
            <a:prstDash val="solid"/>
            <a:tailEnd type="oval" w="med" len="med"/>
          </a:ln>
        </p:spPr>
        <p:txBody>
          <a:bodyPr wrap="none" anchor="ctr"/>
          <a:lstStyle/>
          <a:p>
            <a:endParaRPr>
              <a:latin typeface="Arial" panose="020B0604020202020204" pitchFamily="34" charset="0"/>
              <a:ea typeface="Microsoft YaHei" panose="020B0503020204020204" pitchFamily="34" charset="-122"/>
              <a:cs typeface="Arial" panose="020B0604020202020204" pitchFamily="34" charset="0"/>
            </a:endParaRPr>
          </a:p>
        </p:txBody>
      </p:sp>
      <p:sp>
        <p:nvSpPr>
          <p:cNvPr id="69" name="Line 234">
            <a:extLst>
              <a:ext uri="{FF2B5EF4-FFF2-40B4-BE49-F238E27FC236}">
                <a16:creationId xmlns:a16="http://schemas.microsoft.com/office/drawing/2014/main" id="{4A42E002-B108-7AC6-49B1-7FE1F2F3BF2D}"/>
              </a:ext>
            </a:extLst>
          </p:cNvPr>
          <p:cNvSpPr>
            <a:spLocks noGrp="1"/>
          </p:cNvSpPr>
          <p:nvPr/>
        </p:nvSpPr>
        <p:spPr>
          <a:xfrm flipV="1">
            <a:off x="1922138" y="4475042"/>
            <a:ext cx="9000000" cy="0"/>
          </a:xfrm>
          <a:prstGeom prst="line">
            <a:avLst/>
          </a:prstGeom>
          <a:noFill/>
          <a:ln w="9525">
            <a:solidFill>
              <a:srgbClr val="D6DFDC"/>
            </a:solidFill>
            <a:prstDash val="solid"/>
            <a:tailEnd type="oval" w="med" len="med"/>
          </a:ln>
        </p:spPr>
        <p:txBody>
          <a:bodyPr wrap="none" anchor="ctr"/>
          <a:lstStyle/>
          <a:p>
            <a:endParaRPr>
              <a:latin typeface="Arial" panose="020B0604020202020204" pitchFamily="34" charset="0"/>
              <a:ea typeface="Microsoft YaHei" panose="020B0503020204020204" pitchFamily="34" charset="-122"/>
              <a:cs typeface="Arial" panose="020B0604020202020204" pitchFamily="34" charset="0"/>
            </a:endParaRPr>
          </a:p>
        </p:txBody>
      </p:sp>
      <p:sp>
        <p:nvSpPr>
          <p:cNvPr id="70" name="Line 234">
            <a:extLst>
              <a:ext uri="{FF2B5EF4-FFF2-40B4-BE49-F238E27FC236}">
                <a16:creationId xmlns:a16="http://schemas.microsoft.com/office/drawing/2014/main" id="{0390E9E8-A6D5-82CE-C50E-907C6640150D}"/>
              </a:ext>
            </a:extLst>
          </p:cNvPr>
          <p:cNvSpPr>
            <a:spLocks noGrp="1"/>
          </p:cNvSpPr>
          <p:nvPr/>
        </p:nvSpPr>
        <p:spPr>
          <a:xfrm flipV="1">
            <a:off x="1922138" y="5298282"/>
            <a:ext cx="9000000" cy="0"/>
          </a:xfrm>
          <a:prstGeom prst="line">
            <a:avLst/>
          </a:prstGeom>
          <a:noFill/>
          <a:ln w="9525">
            <a:solidFill>
              <a:srgbClr val="D6DFDC"/>
            </a:solidFill>
            <a:prstDash val="solid"/>
            <a:tailEnd type="oval" w="med" len="med"/>
          </a:ln>
        </p:spPr>
        <p:txBody>
          <a:bodyPr wrap="none" anchor="ctr"/>
          <a:lstStyle/>
          <a:p>
            <a:endParaRPr>
              <a:latin typeface="Arial" panose="020B0604020202020204" pitchFamily="34" charset="0"/>
              <a:ea typeface="Microsoft YaHei" panose="020B0503020204020204" pitchFamily="34" charset="-122"/>
              <a:cs typeface="Arial" panose="020B0604020202020204" pitchFamily="34" charset="0"/>
            </a:endParaRPr>
          </a:p>
        </p:txBody>
      </p:sp>
      <p:sp>
        <p:nvSpPr>
          <p:cNvPr id="71" name="Line 234">
            <a:extLst>
              <a:ext uri="{FF2B5EF4-FFF2-40B4-BE49-F238E27FC236}">
                <a16:creationId xmlns:a16="http://schemas.microsoft.com/office/drawing/2014/main" id="{033CEEF1-261F-6DD5-2833-E3920C758BBE}"/>
              </a:ext>
            </a:extLst>
          </p:cNvPr>
          <p:cNvSpPr>
            <a:spLocks noGrp="1"/>
          </p:cNvSpPr>
          <p:nvPr/>
        </p:nvSpPr>
        <p:spPr>
          <a:xfrm flipV="1">
            <a:off x="1922138" y="6100595"/>
            <a:ext cx="9000000" cy="0"/>
          </a:xfrm>
          <a:prstGeom prst="line">
            <a:avLst/>
          </a:prstGeom>
          <a:noFill/>
          <a:ln w="9525">
            <a:solidFill>
              <a:srgbClr val="D6DFDC"/>
            </a:solidFill>
            <a:prstDash val="solid"/>
            <a:tailEnd type="oval" w="med" len="med"/>
          </a:ln>
        </p:spPr>
        <p:txBody>
          <a:bodyPr wrap="none" anchor="ctr"/>
          <a:lstStyle/>
          <a:p>
            <a:endParaRPr>
              <a:latin typeface="Arial" panose="020B0604020202020204" pitchFamily="34" charset="0"/>
              <a:ea typeface="Microsoft YaHei" panose="020B0503020204020204" pitchFamily="34" charset="-122"/>
              <a:cs typeface="Arial" panose="020B0604020202020204" pitchFamily="34" charset="0"/>
            </a:endParaRPr>
          </a:p>
        </p:txBody>
      </p:sp>
      <p:sp>
        <p:nvSpPr>
          <p:cNvPr id="73" name="椭圆 72">
            <a:extLst>
              <a:ext uri="{FF2B5EF4-FFF2-40B4-BE49-F238E27FC236}">
                <a16:creationId xmlns:a16="http://schemas.microsoft.com/office/drawing/2014/main" id="{71090061-91BE-9A39-F830-947AC660B751}"/>
              </a:ext>
            </a:extLst>
          </p:cNvPr>
          <p:cNvSpPr>
            <a:spLocks noGrp="1"/>
          </p:cNvSpPr>
          <p:nvPr/>
        </p:nvSpPr>
        <p:spPr>
          <a:xfrm>
            <a:off x="1050195" y="2373253"/>
            <a:ext cx="509759" cy="509759"/>
          </a:xfrm>
          <a:prstGeom prst="ellipse">
            <a:avLst/>
          </a:prstGeom>
          <a:solidFill>
            <a:srgbClr val="002554"/>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defPPr algn="ctr">
              <a:defRPr sz="2800" b="0">
                <a:solidFill>
                  <a:srgbClr val="FFFFFF"/>
                </a:solidFill>
                <a:latin typeface="Arial"/>
                <a:ea typeface="Microsoft YaHei"/>
                <a:cs typeface="Arial"/>
              </a:defRPr>
            </a:defPPr>
            <a:lvl1pPr algn="ctr">
              <a:defRPr sz="2800" b="0">
                <a:solidFill>
                  <a:srgbClr val="FFFFFF"/>
                </a:solidFill>
                <a:latin typeface="Arial"/>
                <a:ea typeface="Microsoft YaHei"/>
                <a:cs typeface="Arial"/>
              </a:defRPr>
            </a:lvl1pPr>
            <a:lvl2pPr algn="ctr">
              <a:defRPr sz="2800" b="0">
                <a:solidFill>
                  <a:srgbClr val="FFFFFF"/>
                </a:solidFill>
                <a:latin typeface="Arial"/>
                <a:ea typeface="Microsoft YaHei"/>
                <a:cs typeface="Arial"/>
              </a:defRPr>
            </a:lvl2pPr>
            <a:lvl3pPr algn="ctr">
              <a:defRPr sz="2800" b="0">
                <a:solidFill>
                  <a:srgbClr val="FFFFFF"/>
                </a:solidFill>
                <a:latin typeface="Arial"/>
                <a:ea typeface="Microsoft YaHei"/>
                <a:cs typeface="Arial"/>
              </a:defRPr>
            </a:lvl3pPr>
            <a:lvl4pPr algn="ctr">
              <a:defRPr sz="2800" b="0">
                <a:solidFill>
                  <a:srgbClr val="FFFFFF"/>
                </a:solidFill>
                <a:latin typeface="Arial"/>
                <a:ea typeface="Microsoft YaHei"/>
                <a:cs typeface="Arial"/>
              </a:defRPr>
            </a:lvl4pPr>
            <a:lvl5pPr algn="ctr">
              <a:defRPr sz="2800" b="0">
                <a:solidFill>
                  <a:srgbClr val="FFFFFF"/>
                </a:solidFill>
                <a:latin typeface="Arial"/>
                <a:ea typeface="Microsoft YaHei"/>
                <a:cs typeface="Arial"/>
              </a:defRPr>
            </a:lvl5pPr>
            <a:lvl6pPr algn="ctr">
              <a:defRPr sz="2800" b="0">
                <a:solidFill>
                  <a:srgbClr val="FFFFFF"/>
                </a:solidFill>
                <a:latin typeface="Arial"/>
                <a:ea typeface="Microsoft YaHei"/>
                <a:cs typeface="Arial"/>
              </a:defRPr>
            </a:lvl6pPr>
            <a:lvl7pPr algn="ctr">
              <a:defRPr sz="2800" b="0">
                <a:solidFill>
                  <a:srgbClr val="FFFFFF"/>
                </a:solidFill>
                <a:latin typeface="Arial"/>
                <a:ea typeface="Microsoft YaHei"/>
                <a:cs typeface="Arial"/>
              </a:defRPr>
            </a:lvl7pPr>
            <a:lvl8pPr algn="ctr">
              <a:defRPr sz="2800" b="0">
                <a:solidFill>
                  <a:srgbClr val="FFFFFF"/>
                </a:solidFill>
                <a:latin typeface="Arial"/>
                <a:ea typeface="Microsoft YaHei"/>
                <a:cs typeface="Arial"/>
              </a:defRPr>
            </a:lvl8pPr>
            <a:lvl9pPr algn="ctr">
              <a:defRPr sz="2800" b="0">
                <a:solidFill>
                  <a:srgbClr val="FFFFFF"/>
                </a:solidFill>
                <a:latin typeface="Arial"/>
                <a:ea typeface="Microsoft YaHei"/>
                <a:cs typeface="Arial"/>
              </a:defRPr>
            </a:lvl9pPr>
          </a:lstStyle>
          <a:p>
            <a:pPr marL="0" marR="0" lvl="0" indent="0" algn="ctr" defTabSz="685783">
              <a:lnSpc>
                <a:spcPct val="100000"/>
              </a:lnSpc>
              <a:spcBef>
                <a:spcPts val="0"/>
              </a:spcBef>
              <a:spcAft>
                <a:spcPts val="0"/>
              </a:spcAft>
              <a:buClrTx/>
              <a:buSzTx/>
              <a:buFontTx/>
              <a:buNone/>
              <a:defRPr sz="2800" b="0">
                <a:solidFill>
                  <a:srgbClr val="FFFFFF"/>
                </a:solidFill>
                <a:latin typeface="Arial"/>
                <a:ea typeface="Microsoft YaHei"/>
                <a:cs typeface="Arial"/>
              </a:defRPr>
            </a:pPr>
            <a:r>
              <a:rPr sz="2800" u="none" strike="noStrike" cap="none" spc="0" baseline="0" dirty="0">
                <a:ln>
                  <a:noFill/>
                </a:ln>
                <a:solidFill>
                  <a:srgbClr val="FFFFFF"/>
                </a:solidFill>
                <a:latin typeface="Arial" panose="020B0604020202020204" pitchFamily="34" charset="0"/>
                <a:ea typeface="Microsoft YaHei" panose="020B0503020204020204" pitchFamily="34" charset="-122"/>
                <a:cs typeface="Arial" panose="020B0604020202020204" pitchFamily="34" charset="0"/>
              </a:rPr>
              <a:t>2</a:t>
            </a:r>
            <a:endParaRPr sz="2800" u="none" strike="noStrike" kern="1200" cap="none" spc="0" baseline="0" dirty="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74" name="椭圆 73">
            <a:extLst>
              <a:ext uri="{FF2B5EF4-FFF2-40B4-BE49-F238E27FC236}">
                <a16:creationId xmlns:a16="http://schemas.microsoft.com/office/drawing/2014/main" id="{3EF20A50-929D-BE6B-C987-370FED8924D9}"/>
              </a:ext>
            </a:extLst>
          </p:cNvPr>
          <p:cNvSpPr>
            <a:spLocks noGrp="1"/>
          </p:cNvSpPr>
          <p:nvPr/>
        </p:nvSpPr>
        <p:spPr>
          <a:xfrm>
            <a:off x="999074" y="2322132"/>
            <a:ext cx="612000" cy="612000"/>
          </a:xfrm>
          <a:prstGeom prst="ellipse">
            <a:avLst/>
          </a:prstGeom>
          <a:noFill/>
          <a:ln w="11430">
            <a:solidFill>
              <a:srgbClr val="C7D2D5"/>
            </a:solidFill>
            <a:prstDash val="solid"/>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p>
            <a:pPr marL="0" marR="0" lvl="0" indent="0" algn="ctr" defTabSz="685783">
              <a:lnSpc>
                <a:spcPct val="100000"/>
              </a:lnSpc>
              <a:spcBef>
                <a:spcPts val="0"/>
              </a:spcBef>
              <a:spcAft>
                <a:spcPts val="0"/>
              </a:spcAft>
              <a:buClrTx/>
              <a:buSzTx/>
              <a:buFontTx/>
              <a:buNone/>
            </a:pP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75" name="直接连接符 74">
            <a:extLst>
              <a:ext uri="{FF2B5EF4-FFF2-40B4-BE49-F238E27FC236}">
                <a16:creationId xmlns:a16="http://schemas.microsoft.com/office/drawing/2014/main" id="{85ED28AD-3918-4FE6-A031-220AA1C4088B}"/>
              </a:ext>
            </a:extLst>
          </p:cNvPr>
          <p:cNvSpPr>
            <a:spLocks noGrp="1"/>
          </p:cNvSpPr>
          <p:nvPr/>
        </p:nvSpPr>
        <p:spPr>
          <a:xfrm>
            <a:off x="1734430" y="2374146"/>
            <a:ext cx="0" cy="504000"/>
          </a:xfrm>
          <a:prstGeom prst="line">
            <a:avLst/>
          </a:prstGeom>
          <a:ln w="9525">
            <a:solidFill>
              <a:srgbClr val="C7D2D5"/>
            </a:solidFill>
            <a:prstDash val="solid"/>
          </a:ln>
          <a:effectLst>
            <a:innerShdw blurRad="63500" dist="50800" dir="13500000">
              <a:prstClr val="black">
                <a:alpha val="50000"/>
              </a:prstClr>
            </a:innerShdw>
          </a:effectLst>
        </p:spPr>
        <p:style>
          <a:lnRef idx="1">
            <a:schemeClr val="accent1"/>
          </a:lnRef>
          <a:fillRef idx="0">
            <a:schemeClr val="accent1"/>
          </a:fillRef>
          <a:effectRef idx="0">
            <a:schemeClr val="accent1"/>
          </a:effectRef>
          <a:fontRef idx="minor">
            <a:schemeClr val="tx1"/>
          </a:fontRef>
        </p:style>
      </p:sp>
      <p:sp>
        <p:nvSpPr>
          <p:cNvPr id="77" name="椭圆 76">
            <a:extLst>
              <a:ext uri="{FF2B5EF4-FFF2-40B4-BE49-F238E27FC236}">
                <a16:creationId xmlns:a16="http://schemas.microsoft.com/office/drawing/2014/main" id="{5A7C959A-B961-1766-4019-1D94BC32269F}"/>
              </a:ext>
            </a:extLst>
          </p:cNvPr>
          <p:cNvSpPr>
            <a:spLocks noGrp="1"/>
          </p:cNvSpPr>
          <p:nvPr/>
        </p:nvSpPr>
        <p:spPr>
          <a:xfrm>
            <a:off x="1050195" y="3169624"/>
            <a:ext cx="509759" cy="509759"/>
          </a:xfrm>
          <a:prstGeom prst="ellipse">
            <a:avLst/>
          </a:prstGeom>
          <a:solidFill>
            <a:srgbClr val="002554"/>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defPPr algn="ctr">
              <a:defRPr sz="2800" b="0">
                <a:solidFill>
                  <a:srgbClr val="FFFFFF"/>
                </a:solidFill>
                <a:latin typeface="Arial"/>
                <a:ea typeface="Microsoft YaHei"/>
                <a:cs typeface="Arial"/>
              </a:defRPr>
            </a:defPPr>
            <a:lvl1pPr algn="ctr">
              <a:defRPr sz="2800" b="0">
                <a:solidFill>
                  <a:srgbClr val="FFFFFF"/>
                </a:solidFill>
                <a:latin typeface="Arial"/>
                <a:ea typeface="Microsoft YaHei"/>
                <a:cs typeface="Arial"/>
              </a:defRPr>
            </a:lvl1pPr>
            <a:lvl2pPr algn="ctr">
              <a:defRPr sz="2800" b="0">
                <a:solidFill>
                  <a:srgbClr val="FFFFFF"/>
                </a:solidFill>
                <a:latin typeface="Arial"/>
                <a:ea typeface="Microsoft YaHei"/>
                <a:cs typeface="Arial"/>
              </a:defRPr>
            </a:lvl2pPr>
            <a:lvl3pPr algn="ctr">
              <a:defRPr sz="2800" b="0">
                <a:solidFill>
                  <a:srgbClr val="FFFFFF"/>
                </a:solidFill>
                <a:latin typeface="Arial"/>
                <a:ea typeface="Microsoft YaHei"/>
                <a:cs typeface="Arial"/>
              </a:defRPr>
            </a:lvl3pPr>
            <a:lvl4pPr algn="ctr">
              <a:defRPr sz="2800" b="0">
                <a:solidFill>
                  <a:srgbClr val="FFFFFF"/>
                </a:solidFill>
                <a:latin typeface="Arial"/>
                <a:ea typeface="Microsoft YaHei"/>
                <a:cs typeface="Arial"/>
              </a:defRPr>
            </a:lvl4pPr>
            <a:lvl5pPr algn="ctr">
              <a:defRPr sz="2800" b="0">
                <a:solidFill>
                  <a:srgbClr val="FFFFFF"/>
                </a:solidFill>
                <a:latin typeface="Arial"/>
                <a:ea typeface="Microsoft YaHei"/>
                <a:cs typeface="Arial"/>
              </a:defRPr>
            </a:lvl5pPr>
            <a:lvl6pPr algn="ctr">
              <a:defRPr sz="2800" b="0">
                <a:solidFill>
                  <a:srgbClr val="FFFFFF"/>
                </a:solidFill>
                <a:latin typeface="Arial"/>
                <a:ea typeface="Microsoft YaHei"/>
                <a:cs typeface="Arial"/>
              </a:defRPr>
            </a:lvl6pPr>
            <a:lvl7pPr algn="ctr">
              <a:defRPr sz="2800" b="0">
                <a:solidFill>
                  <a:srgbClr val="FFFFFF"/>
                </a:solidFill>
                <a:latin typeface="Arial"/>
                <a:ea typeface="Microsoft YaHei"/>
                <a:cs typeface="Arial"/>
              </a:defRPr>
            </a:lvl7pPr>
            <a:lvl8pPr algn="ctr">
              <a:defRPr sz="2800" b="0">
                <a:solidFill>
                  <a:srgbClr val="FFFFFF"/>
                </a:solidFill>
                <a:latin typeface="Arial"/>
                <a:ea typeface="Microsoft YaHei"/>
                <a:cs typeface="Arial"/>
              </a:defRPr>
            </a:lvl8pPr>
            <a:lvl9pPr algn="ctr">
              <a:defRPr sz="2800" b="0">
                <a:solidFill>
                  <a:srgbClr val="FFFFFF"/>
                </a:solidFill>
                <a:latin typeface="Arial"/>
                <a:ea typeface="Microsoft YaHei"/>
                <a:cs typeface="Arial"/>
              </a:defRPr>
            </a:lvl9pPr>
          </a:lstStyle>
          <a:p>
            <a:pPr marL="0" marR="0" lvl="0" indent="0" algn="ctr" defTabSz="685783">
              <a:lnSpc>
                <a:spcPct val="100000"/>
              </a:lnSpc>
              <a:spcBef>
                <a:spcPts val="0"/>
              </a:spcBef>
              <a:spcAft>
                <a:spcPts val="0"/>
              </a:spcAft>
              <a:buClrTx/>
              <a:buSzTx/>
              <a:buFontTx/>
              <a:buNone/>
              <a:defRPr sz="2800" b="0">
                <a:solidFill>
                  <a:srgbClr val="FFFFFF"/>
                </a:solidFill>
                <a:latin typeface="Arial"/>
                <a:ea typeface="Microsoft YaHei"/>
                <a:cs typeface="Arial"/>
              </a:defRPr>
            </a:pPr>
            <a:r>
              <a:rPr sz="2800" u="none" strike="noStrike" cap="none" spc="0" baseline="0">
                <a:ln>
                  <a:noFill/>
                </a:ln>
                <a:solidFill>
                  <a:srgbClr val="FFFFFF"/>
                </a:solidFill>
                <a:latin typeface="Arial" panose="020B0604020202020204" pitchFamily="34" charset="0"/>
                <a:ea typeface="Microsoft YaHei" panose="020B0503020204020204" pitchFamily="34" charset="-122"/>
                <a:cs typeface="Arial" panose="020B0604020202020204" pitchFamily="34" charset="0"/>
              </a:rPr>
              <a:t>3</a:t>
            </a: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78" name="椭圆 77">
            <a:extLst>
              <a:ext uri="{FF2B5EF4-FFF2-40B4-BE49-F238E27FC236}">
                <a16:creationId xmlns:a16="http://schemas.microsoft.com/office/drawing/2014/main" id="{F4780468-AEC1-DA6B-766B-EAE618959401}"/>
              </a:ext>
            </a:extLst>
          </p:cNvPr>
          <p:cNvSpPr>
            <a:spLocks noGrp="1"/>
          </p:cNvSpPr>
          <p:nvPr/>
        </p:nvSpPr>
        <p:spPr>
          <a:xfrm>
            <a:off x="999074" y="3118503"/>
            <a:ext cx="612000" cy="612000"/>
          </a:xfrm>
          <a:prstGeom prst="ellipse">
            <a:avLst/>
          </a:prstGeom>
          <a:noFill/>
          <a:ln w="11430">
            <a:solidFill>
              <a:srgbClr val="C7D2D5"/>
            </a:solidFill>
            <a:prstDash val="solid"/>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p>
            <a:pPr marL="0" marR="0" lvl="0" indent="0" algn="ctr" defTabSz="685783">
              <a:lnSpc>
                <a:spcPct val="100000"/>
              </a:lnSpc>
              <a:spcBef>
                <a:spcPts val="0"/>
              </a:spcBef>
              <a:spcAft>
                <a:spcPts val="0"/>
              </a:spcAft>
              <a:buClrTx/>
              <a:buSzTx/>
              <a:buFontTx/>
              <a:buNone/>
            </a:pP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79" name="直接连接符 78">
            <a:extLst>
              <a:ext uri="{FF2B5EF4-FFF2-40B4-BE49-F238E27FC236}">
                <a16:creationId xmlns:a16="http://schemas.microsoft.com/office/drawing/2014/main" id="{9488B49E-4062-4B36-BCC8-639C3E03029F}"/>
              </a:ext>
            </a:extLst>
          </p:cNvPr>
          <p:cNvSpPr>
            <a:spLocks noGrp="1"/>
          </p:cNvSpPr>
          <p:nvPr/>
        </p:nvSpPr>
        <p:spPr>
          <a:xfrm>
            <a:off x="1734430" y="3973603"/>
            <a:ext cx="0" cy="504000"/>
          </a:xfrm>
          <a:prstGeom prst="line">
            <a:avLst/>
          </a:prstGeom>
          <a:ln w="9525">
            <a:solidFill>
              <a:srgbClr val="C7D2D5"/>
            </a:solidFill>
            <a:prstDash val="solid"/>
          </a:ln>
          <a:effectLst>
            <a:innerShdw blurRad="63500" dist="50800" dir="13500000">
              <a:prstClr val="black">
                <a:alpha val="50000"/>
              </a:prstClr>
            </a:innerShdw>
          </a:effectLst>
        </p:spPr>
        <p:style>
          <a:lnRef idx="1">
            <a:schemeClr val="accent1"/>
          </a:lnRef>
          <a:fillRef idx="0">
            <a:schemeClr val="accent1"/>
          </a:fillRef>
          <a:effectRef idx="0">
            <a:schemeClr val="accent1"/>
          </a:effectRef>
          <a:fontRef idx="minor">
            <a:schemeClr val="tx1"/>
          </a:fontRef>
        </p:style>
      </p:sp>
      <p:sp>
        <p:nvSpPr>
          <p:cNvPr id="80" name="直接连接符 79">
            <a:extLst>
              <a:ext uri="{FF2B5EF4-FFF2-40B4-BE49-F238E27FC236}">
                <a16:creationId xmlns:a16="http://schemas.microsoft.com/office/drawing/2014/main" id="{6B1BBC15-694B-4938-BE34-D9E6BD26BBE6}"/>
              </a:ext>
            </a:extLst>
          </p:cNvPr>
          <p:cNvSpPr>
            <a:spLocks noGrp="1"/>
          </p:cNvSpPr>
          <p:nvPr/>
        </p:nvSpPr>
        <p:spPr>
          <a:xfrm>
            <a:off x="1730098" y="1569836"/>
            <a:ext cx="0" cy="504000"/>
          </a:xfrm>
          <a:prstGeom prst="line">
            <a:avLst/>
          </a:prstGeom>
          <a:ln w="9525">
            <a:solidFill>
              <a:srgbClr val="C7D2D5"/>
            </a:solidFill>
            <a:prstDash val="solid"/>
          </a:ln>
        </p:spPr>
        <p:style>
          <a:lnRef idx="1">
            <a:schemeClr val="accent1"/>
          </a:lnRef>
          <a:fillRef idx="0">
            <a:schemeClr val="accent1"/>
          </a:fillRef>
          <a:effectRef idx="0">
            <a:schemeClr val="accent1"/>
          </a:effectRef>
          <a:fontRef idx="minor">
            <a:schemeClr val="tx1"/>
          </a:fontRef>
        </p:style>
      </p:sp>
      <p:sp>
        <p:nvSpPr>
          <p:cNvPr id="82" name="椭圆 81">
            <a:extLst>
              <a:ext uri="{FF2B5EF4-FFF2-40B4-BE49-F238E27FC236}">
                <a16:creationId xmlns:a16="http://schemas.microsoft.com/office/drawing/2014/main" id="{E4F5E1B7-8D86-916D-7E3B-8A521901D959}"/>
              </a:ext>
            </a:extLst>
          </p:cNvPr>
          <p:cNvSpPr>
            <a:spLocks noGrp="1"/>
          </p:cNvSpPr>
          <p:nvPr/>
        </p:nvSpPr>
        <p:spPr>
          <a:xfrm>
            <a:off x="1045863" y="1566957"/>
            <a:ext cx="509759" cy="509759"/>
          </a:xfrm>
          <a:prstGeom prst="ellipse">
            <a:avLst/>
          </a:prstGeom>
          <a:solidFill>
            <a:srgbClr val="002454"/>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defPPr algn="ctr">
              <a:defRPr sz="2800" b="0">
                <a:solidFill>
                  <a:srgbClr val="FFFFFF"/>
                </a:solidFill>
                <a:latin typeface="Arial"/>
                <a:ea typeface="Microsoft YaHei"/>
                <a:cs typeface="Arial"/>
              </a:defRPr>
            </a:defPPr>
            <a:lvl1pPr algn="ctr">
              <a:defRPr sz="2800" b="0">
                <a:solidFill>
                  <a:srgbClr val="FFFFFF"/>
                </a:solidFill>
                <a:latin typeface="Arial"/>
                <a:ea typeface="Microsoft YaHei"/>
                <a:cs typeface="Arial"/>
              </a:defRPr>
            </a:lvl1pPr>
            <a:lvl2pPr algn="ctr">
              <a:defRPr sz="2800" b="0">
                <a:solidFill>
                  <a:srgbClr val="FFFFFF"/>
                </a:solidFill>
                <a:latin typeface="Arial"/>
                <a:ea typeface="Microsoft YaHei"/>
                <a:cs typeface="Arial"/>
              </a:defRPr>
            </a:lvl2pPr>
            <a:lvl3pPr algn="ctr">
              <a:defRPr sz="2800" b="0">
                <a:solidFill>
                  <a:srgbClr val="FFFFFF"/>
                </a:solidFill>
                <a:latin typeface="Arial"/>
                <a:ea typeface="Microsoft YaHei"/>
                <a:cs typeface="Arial"/>
              </a:defRPr>
            </a:lvl3pPr>
            <a:lvl4pPr algn="ctr">
              <a:defRPr sz="2800" b="0">
                <a:solidFill>
                  <a:srgbClr val="FFFFFF"/>
                </a:solidFill>
                <a:latin typeface="Arial"/>
                <a:ea typeface="Microsoft YaHei"/>
                <a:cs typeface="Arial"/>
              </a:defRPr>
            </a:lvl4pPr>
            <a:lvl5pPr algn="ctr">
              <a:defRPr sz="2800" b="0">
                <a:solidFill>
                  <a:srgbClr val="FFFFFF"/>
                </a:solidFill>
                <a:latin typeface="Arial"/>
                <a:ea typeface="Microsoft YaHei"/>
                <a:cs typeface="Arial"/>
              </a:defRPr>
            </a:lvl5pPr>
            <a:lvl6pPr algn="ctr">
              <a:defRPr sz="2800" b="0">
                <a:solidFill>
                  <a:srgbClr val="FFFFFF"/>
                </a:solidFill>
                <a:latin typeface="Arial"/>
                <a:ea typeface="Microsoft YaHei"/>
                <a:cs typeface="Arial"/>
              </a:defRPr>
            </a:lvl6pPr>
            <a:lvl7pPr algn="ctr">
              <a:defRPr sz="2800" b="0">
                <a:solidFill>
                  <a:srgbClr val="FFFFFF"/>
                </a:solidFill>
                <a:latin typeface="Arial"/>
                <a:ea typeface="Microsoft YaHei"/>
                <a:cs typeface="Arial"/>
              </a:defRPr>
            </a:lvl7pPr>
            <a:lvl8pPr algn="ctr">
              <a:defRPr sz="2800" b="0">
                <a:solidFill>
                  <a:srgbClr val="FFFFFF"/>
                </a:solidFill>
                <a:latin typeface="Arial"/>
                <a:ea typeface="Microsoft YaHei"/>
                <a:cs typeface="Arial"/>
              </a:defRPr>
            </a:lvl8pPr>
            <a:lvl9pPr algn="ctr">
              <a:defRPr sz="2800" b="0">
                <a:solidFill>
                  <a:srgbClr val="FFFFFF"/>
                </a:solidFill>
                <a:latin typeface="Arial"/>
                <a:ea typeface="Microsoft YaHei"/>
                <a:cs typeface="Arial"/>
              </a:defRPr>
            </a:lvl9pPr>
          </a:lstStyle>
          <a:p>
            <a:pPr marL="0" marR="0" lvl="0" indent="0" algn="ctr" defTabSz="685783">
              <a:lnSpc>
                <a:spcPct val="100000"/>
              </a:lnSpc>
              <a:spcBef>
                <a:spcPts val="0"/>
              </a:spcBef>
              <a:spcAft>
                <a:spcPts val="0"/>
              </a:spcAft>
              <a:buClrTx/>
              <a:buSzTx/>
              <a:buFontTx/>
              <a:buNone/>
              <a:defRPr sz="2800" b="0">
                <a:solidFill>
                  <a:srgbClr val="FFFFFF"/>
                </a:solidFill>
                <a:latin typeface="Arial"/>
                <a:ea typeface="Microsoft YaHei"/>
                <a:cs typeface="Arial"/>
              </a:defRPr>
            </a:pPr>
            <a:r>
              <a:rPr sz="2800" u="none" strike="noStrike" cap="none" spc="0" baseline="0" dirty="0">
                <a:ln>
                  <a:noFill/>
                </a:ln>
                <a:solidFill>
                  <a:srgbClr val="FFFFFF"/>
                </a:solidFill>
                <a:latin typeface="Arial" panose="020B0604020202020204" pitchFamily="34" charset="0"/>
                <a:ea typeface="Microsoft YaHei" panose="020B0503020204020204" pitchFamily="34" charset="-122"/>
                <a:cs typeface="Arial" panose="020B0604020202020204" pitchFamily="34" charset="0"/>
              </a:rPr>
              <a:t>1</a:t>
            </a:r>
            <a:endParaRPr sz="2800" u="none" strike="noStrike" kern="1200" cap="none" spc="0" baseline="0" dirty="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83" name="椭圆 82">
            <a:extLst>
              <a:ext uri="{FF2B5EF4-FFF2-40B4-BE49-F238E27FC236}">
                <a16:creationId xmlns:a16="http://schemas.microsoft.com/office/drawing/2014/main" id="{A19B382C-549A-B608-3FEA-FD3C0DF51BF5}"/>
              </a:ext>
            </a:extLst>
          </p:cNvPr>
          <p:cNvSpPr>
            <a:spLocks noGrp="1"/>
          </p:cNvSpPr>
          <p:nvPr/>
        </p:nvSpPr>
        <p:spPr>
          <a:xfrm>
            <a:off x="994742" y="1515836"/>
            <a:ext cx="612000" cy="612000"/>
          </a:xfrm>
          <a:prstGeom prst="ellipse">
            <a:avLst/>
          </a:prstGeom>
          <a:noFill/>
          <a:ln w="11430">
            <a:solidFill>
              <a:srgbClr val="C7D2D5"/>
            </a:solidFill>
            <a:prstDash val="solid"/>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p>
            <a:pPr marL="0" marR="0" lvl="0" indent="0" algn="ctr" defTabSz="685783">
              <a:lnSpc>
                <a:spcPct val="100000"/>
              </a:lnSpc>
              <a:spcBef>
                <a:spcPts val="0"/>
              </a:spcBef>
              <a:spcAft>
                <a:spcPts val="0"/>
              </a:spcAft>
              <a:buClrTx/>
              <a:buSzTx/>
              <a:buFontTx/>
              <a:buNone/>
            </a:pP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84" name="直接连接符 83">
            <a:extLst>
              <a:ext uri="{FF2B5EF4-FFF2-40B4-BE49-F238E27FC236}">
                <a16:creationId xmlns:a16="http://schemas.microsoft.com/office/drawing/2014/main" id="{0A6D9544-7221-4858-87D2-DBA5DB7FA5DD}"/>
              </a:ext>
            </a:extLst>
          </p:cNvPr>
          <p:cNvSpPr>
            <a:spLocks noGrp="1"/>
          </p:cNvSpPr>
          <p:nvPr/>
        </p:nvSpPr>
        <p:spPr>
          <a:xfrm>
            <a:off x="1734430" y="5575882"/>
            <a:ext cx="0" cy="504000"/>
          </a:xfrm>
          <a:prstGeom prst="line">
            <a:avLst/>
          </a:prstGeom>
          <a:ln w="9525">
            <a:solidFill>
              <a:srgbClr val="C7D2D5"/>
            </a:solidFill>
            <a:prstDash val="solid"/>
          </a:ln>
        </p:spPr>
        <p:style>
          <a:lnRef idx="1">
            <a:schemeClr val="accent1"/>
          </a:lnRef>
          <a:fillRef idx="0">
            <a:schemeClr val="accent1"/>
          </a:fillRef>
          <a:effectRef idx="0">
            <a:schemeClr val="accent1"/>
          </a:effectRef>
          <a:fontRef idx="minor">
            <a:schemeClr val="tx1"/>
          </a:fontRef>
        </p:style>
      </p:sp>
      <p:sp>
        <p:nvSpPr>
          <p:cNvPr id="85" name="直接连接符 84">
            <a:extLst>
              <a:ext uri="{FF2B5EF4-FFF2-40B4-BE49-F238E27FC236}">
                <a16:creationId xmlns:a16="http://schemas.microsoft.com/office/drawing/2014/main" id="{1D102C7F-4141-401E-88BB-699BB568AB35}"/>
              </a:ext>
            </a:extLst>
          </p:cNvPr>
          <p:cNvSpPr>
            <a:spLocks noGrp="1"/>
          </p:cNvSpPr>
          <p:nvPr/>
        </p:nvSpPr>
        <p:spPr>
          <a:xfrm>
            <a:off x="1734430" y="4760456"/>
            <a:ext cx="0" cy="504000"/>
          </a:xfrm>
          <a:prstGeom prst="line">
            <a:avLst/>
          </a:prstGeom>
          <a:ln w="9525">
            <a:solidFill>
              <a:srgbClr val="C7D2D5"/>
            </a:solidFill>
            <a:prstDash val="solid"/>
          </a:ln>
        </p:spPr>
        <p:style>
          <a:lnRef idx="1">
            <a:schemeClr val="accent1"/>
          </a:lnRef>
          <a:fillRef idx="0">
            <a:schemeClr val="accent1"/>
          </a:fillRef>
          <a:effectRef idx="0">
            <a:schemeClr val="accent1"/>
          </a:effectRef>
          <a:fontRef idx="minor">
            <a:schemeClr val="tx1"/>
          </a:fontRef>
        </p:style>
      </p:sp>
      <p:sp>
        <p:nvSpPr>
          <p:cNvPr id="86" name="直接连接符 85">
            <a:extLst>
              <a:ext uri="{FF2B5EF4-FFF2-40B4-BE49-F238E27FC236}">
                <a16:creationId xmlns:a16="http://schemas.microsoft.com/office/drawing/2014/main" id="{A7F0F2E7-166E-41EB-A1D1-C03590DA7A3E}"/>
              </a:ext>
            </a:extLst>
          </p:cNvPr>
          <p:cNvSpPr>
            <a:spLocks noGrp="1"/>
          </p:cNvSpPr>
          <p:nvPr/>
        </p:nvSpPr>
        <p:spPr>
          <a:xfrm>
            <a:off x="1734430" y="3168531"/>
            <a:ext cx="0" cy="504000"/>
          </a:xfrm>
          <a:prstGeom prst="line">
            <a:avLst/>
          </a:prstGeom>
          <a:ln w="9525">
            <a:solidFill>
              <a:srgbClr val="C7D2D5"/>
            </a:solidFill>
            <a:prstDash val="solid"/>
          </a:ln>
        </p:spPr>
        <p:style>
          <a:lnRef idx="1">
            <a:schemeClr val="accent1"/>
          </a:lnRef>
          <a:fillRef idx="0">
            <a:schemeClr val="accent1"/>
          </a:fillRef>
          <a:effectRef idx="0">
            <a:schemeClr val="accent1"/>
          </a:effectRef>
          <a:fontRef idx="minor">
            <a:schemeClr val="tx1"/>
          </a:fontRef>
        </p:style>
      </p:sp>
      <p:sp>
        <p:nvSpPr>
          <p:cNvPr id="88" name="椭圆 87">
            <a:extLst>
              <a:ext uri="{FF2B5EF4-FFF2-40B4-BE49-F238E27FC236}">
                <a16:creationId xmlns:a16="http://schemas.microsoft.com/office/drawing/2014/main" id="{218E04A0-3FE3-85A7-D458-D6986015C265}"/>
              </a:ext>
            </a:extLst>
          </p:cNvPr>
          <p:cNvSpPr>
            <a:spLocks noGrp="1"/>
          </p:cNvSpPr>
          <p:nvPr/>
        </p:nvSpPr>
        <p:spPr>
          <a:xfrm>
            <a:off x="1050195" y="3976682"/>
            <a:ext cx="509759" cy="509759"/>
          </a:xfrm>
          <a:prstGeom prst="ellipse">
            <a:avLst/>
          </a:prstGeom>
          <a:solidFill>
            <a:srgbClr val="002554"/>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defPPr algn="ctr">
              <a:defRPr sz="2800" b="0">
                <a:solidFill>
                  <a:srgbClr val="FFFFFF"/>
                </a:solidFill>
                <a:latin typeface="Arial"/>
                <a:ea typeface="Microsoft YaHei"/>
                <a:cs typeface="Arial"/>
              </a:defRPr>
            </a:defPPr>
            <a:lvl1pPr algn="ctr">
              <a:defRPr sz="2800" b="0">
                <a:solidFill>
                  <a:srgbClr val="FFFFFF"/>
                </a:solidFill>
                <a:latin typeface="Arial"/>
                <a:ea typeface="Microsoft YaHei"/>
                <a:cs typeface="Arial"/>
              </a:defRPr>
            </a:lvl1pPr>
            <a:lvl2pPr algn="ctr">
              <a:defRPr sz="2800" b="0">
                <a:solidFill>
                  <a:srgbClr val="FFFFFF"/>
                </a:solidFill>
                <a:latin typeface="Arial"/>
                <a:ea typeface="Microsoft YaHei"/>
                <a:cs typeface="Arial"/>
              </a:defRPr>
            </a:lvl2pPr>
            <a:lvl3pPr algn="ctr">
              <a:defRPr sz="2800" b="0">
                <a:solidFill>
                  <a:srgbClr val="FFFFFF"/>
                </a:solidFill>
                <a:latin typeface="Arial"/>
                <a:ea typeface="Microsoft YaHei"/>
                <a:cs typeface="Arial"/>
              </a:defRPr>
            </a:lvl3pPr>
            <a:lvl4pPr algn="ctr">
              <a:defRPr sz="2800" b="0">
                <a:solidFill>
                  <a:srgbClr val="FFFFFF"/>
                </a:solidFill>
                <a:latin typeface="Arial"/>
                <a:ea typeface="Microsoft YaHei"/>
                <a:cs typeface="Arial"/>
              </a:defRPr>
            </a:lvl4pPr>
            <a:lvl5pPr algn="ctr">
              <a:defRPr sz="2800" b="0">
                <a:solidFill>
                  <a:srgbClr val="FFFFFF"/>
                </a:solidFill>
                <a:latin typeface="Arial"/>
                <a:ea typeface="Microsoft YaHei"/>
                <a:cs typeface="Arial"/>
              </a:defRPr>
            </a:lvl5pPr>
            <a:lvl6pPr algn="ctr">
              <a:defRPr sz="2800" b="0">
                <a:solidFill>
                  <a:srgbClr val="FFFFFF"/>
                </a:solidFill>
                <a:latin typeface="Arial"/>
                <a:ea typeface="Microsoft YaHei"/>
                <a:cs typeface="Arial"/>
              </a:defRPr>
            </a:lvl6pPr>
            <a:lvl7pPr algn="ctr">
              <a:defRPr sz="2800" b="0">
                <a:solidFill>
                  <a:srgbClr val="FFFFFF"/>
                </a:solidFill>
                <a:latin typeface="Arial"/>
                <a:ea typeface="Microsoft YaHei"/>
                <a:cs typeface="Arial"/>
              </a:defRPr>
            </a:lvl7pPr>
            <a:lvl8pPr algn="ctr">
              <a:defRPr sz="2800" b="0">
                <a:solidFill>
                  <a:srgbClr val="FFFFFF"/>
                </a:solidFill>
                <a:latin typeface="Arial"/>
                <a:ea typeface="Microsoft YaHei"/>
                <a:cs typeface="Arial"/>
              </a:defRPr>
            </a:lvl8pPr>
            <a:lvl9pPr algn="ctr">
              <a:defRPr sz="2800" b="0">
                <a:solidFill>
                  <a:srgbClr val="FFFFFF"/>
                </a:solidFill>
                <a:latin typeface="Arial"/>
                <a:ea typeface="Microsoft YaHei"/>
                <a:cs typeface="Arial"/>
              </a:defRPr>
            </a:lvl9pPr>
          </a:lstStyle>
          <a:p>
            <a:pPr marL="0" marR="0" lvl="0" indent="0" algn="ctr" defTabSz="685783">
              <a:lnSpc>
                <a:spcPct val="100000"/>
              </a:lnSpc>
              <a:spcBef>
                <a:spcPts val="0"/>
              </a:spcBef>
              <a:spcAft>
                <a:spcPts val="0"/>
              </a:spcAft>
              <a:buClrTx/>
              <a:buSzTx/>
              <a:buFontTx/>
              <a:buNone/>
              <a:defRPr sz="2800" b="0">
                <a:solidFill>
                  <a:srgbClr val="FFFFFF"/>
                </a:solidFill>
                <a:latin typeface="Arial"/>
                <a:ea typeface="Microsoft YaHei"/>
                <a:cs typeface="Arial"/>
              </a:defRPr>
            </a:pPr>
            <a:r>
              <a:rPr sz="2800" u="none" strike="noStrike" cap="none" spc="0" baseline="0">
                <a:ln>
                  <a:noFill/>
                </a:ln>
                <a:solidFill>
                  <a:srgbClr val="FFFFFF"/>
                </a:solidFill>
                <a:latin typeface="Arial" panose="020B0604020202020204" pitchFamily="34" charset="0"/>
                <a:ea typeface="Microsoft YaHei" panose="020B0503020204020204" pitchFamily="34" charset="-122"/>
                <a:cs typeface="Arial" panose="020B0604020202020204" pitchFamily="34" charset="0"/>
              </a:rPr>
              <a:t>4</a:t>
            </a: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89" name="椭圆 88">
            <a:extLst>
              <a:ext uri="{FF2B5EF4-FFF2-40B4-BE49-F238E27FC236}">
                <a16:creationId xmlns:a16="http://schemas.microsoft.com/office/drawing/2014/main" id="{DAB848B8-4C2F-5817-8C83-AF1B6C458196}"/>
              </a:ext>
            </a:extLst>
          </p:cNvPr>
          <p:cNvSpPr>
            <a:spLocks noGrp="1"/>
          </p:cNvSpPr>
          <p:nvPr/>
        </p:nvSpPr>
        <p:spPr>
          <a:xfrm>
            <a:off x="999074" y="3925561"/>
            <a:ext cx="612000" cy="612000"/>
          </a:xfrm>
          <a:prstGeom prst="ellipse">
            <a:avLst/>
          </a:prstGeom>
          <a:noFill/>
          <a:ln w="11430">
            <a:solidFill>
              <a:srgbClr val="C7D2D5"/>
            </a:solidFill>
            <a:prstDash val="solid"/>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p>
            <a:pPr marL="0" marR="0" lvl="0" indent="0" algn="ctr" defTabSz="685783">
              <a:lnSpc>
                <a:spcPct val="100000"/>
              </a:lnSpc>
              <a:spcBef>
                <a:spcPts val="0"/>
              </a:spcBef>
              <a:spcAft>
                <a:spcPts val="0"/>
              </a:spcAft>
              <a:buClrTx/>
              <a:buSzTx/>
              <a:buFontTx/>
              <a:buNone/>
            </a:pP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91" name="椭圆 90">
            <a:extLst>
              <a:ext uri="{FF2B5EF4-FFF2-40B4-BE49-F238E27FC236}">
                <a16:creationId xmlns:a16="http://schemas.microsoft.com/office/drawing/2014/main" id="{BC292BB8-53C9-2197-D3D0-1FDAC7927488}"/>
              </a:ext>
            </a:extLst>
          </p:cNvPr>
          <p:cNvSpPr>
            <a:spLocks noGrp="1"/>
          </p:cNvSpPr>
          <p:nvPr/>
        </p:nvSpPr>
        <p:spPr>
          <a:xfrm>
            <a:off x="1050195" y="4765521"/>
            <a:ext cx="509759" cy="509759"/>
          </a:xfrm>
          <a:prstGeom prst="ellipse">
            <a:avLst/>
          </a:prstGeom>
          <a:solidFill>
            <a:srgbClr val="002554"/>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defPPr algn="ctr">
              <a:defRPr sz="2800" b="0">
                <a:solidFill>
                  <a:srgbClr val="FFFFFF"/>
                </a:solidFill>
                <a:latin typeface="Arial"/>
                <a:ea typeface="Microsoft YaHei"/>
                <a:cs typeface="Arial"/>
              </a:defRPr>
            </a:defPPr>
            <a:lvl1pPr algn="ctr">
              <a:defRPr sz="2800" b="0">
                <a:solidFill>
                  <a:srgbClr val="FFFFFF"/>
                </a:solidFill>
                <a:latin typeface="Arial"/>
                <a:ea typeface="Microsoft YaHei"/>
                <a:cs typeface="Arial"/>
              </a:defRPr>
            </a:lvl1pPr>
            <a:lvl2pPr algn="ctr">
              <a:defRPr sz="2800" b="0">
                <a:solidFill>
                  <a:srgbClr val="FFFFFF"/>
                </a:solidFill>
                <a:latin typeface="Arial"/>
                <a:ea typeface="Microsoft YaHei"/>
                <a:cs typeface="Arial"/>
              </a:defRPr>
            </a:lvl2pPr>
            <a:lvl3pPr algn="ctr">
              <a:defRPr sz="2800" b="0">
                <a:solidFill>
                  <a:srgbClr val="FFFFFF"/>
                </a:solidFill>
                <a:latin typeface="Arial"/>
                <a:ea typeface="Microsoft YaHei"/>
                <a:cs typeface="Arial"/>
              </a:defRPr>
            </a:lvl3pPr>
            <a:lvl4pPr algn="ctr">
              <a:defRPr sz="2800" b="0">
                <a:solidFill>
                  <a:srgbClr val="FFFFFF"/>
                </a:solidFill>
                <a:latin typeface="Arial"/>
                <a:ea typeface="Microsoft YaHei"/>
                <a:cs typeface="Arial"/>
              </a:defRPr>
            </a:lvl4pPr>
            <a:lvl5pPr algn="ctr">
              <a:defRPr sz="2800" b="0">
                <a:solidFill>
                  <a:srgbClr val="FFFFFF"/>
                </a:solidFill>
                <a:latin typeface="Arial"/>
                <a:ea typeface="Microsoft YaHei"/>
                <a:cs typeface="Arial"/>
              </a:defRPr>
            </a:lvl5pPr>
            <a:lvl6pPr algn="ctr">
              <a:defRPr sz="2800" b="0">
                <a:solidFill>
                  <a:srgbClr val="FFFFFF"/>
                </a:solidFill>
                <a:latin typeface="Arial"/>
                <a:ea typeface="Microsoft YaHei"/>
                <a:cs typeface="Arial"/>
              </a:defRPr>
            </a:lvl6pPr>
            <a:lvl7pPr algn="ctr">
              <a:defRPr sz="2800" b="0">
                <a:solidFill>
                  <a:srgbClr val="FFFFFF"/>
                </a:solidFill>
                <a:latin typeface="Arial"/>
                <a:ea typeface="Microsoft YaHei"/>
                <a:cs typeface="Arial"/>
              </a:defRPr>
            </a:lvl7pPr>
            <a:lvl8pPr algn="ctr">
              <a:defRPr sz="2800" b="0">
                <a:solidFill>
                  <a:srgbClr val="FFFFFF"/>
                </a:solidFill>
                <a:latin typeface="Arial"/>
                <a:ea typeface="Microsoft YaHei"/>
                <a:cs typeface="Arial"/>
              </a:defRPr>
            </a:lvl8pPr>
            <a:lvl9pPr algn="ctr">
              <a:defRPr sz="2800" b="0">
                <a:solidFill>
                  <a:srgbClr val="FFFFFF"/>
                </a:solidFill>
                <a:latin typeface="Arial"/>
                <a:ea typeface="Microsoft YaHei"/>
                <a:cs typeface="Arial"/>
              </a:defRPr>
            </a:lvl9pPr>
          </a:lstStyle>
          <a:p>
            <a:pPr marL="0" marR="0" lvl="0" indent="0" algn="ctr" defTabSz="685783">
              <a:lnSpc>
                <a:spcPct val="100000"/>
              </a:lnSpc>
              <a:spcBef>
                <a:spcPts val="0"/>
              </a:spcBef>
              <a:spcAft>
                <a:spcPts val="0"/>
              </a:spcAft>
              <a:buClrTx/>
              <a:buSzTx/>
              <a:buFontTx/>
              <a:buNone/>
              <a:defRPr sz="2800" b="0">
                <a:solidFill>
                  <a:srgbClr val="FFFFFF"/>
                </a:solidFill>
                <a:latin typeface="Arial"/>
                <a:ea typeface="Microsoft YaHei"/>
                <a:cs typeface="Arial"/>
              </a:defRPr>
            </a:pPr>
            <a:r>
              <a:rPr sz="2800" u="none" strike="noStrike" cap="none" spc="0" baseline="0">
                <a:ln>
                  <a:noFill/>
                </a:ln>
                <a:solidFill>
                  <a:srgbClr val="FFFFFF"/>
                </a:solidFill>
                <a:latin typeface="Arial" panose="020B0604020202020204" pitchFamily="34" charset="0"/>
                <a:ea typeface="Microsoft YaHei" panose="020B0503020204020204" pitchFamily="34" charset="-122"/>
                <a:cs typeface="Arial" panose="020B0604020202020204" pitchFamily="34" charset="0"/>
              </a:rPr>
              <a:t>5</a:t>
            </a: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92" name="椭圆 91">
            <a:extLst>
              <a:ext uri="{FF2B5EF4-FFF2-40B4-BE49-F238E27FC236}">
                <a16:creationId xmlns:a16="http://schemas.microsoft.com/office/drawing/2014/main" id="{33F3C92E-CBFE-CACE-1803-8151BB453E4B}"/>
              </a:ext>
            </a:extLst>
          </p:cNvPr>
          <p:cNvSpPr>
            <a:spLocks noGrp="1"/>
          </p:cNvSpPr>
          <p:nvPr/>
        </p:nvSpPr>
        <p:spPr>
          <a:xfrm>
            <a:off x="999074" y="4714400"/>
            <a:ext cx="612000" cy="612000"/>
          </a:xfrm>
          <a:prstGeom prst="ellipse">
            <a:avLst/>
          </a:prstGeom>
          <a:noFill/>
          <a:ln w="11430">
            <a:solidFill>
              <a:srgbClr val="C7D2D5"/>
            </a:solidFill>
            <a:prstDash val="solid"/>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p>
            <a:pPr marL="0" marR="0" lvl="0" indent="0" algn="ctr" defTabSz="685783">
              <a:lnSpc>
                <a:spcPct val="100000"/>
              </a:lnSpc>
              <a:spcBef>
                <a:spcPts val="0"/>
              </a:spcBef>
              <a:spcAft>
                <a:spcPts val="0"/>
              </a:spcAft>
              <a:buClrTx/>
              <a:buSzTx/>
              <a:buFontTx/>
              <a:buNone/>
            </a:pP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94" name="椭圆 93">
            <a:extLst>
              <a:ext uri="{FF2B5EF4-FFF2-40B4-BE49-F238E27FC236}">
                <a16:creationId xmlns:a16="http://schemas.microsoft.com/office/drawing/2014/main" id="{549DEF17-AB96-4A50-5973-4D749A10577A}"/>
              </a:ext>
            </a:extLst>
          </p:cNvPr>
          <p:cNvSpPr>
            <a:spLocks noGrp="1"/>
          </p:cNvSpPr>
          <p:nvPr/>
        </p:nvSpPr>
        <p:spPr>
          <a:xfrm>
            <a:off x="1050195" y="5582933"/>
            <a:ext cx="509759" cy="509759"/>
          </a:xfrm>
          <a:prstGeom prst="ellipse">
            <a:avLst/>
          </a:prstGeom>
          <a:solidFill>
            <a:srgbClr val="002554"/>
          </a:solidFill>
          <a:ln>
            <a:noFill/>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defPPr algn="ctr">
              <a:defRPr sz="2800" b="0">
                <a:solidFill>
                  <a:srgbClr val="FFFFFF"/>
                </a:solidFill>
                <a:latin typeface="Arial"/>
                <a:ea typeface="Microsoft YaHei"/>
                <a:cs typeface="Arial"/>
              </a:defRPr>
            </a:defPPr>
            <a:lvl1pPr algn="ctr">
              <a:defRPr sz="2800" b="0">
                <a:solidFill>
                  <a:srgbClr val="FFFFFF"/>
                </a:solidFill>
                <a:latin typeface="Arial"/>
                <a:ea typeface="Microsoft YaHei"/>
                <a:cs typeface="Arial"/>
              </a:defRPr>
            </a:lvl1pPr>
            <a:lvl2pPr algn="ctr">
              <a:defRPr sz="2800" b="0">
                <a:solidFill>
                  <a:srgbClr val="FFFFFF"/>
                </a:solidFill>
                <a:latin typeface="Arial"/>
                <a:ea typeface="Microsoft YaHei"/>
                <a:cs typeface="Arial"/>
              </a:defRPr>
            </a:lvl2pPr>
            <a:lvl3pPr algn="ctr">
              <a:defRPr sz="2800" b="0">
                <a:solidFill>
                  <a:srgbClr val="FFFFFF"/>
                </a:solidFill>
                <a:latin typeface="Arial"/>
                <a:ea typeface="Microsoft YaHei"/>
                <a:cs typeface="Arial"/>
              </a:defRPr>
            </a:lvl3pPr>
            <a:lvl4pPr algn="ctr">
              <a:defRPr sz="2800" b="0">
                <a:solidFill>
                  <a:srgbClr val="FFFFFF"/>
                </a:solidFill>
                <a:latin typeface="Arial"/>
                <a:ea typeface="Microsoft YaHei"/>
                <a:cs typeface="Arial"/>
              </a:defRPr>
            </a:lvl4pPr>
            <a:lvl5pPr algn="ctr">
              <a:defRPr sz="2800" b="0">
                <a:solidFill>
                  <a:srgbClr val="FFFFFF"/>
                </a:solidFill>
                <a:latin typeface="Arial"/>
                <a:ea typeface="Microsoft YaHei"/>
                <a:cs typeface="Arial"/>
              </a:defRPr>
            </a:lvl5pPr>
            <a:lvl6pPr algn="ctr">
              <a:defRPr sz="2800" b="0">
                <a:solidFill>
                  <a:srgbClr val="FFFFFF"/>
                </a:solidFill>
                <a:latin typeface="Arial"/>
                <a:ea typeface="Microsoft YaHei"/>
                <a:cs typeface="Arial"/>
              </a:defRPr>
            </a:lvl6pPr>
            <a:lvl7pPr algn="ctr">
              <a:defRPr sz="2800" b="0">
                <a:solidFill>
                  <a:srgbClr val="FFFFFF"/>
                </a:solidFill>
                <a:latin typeface="Arial"/>
                <a:ea typeface="Microsoft YaHei"/>
                <a:cs typeface="Arial"/>
              </a:defRPr>
            </a:lvl7pPr>
            <a:lvl8pPr algn="ctr">
              <a:defRPr sz="2800" b="0">
                <a:solidFill>
                  <a:srgbClr val="FFFFFF"/>
                </a:solidFill>
                <a:latin typeface="Arial"/>
                <a:ea typeface="Microsoft YaHei"/>
                <a:cs typeface="Arial"/>
              </a:defRPr>
            </a:lvl8pPr>
            <a:lvl9pPr algn="ctr">
              <a:defRPr sz="2800" b="0">
                <a:solidFill>
                  <a:srgbClr val="FFFFFF"/>
                </a:solidFill>
                <a:latin typeface="Arial"/>
                <a:ea typeface="Microsoft YaHei"/>
                <a:cs typeface="Arial"/>
              </a:defRPr>
            </a:lvl9pPr>
          </a:lstStyle>
          <a:p>
            <a:pPr marL="0" marR="0" lvl="0" indent="0" algn="ctr" defTabSz="685783">
              <a:lnSpc>
                <a:spcPct val="100000"/>
              </a:lnSpc>
              <a:spcBef>
                <a:spcPts val="0"/>
              </a:spcBef>
              <a:spcAft>
                <a:spcPts val="0"/>
              </a:spcAft>
              <a:buClrTx/>
              <a:buSzTx/>
              <a:buFontTx/>
              <a:buNone/>
              <a:defRPr sz="2800" b="0">
                <a:solidFill>
                  <a:srgbClr val="FFFFFF"/>
                </a:solidFill>
                <a:latin typeface="Arial"/>
                <a:ea typeface="Microsoft YaHei"/>
                <a:cs typeface="Arial"/>
              </a:defRPr>
            </a:pPr>
            <a:r>
              <a:rPr sz="2800" u="none" strike="noStrike" cap="none" spc="0" baseline="0">
                <a:ln>
                  <a:noFill/>
                </a:ln>
                <a:solidFill>
                  <a:srgbClr val="FFFFFF"/>
                </a:solidFill>
                <a:latin typeface="Arial" panose="020B0604020202020204" pitchFamily="34" charset="0"/>
                <a:ea typeface="Microsoft YaHei" panose="020B0503020204020204" pitchFamily="34" charset="-122"/>
                <a:cs typeface="Arial" panose="020B0604020202020204" pitchFamily="34" charset="0"/>
              </a:rPr>
              <a:t>6</a:t>
            </a: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95" name="椭圆 94">
            <a:extLst>
              <a:ext uri="{FF2B5EF4-FFF2-40B4-BE49-F238E27FC236}">
                <a16:creationId xmlns:a16="http://schemas.microsoft.com/office/drawing/2014/main" id="{68CF633C-67DC-578C-49C3-EFE3A4FB3F3D}"/>
              </a:ext>
            </a:extLst>
          </p:cNvPr>
          <p:cNvSpPr>
            <a:spLocks noGrp="1"/>
          </p:cNvSpPr>
          <p:nvPr/>
        </p:nvSpPr>
        <p:spPr>
          <a:xfrm>
            <a:off x="999074" y="5531812"/>
            <a:ext cx="612000" cy="612000"/>
          </a:xfrm>
          <a:prstGeom prst="ellipse">
            <a:avLst/>
          </a:prstGeom>
          <a:noFill/>
          <a:ln w="11430">
            <a:solidFill>
              <a:srgbClr val="C7D2D5"/>
            </a:solidFill>
            <a:prstDash val="solid"/>
          </a:ln>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68580" tIns="34290" rIns="68580" bIns="34290" anchor="ctr">
            <a:noAutofit/>
          </a:bodyPr>
          <a:lstStyle/>
          <a:p>
            <a:pPr marL="0" marR="0" lvl="0" indent="0" algn="ctr" defTabSz="685783">
              <a:lnSpc>
                <a:spcPct val="100000"/>
              </a:lnSpc>
              <a:spcBef>
                <a:spcPts val="0"/>
              </a:spcBef>
              <a:spcAft>
                <a:spcPts val="0"/>
              </a:spcAft>
              <a:buClrTx/>
              <a:buSzTx/>
              <a:buFontTx/>
              <a:buNone/>
            </a:pPr>
            <a:endParaRPr sz="2800" u="none" strike="noStrike" kern="1200" cap="none" spc="0" baseline="0">
              <a:ln>
                <a:noFill/>
              </a:ln>
              <a:solidFill>
                <a:prstClr val="white"/>
              </a:solidFill>
              <a:latin typeface="Arial" panose="020B0604020202020204" pitchFamily="34" charset="0"/>
              <a:ea typeface="Microsoft YaHei" panose="020B0503020204020204" pitchFamily="34" charset="-122"/>
              <a:cs typeface="Arial" panose="020B0604020202020204" pitchFamily="34" charset="0"/>
            </a:endParaRPr>
          </a:p>
        </p:txBody>
      </p:sp>
      <p:sp>
        <p:nvSpPr>
          <p:cNvPr id="134" name="标题 1">
            <a:extLst>
              <a:ext uri="{FF2B5EF4-FFF2-40B4-BE49-F238E27FC236}">
                <a16:creationId xmlns:a16="http://schemas.microsoft.com/office/drawing/2014/main" id="{DFF5F52C-ED57-1D95-D93D-45F9E630798C}"/>
              </a:ext>
            </a:extLst>
          </p:cNvPr>
          <p:cNvSpPr>
            <a:spLocks noGrp="1"/>
          </p:cNvSpPr>
          <p:nvPr>
            <p:ph type="title"/>
          </p:nvPr>
        </p:nvSpPr>
        <p:spPr>
          <a:xfrm>
            <a:off x="990600" y="400050"/>
            <a:ext cx="7620000" cy="571500"/>
          </a:xfrm>
        </p:spPr>
        <p:txBody>
          <a:bodyPr lIns="0" tIns="0" rIns="0" bIns="0">
            <a:noAutofit/>
          </a:bodyPr>
          <a:lstStyle>
            <a:defPPr>
              <a:defRPr sz="3600" b="1">
                <a:solidFill>
                  <a:srgbClr val="002554"/>
                </a:solidFill>
                <a:latin typeface="Arial"/>
                <a:ea typeface="Microsoft YaHei"/>
                <a:cs typeface="Arial"/>
              </a:defRPr>
            </a:defPPr>
            <a:lvl1pPr>
              <a:defRPr sz="3600" b="1">
                <a:solidFill>
                  <a:srgbClr val="002554"/>
                </a:solidFill>
                <a:latin typeface="Arial"/>
                <a:ea typeface="Microsoft YaHei"/>
                <a:cs typeface="Arial"/>
              </a:defRPr>
            </a:lvl1pPr>
            <a:lvl2pPr>
              <a:defRPr sz="3600" b="1">
                <a:solidFill>
                  <a:srgbClr val="002554"/>
                </a:solidFill>
                <a:latin typeface="Arial"/>
                <a:ea typeface="Microsoft YaHei"/>
                <a:cs typeface="Arial"/>
              </a:defRPr>
            </a:lvl2pPr>
            <a:lvl3pPr>
              <a:defRPr sz="3600" b="1">
                <a:solidFill>
                  <a:srgbClr val="002554"/>
                </a:solidFill>
                <a:latin typeface="Arial"/>
                <a:ea typeface="Microsoft YaHei"/>
                <a:cs typeface="Arial"/>
              </a:defRPr>
            </a:lvl3pPr>
            <a:lvl4pPr>
              <a:defRPr sz="3600" b="1">
                <a:solidFill>
                  <a:srgbClr val="002554"/>
                </a:solidFill>
                <a:latin typeface="Arial"/>
                <a:ea typeface="Microsoft YaHei"/>
                <a:cs typeface="Arial"/>
              </a:defRPr>
            </a:lvl4pPr>
            <a:lvl5pPr>
              <a:defRPr sz="3600" b="1">
                <a:solidFill>
                  <a:srgbClr val="002554"/>
                </a:solidFill>
                <a:latin typeface="Arial"/>
                <a:ea typeface="Microsoft YaHei"/>
                <a:cs typeface="Arial"/>
              </a:defRPr>
            </a:lvl5pPr>
            <a:lvl6pPr>
              <a:defRPr sz="3600" b="1">
                <a:solidFill>
                  <a:srgbClr val="002554"/>
                </a:solidFill>
                <a:latin typeface="Arial"/>
                <a:ea typeface="Microsoft YaHei"/>
                <a:cs typeface="Arial"/>
              </a:defRPr>
            </a:lvl6pPr>
            <a:lvl7pPr>
              <a:defRPr sz="3600" b="1">
                <a:solidFill>
                  <a:srgbClr val="002554"/>
                </a:solidFill>
                <a:latin typeface="Arial"/>
                <a:ea typeface="Microsoft YaHei"/>
                <a:cs typeface="Arial"/>
              </a:defRPr>
            </a:lvl7pPr>
            <a:lvl8pPr>
              <a:defRPr sz="3600" b="1">
                <a:solidFill>
                  <a:srgbClr val="002554"/>
                </a:solidFill>
                <a:latin typeface="Arial"/>
                <a:ea typeface="Microsoft YaHei"/>
                <a:cs typeface="Arial"/>
              </a:defRPr>
            </a:lvl8pPr>
            <a:lvl9pPr>
              <a:defRPr sz="3600" b="1">
                <a:solidFill>
                  <a:srgbClr val="002554"/>
                </a:solidFill>
                <a:latin typeface="Arial"/>
                <a:ea typeface="Microsoft YaHei"/>
                <a:cs typeface="Arial"/>
              </a:defRPr>
            </a:lvl9pPr>
          </a:lstStyle>
          <a:p>
            <a:pPr>
              <a:defRPr sz="3600" b="1">
                <a:solidFill>
                  <a:srgbClr val="002554"/>
                </a:solidFill>
                <a:latin typeface="Arial"/>
                <a:ea typeface="Microsoft YaHei"/>
                <a:cs typeface="Arial"/>
              </a:defRPr>
            </a:pPr>
            <a:r>
              <a:rPr sz="3600" b="0">
                <a:solidFill>
                  <a:srgbClr val="002554"/>
                </a:solidFill>
                <a:latin typeface="Arial" panose="020B0604020202020204" pitchFamily="34" charset="0"/>
                <a:ea typeface="Microsoft YaHei" panose="020B0503020204020204" pitchFamily="34" charset="-122"/>
                <a:cs typeface="Arial" panose="020B0604020202020204" pitchFamily="34" charset="0"/>
              </a:rPr>
              <a:t>目录</a:t>
            </a:r>
          </a:p>
        </p:txBody>
      </p:sp>
      <p:sp>
        <p:nvSpPr>
          <p:cNvPr id="2"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2</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39035562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PAGE_TITLE">
            <a:extLst>
              <a:ext uri="{FF2B5EF4-FFF2-40B4-BE49-F238E27FC236}">
                <a16:creationId xmlns:a16="http://schemas.microsoft.com/office/drawing/2014/main" id="{0C04805A-CFE7-4853-B53F-9EC9E25CB47F}"/>
              </a:ext>
            </a:extLst>
          </p:cNvPr>
          <p:cNvSpPr>
            <a:spLocks noGrp="1"/>
          </p:cNvSpPr>
          <p:nvPr/>
        </p:nvSpPr>
        <p:spPr>
          <a:xfrm>
            <a:off x="990600" y="361950"/>
            <a:ext cx="8763000" cy="533400"/>
          </a:xfrm>
          <a:prstGeom prst="rect">
            <a:avLst/>
          </a:prstGeom>
          <a:noFill/>
          <a:ln w="0">
            <a:noFill/>
          </a:ln>
        </p:spPr>
        <p:txBody>
          <a:bodyPr lIns="0" tIns="0" rIns="0" bIns="0" anchor="ctr">
            <a:noAutofit/>
          </a:bodyPr>
          <a:lstStyle>
            <a:defPPr>
              <a:defRPr sz="3000" b="1">
                <a:solidFill>
                  <a:srgbClr val="002554"/>
                </a:solidFill>
                <a:latin typeface="Arial"/>
                <a:ea typeface="Microsoft YaHei"/>
                <a:cs typeface="Arial"/>
              </a:defRPr>
            </a:defPPr>
            <a:lvl1pPr>
              <a:defRPr sz="3000" b="1">
                <a:solidFill>
                  <a:srgbClr val="002554"/>
                </a:solidFill>
                <a:latin typeface="Arial"/>
                <a:ea typeface="Microsoft YaHei"/>
                <a:cs typeface="Arial"/>
              </a:defRPr>
            </a:lvl1pPr>
            <a:lvl2pPr>
              <a:defRPr sz="3000" b="1">
                <a:solidFill>
                  <a:srgbClr val="002554"/>
                </a:solidFill>
                <a:latin typeface="Arial"/>
                <a:ea typeface="Microsoft YaHei"/>
                <a:cs typeface="Arial"/>
              </a:defRPr>
            </a:lvl2pPr>
            <a:lvl3pPr>
              <a:defRPr sz="3000" b="1">
                <a:solidFill>
                  <a:srgbClr val="002554"/>
                </a:solidFill>
                <a:latin typeface="Arial"/>
                <a:ea typeface="Microsoft YaHei"/>
                <a:cs typeface="Arial"/>
              </a:defRPr>
            </a:lvl3pPr>
            <a:lvl4pPr>
              <a:defRPr sz="3000" b="1">
                <a:solidFill>
                  <a:srgbClr val="002554"/>
                </a:solidFill>
                <a:latin typeface="Arial"/>
                <a:ea typeface="Microsoft YaHei"/>
                <a:cs typeface="Arial"/>
              </a:defRPr>
            </a:lvl4pPr>
            <a:lvl5pPr>
              <a:defRPr sz="3000" b="1">
                <a:solidFill>
                  <a:srgbClr val="002554"/>
                </a:solidFill>
                <a:latin typeface="Arial"/>
                <a:ea typeface="Microsoft YaHei"/>
                <a:cs typeface="Arial"/>
              </a:defRPr>
            </a:lvl5pPr>
            <a:lvl6pPr>
              <a:defRPr sz="3000" b="1">
                <a:solidFill>
                  <a:srgbClr val="002554"/>
                </a:solidFill>
                <a:latin typeface="Arial"/>
                <a:ea typeface="Microsoft YaHei"/>
                <a:cs typeface="Arial"/>
              </a:defRPr>
            </a:lvl6pPr>
            <a:lvl7pPr>
              <a:defRPr sz="3000" b="1">
                <a:solidFill>
                  <a:srgbClr val="002554"/>
                </a:solidFill>
                <a:latin typeface="Arial"/>
                <a:ea typeface="Microsoft YaHei"/>
                <a:cs typeface="Arial"/>
              </a:defRPr>
            </a:lvl7pPr>
            <a:lvl8pPr>
              <a:defRPr sz="3000" b="1">
                <a:solidFill>
                  <a:srgbClr val="002554"/>
                </a:solidFill>
                <a:latin typeface="Arial"/>
                <a:ea typeface="Microsoft YaHei"/>
                <a:cs typeface="Arial"/>
              </a:defRPr>
            </a:lvl8pPr>
            <a:lvl9pPr>
              <a:defRPr sz="3000" b="1">
                <a:solidFill>
                  <a:srgbClr val="002554"/>
                </a:solidFill>
                <a:latin typeface="Arial"/>
                <a:ea typeface="Microsoft YaHei"/>
                <a:cs typeface="Arial"/>
              </a:defRPr>
            </a:lvl9pPr>
          </a:lstStyle>
          <a:p>
            <a:pPr>
              <a:defRPr sz="3000" b="1">
                <a:solidFill>
                  <a:srgbClr val="002554"/>
                </a:solidFill>
                <a:latin typeface="Arial"/>
                <a:ea typeface="Microsoft YaHei"/>
                <a:cs typeface="Arial"/>
              </a:defRPr>
            </a:pPr>
            <a:r>
              <a:rPr sz="3000" b="1">
                <a:solidFill>
                  <a:srgbClr val="002554"/>
                </a:solidFill>
                <a:latin typeface="Arial"/>
                <a:ea typeface="Microsoft YaHei"/>
                <a:cs typeface="Arial"/>
              </a:rPr>
              <a:t>2.2  Vision Transformer 架构</a:t>
            </a:r>
          </a:p>
        </p:txBody>
      </p:sp>
      <p:sp>
        <p:nvSpPr>
          <p:cNvPr id="2" name="FIGURE_TITLE">
            <a:extLst>
              <a:ext uri="{FF2B5EF4-FFF2-40B4-BE49-F238E27FC236}">
                <a16:creationId xmlns:a16="http://schemas.microsoft.com/office/drawing/2014/main" id="{A1AC9D1F-419E-49AE-A490-F8E338385E26}"/>
              </a:ext>
            </a:extLst>
          </p:cNvPr>
          <p:cNvSpPr>
            <a:spLocks noGrp="1"/>
          </p:cNvSpPr>
          <p:nvPr/>
        </p:nvSpPr>
        <p:spPr>
          <a:xfrm>
            <a:off x="419100" y="1276350"/>
            <a:ext cx="7239000" cy="361950"/>
          </a:xfrm>
          <a:prstGeom prst="rect">
            <a:avLst/>
          </a:prstGeom>
          <a:noFill/>
          <a:ln w="0">
            <a:noFill/>
          </a:ln>
        </p:spPr>
        <p:txBody>
          <a:bodyPr lIns="0" tIns="0" rIns="0" bIns="0" anchor="ctr">
            <a:noAutofit/>
          </a:bodyPr>
          <a:lstStyle>
            <a:defPPr>
              <a:defRPr sz="1950" b="1">
                <a:solidFill>
                  <a:srgbClr val="002554"/>
                </a:solidFill>
                <a:latin typeface="Arial"/>
                <a:ea typeface="Microsoft YaHei"/>
                <a:cs typeface="Arial"/>
              </a:defRPr>
            </a:defPPr>
            <a:lvl1pPr>
              <a:defRPr sz="1950" b="1">
                <a:solidFill>
                  <a:srgbClr val="002554"/>
                </a:solidFill>
                <a:latin typeface="Arial"/>
                <a:ea typeface="Microsoft YaHei"/>
                <a:cs typeface="Arial"/>
              </a:defRPr>
            </a:lvl1pPr>
            <a:lvl2pPr>
              <a:defRPr sz="1950" b="1">
                <a:solidFill>
                  <a:srgbClr val="002554"/>
                </a:solidFill>
                <a:latin typeface="Arial"/>
                <a:ea typeface="Microsoft YaHei"/>
                <a:cs typeface="Arial"/>
              </a:defRPr>
            </a:lvl2pPr>
            <a:lvl3pPr>
              <a:defRPr sz="1950" b="1">
                <a:solidFill>
                  <a:srgbClr val="002554"/>
                </a:solidFill>
                <a:latin typeface="Arial"/>
                <a:ea typeface="Microsoft YaHei"/>
                <a:cs typeface="Arial"/>
              </a:defRPr>
            </a:lvl3pPr>
            <a:lvl4pPr>
              <a:defRPr sz="1950" b="1">
                <a:solidFill>
                  <a:srgbClr val="002554"/>
                </a:solidFill>
                <a:latin typeface="Arial"/>
                <a:ea typeface="Microsoft YaHei"/>
                <a:cs typeface="Arial"/>
              </a:defRPr>
            </a:lvl4pPr>
            <a:lvl5pPr>
              <a:defRPr sz="1950" b="1">
                <a:solidFill>
                  <a:srgbClr val="002554"/>
                </a:solidFill>
                <a:latin typeface="Arial"/>
                <a:ea typeface="Microsoft YaHei"/>
                <a:cs typeface="Arial"/>
              </a:defRPr>
            </a:lvl5pPr>
            <a:lvl6pPr>
              <a:defRPr sz="1950" b="1">
                <a:solidFill>
                  <a:srgbClr val="002554"/>
                </a:solidFill>
                <a:latin typeface="Arial"/>
                <a:ea typeface="Microsoft YaHei"/>
                <a:cs typeface="Arial"/>
              </a:defRPr>
            </a:lvl6pPr>
            <a:lvl7pPr>
              <a:defRPr sz="1950" b="1">
                <a:solidFill>
                  <a:srgbClr val="002554"/>
                </a:solidFill>
                <a:latin typeface="Arial"/>
                <a:ea typeface="Microsoft YaHei"/>
                <a:cs typeface="Arial"/>
              </a:defRPr>
            </a:lvl7pPr>
            <a:lvl8pPr>
              <a:defRPr sz="1950" b="1">
                <a:solidFill>
                  <a:srgbClr val="002554"/>
                </a:solidFill>
                <a:latin typeface="Arial"/>
                <a:ea typeface="Microsoft YaHei"/>
                <a:cs typeface="Arial"/>
              </a:defRPr>
            </a:lvl8pPr>
            <a:lvl9pPr>
              <a:defRPr sz="1950" b="1">
                <a:solidFill>
                  <a:srgbClr val="002554"/>
                </a:solidFill>
                <a:latin typeface="Arial"/>
                <a:ea typeface="Microsoft YaHei"/>
                <a:cs typeface="Arial"/>
              </a:defRPr>
            </a:lvl9pPr>
          </a:lstStyle>
          <a:p>
            <a:pPr>
              <a:defRPr sz="1950" b="1">
                <a:solidFill>
                  <a:srgbClr val="002554"/>
                </a:solidFill>
                <a:latin typeface="Arial"/>
                <a:ea typeface="Microsoft YaHei"/>
                <a:cs typeface="Arial"/>
              </a:defRPr>
            </a:pPr>
            <a:r>
              <a:rPr sz="1950" b="1">
                <a:solidFill>
                  <a:srgbClr val="002554"/>
                </a:solidFill>
                <a:latin typeface="Arial"/>
                <a:ea typeface="Microsoft YaHei"/>
                <a:cs typeface="Arial"/>
              </a:rPr>
              <a:t>图像分类模型</a:t>
            </a:r>
          </a:p>
        </p:txBody>
      </p:sp>
      <p:pic>
        <p:nvPicPr>
          <p:cNvPr id="3" name="">
            <a:extLst>
              <a:ext uri="{FF2B5EF4-FFF2-40B4-BE49-F238E27FC236}">
                <a16:creationId xmlns:a16="http://schemas.microsoft.com/office/drawing/2014/main" id="{9617976B-0845-48E3-A3B0-764A95D3DE70}"/>
              </a:ext>
            </a:extLst>
          </p:cNvPr>
          <p:cNvPicPr>
            <a:picLocks noChangeAspect="1"/>
          </p:cNvPicPr>
          <p:nvPr/>
        </p:nvPicPr>
        <p:blipFill>
          <a:blip r:embed="Ra5810084c6d343d5"/>
          <a:stretch/>
        </p:blipFill>
        <p:spPr>
          <a:xfrm>
            <a:off x="381000" y="1809750"/>
            <a:ext cx="7620000" cy="3973871"/>
          </a:xfrm>
          <a:prstGeom prst="rect">
            <a:avLst/>
          </a:prstGeom>
        </p:spPr>
      </p:pic>
      <p:sp>
        <p:nvSpPr>
          <p:cNvPr id="4" name="vertical-rule">
            <a:extLst>
              <a:ext uri="{FF2B5EF4-FFF2-40B4-BE49-F238E27FC236}">
                <a16:creationId xmlns:a16="http://schemas.microsoft.com/office/drawing/2014/main" id="{A43FB881-3E22-493C-B10E-B803CF597CC2}"/>
              </a:ext>
            </a:extLst>
          </p:cNvPr>
          <p:cNvSpPr>
            <a:spLocks noGrp="1"/>
          </p:cNvSpPr>
          <p:nvPr/>
        </p:nvSpPr>
        <p:spPr>
          <a:xfrm>
            <a:off x="8220075" y="1457325"/>
            <a:ext cx="9525" cy="4429125"/>
          </a:xfrm>
          <a:prstGeom prst="rect">
            <a:avLst/>
          </a:prstGeom>
          <a:solidFill>
            <a:srgbClr val="C7D2D5"/>
          </a:solidFill>
          <a:ln w="0">
            <a:noFill/>
          </a:ln>
        </p:spPr>
      </p:sp>
      <p:sp>
        <p:nvSpPr>
          <p:cNvPr id="5" name="EXPLAIN_HEADING">
            <a:extLst>
              <a:ext uri="{FF2B5EF4-FFF2-40B4-BE49-F238E27FC236}">
                <a16:creationId xmlns:a16="http://schemas.microsoft.com/office/drawing/2014/main" id="{ADA511E9-FB97-4EC4-9E80-2E34A70CFB0E}"/>
              </a:ext>
            </a:extLst>
          </p:cNvPr>
          <p:cNvSpPr>
            <a:spLocks noGrp="1"/>
          </p:cNvSpPr>
          <p:nvPr/>
        </p:nvSpPr>
        <p:spPr>
          <a:xfrm>
            <a:off x="8572500" y="1381125"/>
            <a:ext cx="3200400" cy="438150"/>
          </a:xfrm>
          <a:prstGeom prst="rect">
            <a:avLst/>
          </a:prstGeom>
          <a:noFill/>
          <a:ln w="0">
            <a:noFill/>
          </a:ln>
        </p:spPr>
        <p:txBody>
          <a:bodyPr lIns="0" tIns="0" rIns="0" bIns="0" anchor="ctr">
            <a:noAutofit/>
          </a:bodyPr>
          <a:lstStyle>
            <a:defPPr>
              <a:defRPr sz="2175" b="1">
                <a:solidFill>
                  <a:srgbClr val="002554"/>
                </a:solidFill>
                <a:latin typeface="Arial"/>
                <a:ea typeface="Microsoft YaHei"/>
                <a:cs typeface="Arial"/>
              </a:defRPr>
            </a:defPPr>
            <a:lvl1pPr>
              <a:defRPr sz="2175" b="1">
                <a:solidFill>
                  <a:srgbClr val="002554"/>
                </a:solidFill>
                <a:latin typeface="Arial"/>
                <a:ea typeface="Microsoft YaHei"/>
                <a:cs typeface="Arial"/>
              </a:defRPr>
            </a:lvl1pPr>
            <a:lvl2pPr>
              <a:defRPr sz="2175" b="1">
                <a:solidFill>
                  <a:srgbClr val="002554"/>
                </a:solidFill>
                <a:latin typeface="Arial"/>
                <a:ea typeface="Microsoft YaHei"/>
                <a:cs typeface="Arial"/>
              </a:defRPr>
            </a:lvl2pPr>
            <a:lvl3pPr>
              <a:defRPr sz="2175" b="1">
                <a:solidFill>
                  <a:srgbClr val="002554"/>
                </a:solidFill>
                <a:latin typeface="Arial"/>
                <a:ea typeface="Microsoft YaHei"/>
                <a:cs typeface="Arial"/>
              </a:defRPr>
            </a:lvl3pPr>
            <a:lvl4pPr>
              <a:defRPr sz="2175" b="1">
                <a:solidFill>
                  <a:srgbClr val="002554"/>
                </a:solidFill>
                <a:latin typeface="Arial"/>
                <a:ea typeface="Microsoft YaHei"/>
                <a:cs typeface="Arial"/>
              </a:defRPr>
            </a:lvl4pPr>
            <a:lvl5pPr>
              <a:defRPr sz="2175" b="1">
                <a:solidFill>
                  <a:srgbClr val="002554"/>
                </a:solidFill>
                <a:latin typeface="Arial"/>
                <a:ea typeface="Microsoft YaHei"/>
                <a:cs typeface="Arial"/>
              </a:defRPr>
            </a:lvl5pPr>
            <a:lvl6pPr>
              <a:defRPr sz="2175" b="1">
                <a:solidFill>
                  <a:srgbClr val="002554"/>
                </a:solidFill>
                <a:latin typeface="Arial"/>
                <a:ea typeface="Microsoft YaHei"/>
                <a:cs typeface="Arial"/>
              </a:defRPr>
            </a:lvl6pPr>
            <a:lvl7pPr>
              <a:defRPr sz="2175" b="1">
                <a:solidFill>
                  <a:srgbClr val="002554"/>
                </a:solidFill>
                <a:latin typeface="Arial"/>
                <a:ea typeface="Microsoft YaHei"/>
                <a:cs typeface="Arial"/>
              </a:defRPr>
            </a:lvl7pPr>
            <a:lvl8pPr>
              <a:defRPr sz="2175" b="1">
                <a:solidFill>
                  <a:srgbClr val="002554"/>
                </a:solidFill>
                <a:latin typeface="Arial"/>
                <a:ea typeface="Microsoft YaHei"/>
                <a:cs typeface="Arial"/>
              </a:defRPr>
            </a:lvl8pPr>
            <a:lvl9pPr>
              <a:defRPr sz="2175" b="1">
                <a:solidFill>
                  <a:srgbClr val="002554"/>
                </a:solidFill>
                <a:latin typeface="Arial"/>
                <a:ea typeface="Microsoft YaHei"/>
                <a:cs typeface="Arial"/>
              </a:defRPr>
            </a:lvl9pPr>
          </a:lstStyle>
          <a:p>
            <a:pPr>
              <a:defRPr sz="2175" b="1">
                <a:solidFill>
                  <a:srgbClr val="002554"/>
                </a:solidFill>
                <a:latin typeface="Arial"/>
                <a:ea typeface="Microsoft YaHei"/>
                <a:cs typeface="Arial"/>
              </a:defRPr>
            </a:pPr>
            <a:r>
              <a:rPr sz="2175" b="1">
                <a:solidFill>
                  <a:srgbClr val="002554"/>
                </a:solidFill>
                <a:latin typeface="Arial"/>
                <a:ea typeface="Microsoft YaHei"/>
                <a:cs typeface="Arial"/>
              </a:rPr>
              <a:t>模块说明</a:t>
            </a:r>
          </a:p>
        </p:txBody>
      </p:sp>
      <p:sp>
        <p:nvSpPr>
          <p:cNvPr id="6" name="EXPLAIN_1">
            <a:extLst>
              <a:ext uri="{FF2B5EF4-FFF2-40B4-BE49-F238E27FC236}">
                <a16:creationId xmlns:a16="http://schemas.microsoft.com/office/drawing/2014/main" id="{31A7C856-C4FB-4FF0-927D-F28EF92C3F34}"/>
              </a:ext>
            </a:extLst>
          </p:cNvPr>
          <p:cNvSpPr>
            <a:spLocks noGrp="1"/>
          </p:cNvSpPr>
          <p:nvPr/>
        </p:nvSpPr>
        <p:spPr>
          <a:xfrm>
            <a:off x="8572500" y="2000250"/>
            <a:ext cx="3200400" cy="914400"/>
          </a:xfrm>
          <a:prstGeom prst="rect">
            <a:avLst/>
          </a:prstGeom>
          <a:noFill/>
          <a:ln w="0">
            <a:noFill/>
          </a:ln>
        </p:spPr>
        <p:txBody>
          <a:bodyPr lIns="0" tIns="0" rIns="0" bIns="0" anchor="t">
            <a:noAutofit/>
          </a:bodyPr>
          <a:lstStyle>
            <a:defPPr>
              <a:defRPr sz="1800">
                <a:solidFill>
                  <a:srgbClr val="172B3A"/>
                </a:solidFill>
                <a:latin typeface="Arial"/>
                <a:ea typeface="Microsoft YaHei"/>
                <a:cs typeface="Arial"/>
              </a:defRPr>
            </a:defPPr>
            <a:lvl1pPr>
              <a:defRPr sz="1800">
                <a:solidFill>
                  <a:srgbClr val="172B3A"/>
                </a:solidFill>
                <a:latin typeface="Arial"/>
                <a:ea typeface="Microsoft YaHei"/>
                <a:cs typeface="Arial"/>
              </a:defRPr>
            </a:lvl1pPr>
            <a:lvl2pPr>
              <a:defRPr sz="1800">
                <a:solidFill>
                  <a:srgbClr val="172B3A"/>
                </a:solidFill>
                <a:latin typeface="Arial"/>
                <a:ea typeface="Microsoft YaHei"/>
                <a:cs typeface="Arial"/>
              </a:defRPr>
            </a:lvl2pPr>
            <a:lvl3pPr>
              <a:defRPr sz="1800">
                <a:solidFill>
                  <a:srgbClr val="172B3A"/>
                </a:solidFill>
                <a:latin typeface="Arial"/>
                <a:ea typeface="Microsoft YaHei"/>
                <a:cs typeface="Arial"/>
              </a:defRPr>
            </a:lvl3pPr>
            <a:lvl4pPr>
              <a:defRPr sz="1800">
                <a:solidFill>
                  <a:srgbClr val="172B3A"/>
                </a:solidFill>
                <a:latin typeface="Arial"/>
                <a:ea typeface="Microsoft YaHei"/>
                <a:cs typeface="Arial"/>
              </a:defRPr>
            </a:lvl4pPr>
            <a:lvl5pPr>
              <a:defRPr sz="1800">
                <a:solidFill>
                  <a:srgbClr val="172B3A"/>
                </a:solidFill>
                <a:latin typeface="Arial"/>
                <a:ea typeface="Microsoft YaHei"/>
                <a:cs typeface="Arial"/>
              </a:defRPr>
            </a:lvl5pPr>
            <a:lvl6pPr>
              <a:defRPr sz="1800">
                <a:solidFill>
                  <a:srgbClr val="172B3A"/>
                </a:solidFill>
                <a:latin typeface="Arial"/>
                <a:ea typeface="Microsoft YaHei"/>
                <a:cs typeface="Arial"/>
              </a:defRPr>
            </a:lvl6pPr>
            <a:lvl7pPr>
              <a:defRPr sz="1800">
                <a:solidFill>
                  <a:srgbClr val="172B3A"/>
                </a:solidFill>
                <a:latin typeface="Arial"/>
                <a:ea typeface="Microsoft YaHei"/>
                <a:cs typeface="Arial"/>
              </a:defRPr>
            </a:lvl7pPr>
            <a:lvl8pPr>
              <a:defRPr sz="1800">
                <a:solidFill>
                  <a:srgbClr val="172B3A"/>
                </a:solidFill>
                <a:latin typeface="Arial"/>
                <a:ea typeface="Microsoft YaHei"/>
                <a:cs typeface="Arial"/>
              </a:defRPr>
            </a:lvl8pPr>
            <a:lvl9pPr>
              <a:defRPr sz="1800">
                <a:solidFill>
                  <a:srgbClr val="172B3A"/>
                </a:solidFill>
                <a:latin typeface="Arial"/>
                <a:ea typeface="Microsoft YaHei"/>
                <a:cs typeface="Arial"/>
              </a:defRPr>
            </a:lvl9pPr>
          </a:lstStyle>
          <a:p>
            <a:pPr>
              <a:defRPr sz="1800">
                <a:solidFill>
                  <a:srgbClr val="172B3A"/>
                </a:solidFill>
                <a:latin typeface="Arial"/>
                <a:ea typeface="Microsoft YaHei"/>
                <a:cs typeface="Arial"/>
              </a:defRPr>
            </a:pPr>
            <a:r>
              <a:rPr sz="1800">
                <a:solidFill>
                  <a:srgbClr val="172B3A"/>
                </a:solidFill>
                <a:latin typeface="Arial"/>
                <a:ea typeface="Microsoft YaHei"/>
                <a:cs typeface="Arial"/>
              </a:rPr>
              <a:t>1. 图像分块与投影</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图像切分为等大块，展平后</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线性投影为特征向量</a:t>
            </a:r>
          </a:p>
        </p:txBody>
      </p:sp>
      <p:sp>
        <p:nvSpPr>
          <p:cNvPr id="7" name="HIGHLIGHT_1">
            <a:extLst>
              <a:ext uri="{FF2B5EF4-FFF2-40B4-BE49-F238E27FC236}">
                <a16:creationId xmlns:a16="http://schemas.microsoft.com/office/drawing/2014/main" id="{8199428D-EDEA-467F-8EDA-861FE8407EC4}"/>
              </a:ext>
            </a:extLst>
          </p:cNvPr>
          <p:cNvSpPr>
            <a:spLocks noGrp="1"/>
          </p:cNvSpPr>
          <p:nvPr/>
        </p:nvSpPr>
        <p:spPr>
          <a:xfrm>
            <a:off x="512097" y="4390718"/>
            <a:ext cx="4793226" cy="1147097"/>
          </a:xfrm>
          <a:prstGeom prst="rect">
            <a:avLst/>
          </a:prstGeom>
          <a:solidFill>
            <a:srgbClr val="FFF176">
              <a:alpha val="35000"/>
            </a:srgbClr>
          </a:solidFill>
          <a:ln w="9525">
            <a:solidFill>
              <a:srgbClr val="C9A527"/>
            </a:solidFill>
          </a:ln>
        </p:spPr>
      </p:sp>
      <p:sp>
        <p:nvSpPr>
          <p:cNvPr id="8" name="EXPLAIN_2">
            <a:extLst>
              <a:ext uri="{FF2B5EF4-FFF2-40B4-BE49-F238E27FC236}">
                <a16:creationId xmlns:a16="http://schemas.microsoft.com/office/drawing/2014/main" id="{07195B29-D35B-4B18-AB9E-D35B4B40CB9D}"/>
              </a:ext>
            </a:extLst>
          </p:cNvPr>
          <p:cNvSpPr>
            <a:spLocks noGrp="1"/>
          </p:cNvSpPr>
          <p:nvPr/>
        </p:nvSpPr>
        <p:spPr>
          <a:xfrm>
            <a:off x="8572500" y="2971800"/>
            <a:ext cx="3200400" cy="914400"/>
          </a:xfrm>
          <a:prstGeom prst="rect">
            <a:avLst/>
          </a:prstGeom>
          <a:noFill/>
          <a:ln w="0">
            <a:noFill/>
          </a:ln>
        </p:spPr>
        <p:txBody>
          <a:bodyPr lIns="0" tIns="0" rIns="0" bIns="0" anchor="t">
            <a:noAutofit/>
          </a:bodyPr>
          <a:lstStyle>
            <a:defPPr>
              <a:defRPr sz="1800">
                <a:solidFill>
                  <a:srgbClr val="172B3A"/>
                </a:solidFill>
                <a:latin typeface="Arial"/>
                <a:ea typeface="Microsoft YaHei"/>
                <a:cs typeface="Arial"/>
              </a:defRPr>
            </a:defPPr>
            <a:lvl1pPr>
              <a:defRPr sz="1800">
                <a:solidFill>
                  <a:srgbClr val="172B3A"/>
                </a:solidFill>
                <a:latin typeface="Arial"/>
                <a:ea typeface="Microsoft YaHei"/>
                <a:cs typeface="Arial"/>
              </a:defRPr>
            </a:lvl1pPr>
            <a:lvl2pPr>
              <a:defRPr sz="1800">
                <a:solidFill>
                  <a:srgbClr val="172B3A"/>
                </a:solidFill>
                <a:latin typeface="Arial"/>
                <a:ea typeface="Microsoft YaHei"/>
                <a:cs typeface="Arial"/>
              </a:defRPr>
            </a:lvl2pPr>
            <a:lvl3pPr>
              <a:defRPr sz="1800">
                <a:solidFill>
                  <a:srgbClr val="172B3A"/>
                </a:solidFill>
                <a:latin typeface="Arial"/>
                <a:ea typeface="Microsoft YaHei"/>
                <a:cs typeface="Arial"/>
              </a:defRPr>
            </a:lvl3pPr>
            <a:lvl4pPr>
              <a:defRPr sz="1800">
                <a:solidFill>
                  <a:srgbClr val="172B3A"/>
                </a:solidFill>
                <a:latin typeface="Arial"/>
                <a:ea typeface="Microsoft YaHei"/>
                <a:cs typeface="Arial"/>
              </a:defRPr>
            </a:lvl4pPr>
            <a:lvl5pPr>
              <a:defRPr sz="1800">
                <a:solidFill>
                  <a:srgbClr val="172B3A"/>
                </a:solidFill>
                <a:latin typeface="Arial"/>
                <a:ea typeface="Microsoft YaHei"/>
                <a:cs typeface="Arial"/>
              </a:defRPr>
            </a:lvl5pPr>
            <a:lvl6pPr>
              <a:defRPr sz="1800">
                <a:solidFill>
                  <a:srgbClr val="172B3A"/>
                </a:solidFill>
                <a:latin typeface="Arial"/>
                <a:ea typeface="Microsoft YaHei"/>
                <a:cs typeface="Arial"/>
              </a:defRPr>
            </a:lvl6pPr>
            <a:lvl7pPr>
              <a:defRPr sz="1800">
                <a:solidFill>
                  <a:srgbClr val="172B3A"/>
                </a:solidFill>
                <a:latin typeface="Arial"/>
                <a:ea typeface="Microsoft YaHei"/>
                <a:cs typeface="Arial"/>
              </a:defRPr>
            </a:lvl7pPr>
            <a:lvl8pPr>
              <a:defRPr sz="1800">
                <a:solidFill>
                  <a:srgbClr val="172B3A"/>
                </a:solidFill>
                <a:latin typeface="Arial"/>
                <a:ea typeface="Microsoft YaHei"/>
                <a:cs typeface="Arial"/>
              </a:defRPr>
            </a:lvl8pPr>
            <a:lvl9pPr>
              <a:defRPr sz="1800">
                <a:solidFill>
                  <a:srgbClr val="172B3A"/>
                </a:solidFill>
                <a:latin typeface="Arial"/>
                <a:ea typeface="Microsoft YaHei"/>
                <a:cs typeface="Arial"/>
              </a:defRPr>
            </a:lvl9pPr>
          </a:lstStyle>
          <a:p>
            <a:pPr>
              <a:defRPr sz="1800">
                <a:solidFill>
                  <a:srgbClr val="172B3A"/>
                </a:solidFill>
                <a:latin typeface="Arial"/>
                <a:ea typeface="Microsoft YaHei"/>
                <a:cs typeface="Arial"/>
              </a:defRPr>
            </a:pPr>
            <a:r>
              <a:rPr sz="1800">
                <a:solidFill>
                  <a:srgbClr val="172B3A"/>
                </a:solidFill>
                <a:latin typeface="Arial"/>
                <a:ea typeface="Microsoft YaHei"/>
                <a:cs typeface="Arial"/>
              </a:rPr>
              <a:t>2. 序列编码</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加入位置编码与分类标记，</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组成编码器的输入序列</a:t>
            </a:r>
          </a:p>
        </p:txBody>
      </p:sp>
      <p:sp>
        <p:nvSpPr>
          <p:cNvPr id="9" name="HIGHLIGHT_2">
            <a:extLst>
              <a:ext uri="{FF2B5EF4-FFF2-40B4-BE49-F238E27FC236}">
                <a16:creationId xmlns:a16="http://schemas.microsoft.com/office/drawing/2014/main" id="{8BD4FB46-7965-41C4-93DE-A71902006D0E}"/>
              </a:ext>
            </a:extLst>
          </p:cNvPr>
          <p:cNvSpPr>
            <a:spLocks noGrp="1"/>
          </p:cNvSpPr>
          <p:nvPr/>
        </p:nvSpPr>
        <p:spPr>
          <a:xfrm>
            <a:off x="405581" y="4013815"/>
            <a:ext cx="4883355" cy="344129"/>
          </a:xfrm>
          <a:prstGeom prst="rect">
            <a:avLst/>
          </a:prstGeom>
          <a:solidFill>
            <a:srgbClr val="FFF176">
              <a:alpha val="35000"/>
            </a:srgbClr>
          </a:solidFill>
          <a:ln w="9525">
            <a:solidFill>
              <a:srgbClr val="C9A527"/>
            </a:solidFill>
          </a:ln>
        </p:spPr>
      </p:sp>
      <p:sp>
        <p:nvSpPr>
          <p:cNvPr id="10" name="EXPLAIN_3">
            <a:extLst>
              <a:ext uri="{FF2B5EF4-FFF2-40B4-BE49-F238E27FC236}">
                <a16:creationId xmlns:a16="http://schemas.microsoft.com/office/drawing/2014/main" id="{0234A8DF-40C7-4BF5-80D0-35A611674A26}"/>
              </a:ext>
            </a:extLst>
          </p:cNvPr>
          <p:cNvSpPr>
            <a:spLocks noGrp="1"/>
          </p:cNvSpPr>
          <p:nvPr/>
        </p:nvSpPr>
        <p:spPr>
          <a:xfrm>
            <a:off x="8572500" y="3943350"/>
            <a:ext cx="3200400" cy="914400"/>
          </a:xfrm>
          <a:prstGeom prst="rect">
            <a:avLst/>
          </a:prstGeom>
          <a:noFill/>
          <a:ln w="0">
            <a:noFill/>
          </a:ln>
        </p:spPr>
        <p:txBody>
          <a:bodyPr lIns="0" tIns="0" rIns="0" bIns="0" anchor="t">
            <a:noAutofit/>
          </a:bodyPr>
          <a:lstStyle>
            <a:defPPr>
              <a:defRPr sz="1800">
                <a:solidFill>
                  <a:srgbClr val="172B3A"/>
                </a:solidFill>
                <a:latin typeface="Arial"/>
                <a:ea typeface="Microsoft YaHei"/>
                <a:cs typeface="Arial"/>
              </a:defRPr>
            </a:defPPr>
            <a:lvl1pPr>
              <a:defRPr sz="1800">
                <a:solidFill>
                  <a:srgbClr val="172B3A"/>
                </a:solidFill>
                <a:latin typeface="Arial"/>
                <a:ea typeface="Microsoft YaHei"/>
                <a:cs typeface="Arial"/>
              </a:defRPr>
            </a:lvl1pPr>
            <a:lvl2pPr>
              <a:defRPr sz="1800">
                <a:solidFill>
                  <a:srgbClr val="172B3A"/>
                </a:solidFill>
                <a:latin typeface="Arial"/>
                <a:ea typeface="Microsoft YaHei"/>
                <a:cs typeface="Arial"/>
              </a:defRPr>
            </a:lvl2pPr>
            <a:lvl3pPr>
              <a:defRPr sz="1800">
                <a:solidFill>
                  <a:srgbClr val="172B3A"/>
                </a:solidFill>
                <a:latin typeface="Arial"/>
                <a:ea typeface="Microsoft YaHei"/>
                <a:cs typeface="Arial"/>
              </a:defRPr>
            </a:lvl3pPr>
            <a:lvl4pPr>
              <a:defRPr sz="1800">
                <a:solidFill>
                  <a:srgbClr val="172B3A"/>
                </a:solidFill>
                <a:latin typeface="Arial"/>
                <a:ea typeface="Microsoft YaHei"/>
                <a:cs typeface="Arial"/>
              </a:defRPr>
            </a:lvl4pPr>
            <a:lvl5pPr>
              <a:defRPr sz="1800">
                <a:solidFill>
                  <a:srgbClr val="172B3A"/>
                </a:solidFill>
                <a:latin typeface="Arial"/>
                <a:ea typeface="Microsoft YaHei"/>
                <a:cs typeface="Arial"/>
              </a:defRPr>
            </a:lvl5pPr>
            <a:lvl6pPr>
              <a:defRPr sz="1800">
                <a:solidFill>
                  <a:srgbClr val="172B3A"/>
                </a:solidFill>
                <a:latin typeface="Arial"/>
                <a:ea typeface="Microsoft YaHei"/>
                <a:cs typeface="Arial"/>
              </a:defRPr>
            </a:lvl6pPr>
            <a:lvl7pPr>
              <a:defRPr sz="1800">
                <a:solidFill>
                  <a:srgbClr val="172B3A"/>
                </a:solidFill>
                <a:latin typeface="Arial"/>
                <a:ea typeface="Microsoft YaHei"/>
                <a:cs typeface="Arial"/>
              </a:defRPr>
            </a:lvl7pPr>
            <a:lvl8pPr>
              <a:defRPr sz="1800">
                <a:solidFill>
                  <a:srgbClr val="172B3A"/>
                </a:solidFill>
                <a:latin typeface="Arial"/>
                <a:ea typeface="Microsoft YaHei"/>
                <a:cs typeface="Arial"/>
              </a:defRPr>
            </a:lvl8pPr>
            <a:lvl9pPr>
              <a:defRPr sz="1800">
                <a:solidFill>
                  <a:srgbClr val="172B3A"/>
                </a:solidFill>
                <a:latin typeface="Arial"/>
                <a:ea typeface="Microsoft YaHei"/>
                <a:cs typeface="Arial"/>
              </a:defRPr>
            </a:lvl9pPr>
          </a:lstStyle>
          <a:p>
            <a:pPr>
              <a:defRPr sz="1800">
                <a:solidFill>
                  <a:srgbClr val="172B3A"/>
                </a:solidFill>
                <a:latin typeface="Arial"/>
                <a:ea typeface="Microsoft YaHei"/>
                <a:cs typeface="Arial"/>
              </a:defRPr>
            </a:pPr>
            <a:r>
              <a:rPr sz="1800">
                <a:solidFill>
                  <a:srgbClr val="172B3A"/>
                </a:solidFill>
                <a:latin typeface="Arial"/>
                <a:ea typeface="Microsoft YaHei"/>
                <a:cs typeface="Arial"/>
              </a:rPr>
              <a:t>3. Transformer 编码器</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自注意力与 MLP 更新表示，</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结合归一化和残差连接</a:t>
            </a:r>
          </a:p>
        </p:txBody>
      </p:sp>
      <p:sp>
        <p:nvSpPr>
          <p:cNvPr id="11" name="HIGHLIGHT_3">
            <a:extLst>
              <a:ext uri="{FF2B5EF4-FFF2-40B4-BE49-F238E27FC236}">
                <a16:creationId xmlns:a16="http://schemas.microsoft.com/office/drawing/2014/main" id="{0CCF4D2E-CDD4-43DD-80A2-81191DE1BC77}"/>
              </a:ext>
            </a:extLst>
          </p:cNvPr>
          <p:cNvSpPr>
            <a:spLocks noGrp="1"/>
          </p:cNvSpPr>
          <p:nvPr/>
        </p:nvSpPr>
        <p:spPr>
          <a:xfrm>
            <a:off x="5977194" y="2244008"/>
            <a:ext cx="1679677" cy="2916903"/>
          </a:xfrm>
          <a:prstGeom prst="rect">
            <a:avLst/>
          </a:prstGeom>
          <a:solidFill>
            <a:srgbClr val="FFF176">
              <a:alpha val="35000"/>
            </a:srgbClr>
          </a:solidFill>
          <a:ln w="9525">
            <a:solidFill>
              <a:srgbClr val="C9A527"/>
            </a:solidFill>
          </a:ln>
        </p:spPr>
      </p:sp>
      <p:sp>
        <p:nvSpPr>
          <p:cNvPr id="12" name="EXPLAIN_4">
            <a:extLst>
              <a:ext uri="{FF2B5EF4-FFF2-40B4-BE49-F238E27FC236}">
                <a16:creationId xmlns:a16="http://schemas.microsoft.com/office/drawing/2014/main" id="{BB5CBA2E-0C78-4421-8464-CEE10E56B65A}"/>
              </a:ext>
            </a:extLst>
          </p:cNvPr>
          <p:cNvSpPr>
            <a:spLocks noGrp="1"/>
          </p:cNvSpPr>
          <p:nvPr/>
        </p:nvSpPr>
        <p:spPr>
          <a:xfrm>
            <a:off x="8572500" y="4914900"/>
            <a:ext cx="3200400" cy="914400"/>
          </a:xfrm>
          <a:prstGeom prst="rect">
            <a:avLst/>
          </a:prstGeom>
          <a:noFill/>
          <a:ln w="0">
            <a:noFill/>
          </a:ln>
        </p:spPr>
        <p:txBody>
          <a:bodyPr lIns="0" tIns="0" rIns="0" bIns="0" anchor="t">
            <a:noAutofit/>
          </a:bodyPr>
          <a:lstStyle>
            <a:defPPr>
              <a:defRPr sz="1800">
                <a:solidFill>
                  <a:srgbClr val="172B3A"/>
                </a:solidFill>
                <a:latin typeface="Arial"/>
                <a:ea typeface="Microsoft YaHei"/>
                <a:cs typeface="Arial"/>
              </a:defRPr>
            </a:defPPr>
            <a:lvl1pPr>
              <a:defRPr sz="1800">
                <a:solidFill>
                  <a:srgbClr val="172B3A"/>
                </a:solidFill>
                <a:latin typeface="Arial"/>
                <a:ea typeface="Microsoft YaHei"/>
                <a:cs typeface="Arial"/>
              </a:defRPr>
            </a:lvl1pPr>
            <a:lvl2pPr>
              <a:defRPr sz="1800">
                <a:solidFill>
                  <a:srgbClr val="172B3A"/>
                </a:solidFill>
                <a:latin typeface="Arial"/>
                <a:ea typeface="Microsoft YaHei"/>
                <a:cs typeface="Arial"/>
              </a:defRPr>
            </a:lvl2pPr>
            <a:lvl3pPr>
              <a:defRPr sz="1800">
                <a:solidFill>
                  <a:srgbClr val="172B3A"/>
                </a:solidFill>
                <a:latin typeface="Arial"/>
                <a:ea typeface="Microsoft YaHei"/>
                <a:cs typeface="Arial"/>
              </a:defRPr>
            </a:lvl3pPr>
            <a:lvl4pPr>
              <a:defRPr sz="1800">
                <a:solidFill>
                  <a:srgbClr val="172B3A"/>
                </a:solidFill>
                <a:latin typeface="Arial"/>
                <a:ea typeface="Microsoft YaHei"/>
                <a:cs typeface="Arial"/>
              </a:defRPr>
            </a:lvl4pPr>
            <a:lvl5pPr>
              <a:defRPr sz="1800">
                <a:solidFill>
                  <a:srgbClr val="172B3A"/>
                </a:solidFill>
                <a:latin typeface="Arial"/>
                <a:ea typeface="Microsoft YaHei"/>
                <a:cs typeface="Arial"/>
              </a:defRPr>
            </a:lvl5pPr>
            <a:lvl6pPr>
              <a:defRPr sz="1800">
                <a:solidFill>
                  <a:srgbClr val="172B3A"/>
                </a:solidFill>
                <a:latin typeface="Arial"/>
                <a:ea typeface="Microsoft YaHei"/>
                <a:cs typeface="Arial"/>
              </a:defRPr>
            </a:lvl6pPr>
            <a:lvl7pPr>
              <a:defRPr sz="1800">
                <a:solidFill>
                  <a:srgbClr val="172B3A"/>
                </a:solidFill>
                <a:latin typeface="Arial"/>
                <a:ea typeface="Microsoft YaHei"/>
                <a:cs typeface="Arial"/>
              </a:defRPr>
            </a:lvl7pPr>
            <a:lvl8pPr>
              <a:defRPr sz="1800">
                <a:solidFill>
                  <a:srgbClr val="172B3A"/>
                </a:solidFill>
                <a:latin typeface="Arial"/>
                <a:ea typeface="Microsoft YaHei"/>
                <a:cs typeface="Arial"/>
              </a:defRPr>
            </a:lvl8pPr>
            <a:lvl9pPr>
              <a:defRPr sz="1800">
                <a:solidFill>
                  <a:srgbClr val="172B3A"/>
                </a:solidFill>
                <a:latin typeface="Arial"/>
                <a:ea typeface="Microsoft YaHei"/>
                <a:cs typeface="Arial"/>
              </a:defRPr>
            </a:lvl9pPr>
          </a:lstStyle>
          <a:p>
            <a:pPr>
              <a:defRPr sz="1800">
                <a:solidFill>
                  <a:srgbClr val="172B3A"/>
                </a:solidFill>
                <a:latin typeface="Arial"/>
                <a:ea typeface="Microsoft YaHei"/>
                <a:cs typeface="Arial"/>
              </a:defRPr>
            </a:pPr>
            <a:r>
              <a:rPr sz="1800">
                <a:solidFill>
                  <a:srgbClr val="172B3A"/>
                </a:solidFill>
                <a:latin typeface="Arial"/>
                <a:ea typeface="Microsoft YaHei"/>
                <a:cs typeface="Arial"/>
              </a:rPr>
              <a:t>4. 分类输出</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分类标记的输出送入分类头，</a:t>
            </a:r>
          </a:p>
          <a:p>
            <a:pPr>
              <a:defRPr sz="1800">
                <a:solidFill>
                  <a:srgbClr val="172B3A"/>
                </a:solidFill>
                <a:latin typeface="Arial"/>
                <a:ea typeface="Microsoft YaHei"/>
                <a:cs typeface="Arial"/>
              </a:defRPr>
            </a:pPr>
            <a:r>
              <a:rPr sz="1800">
                <a:solidFill>
                  <a:srgbClr val="172B3A"/>
                </a:solidFill>
                <a:latin typeface="Arial"/>
                <a:ea typeface="Microsoft YaHei"/>
                <a:cs typeface="Arial"/>
              </a:rPr>
              <a:t>得到图像类别预测</a:t>
            </a:r>
          </a:p>
        </p:txBody>
      </p:sp>
      <p:sp>
        <p:nvSpPr>
          <p:cNvPr id="13" name="HIGHLIGHT_4">
            <a:extLst>
              <a:ext uri="{FF2B5EF4-FFF2-40B4-BE49-F238E27FC236}">
                <a16:creationId xmlns:a16="http://schemas.microsoft.com/office/drawing/2014/main" id="{8994020F-79E9-4A0C-BB3A-F0A177EB7F6A}"/>
              </a:ext>
            </a:extLst>
          </p:cNvPr>
          <p:cNvSpPr>
            <a:spLocks noGrp="1"/>
          </p:cNvSpPr>
          <p:nvPr/>
        </p:nvSpPr>
        <p:spPr>
          <a:xfrm>
            <a:off x="651387" y="2194847"/>
            <a:ext cx="1605935" cy="1073355"/>
          </a:xfrm>
          <a:prstGeom prst="rect">
            <a:avLst/>
          </a:prstGeom>
          <a:solidFill>
            <a:srgbClr val="FFF176">
              <a:alpha val="35000"/>
            </a:srgbClr>
          </a:solidFill>
          <a:ln w="9525">
            <a:solidFill>
              <a:srgbClr val="C9A527"/>
            </a:solidFill>
          </a:ln>
        </p:spPr>
      </p:sp>
      <p:sp>
        <p:nvSpPr>
          <p:cNvPr id="14" name="SOURCE">
            <a:extLst>
              <a:ext uri="{FF2B5EF4-FFF2-40B4-BE49-F238E27FC236}">
                <a16:creationId xmlns:a16="http://schemas.microsoft.com/office/drawing/2014/main" id="{C8027765-D84E-4798-A09D-8963638C450D}"/>
              </a:ext>
            </a:extLst>
          </p:cNvPr>
          <p:cNvSpPr>
            <a:spLocks noGrp="1"/>
          </p:cNvSpPr>
          <p:nvPr/>
        </p:nvSpPr>
        <p:spPr>
          <a:xfrm>
            <a:off x="419100" y="6153150"/>
            <a:ext cx="11049000" cy="285750"/>
          </a:xfrm>
          <a:prstGeom prst="rect">
            <a:avLst/>
          </a:prstGeom>
          <a:noFill/>
          <a:ln w="0">
            <a:noFill/>
          </a:ln>
        </p:spPr>
        <p:txBody>
          <a:bodyPr lIns="0" tIns="0" rIns="0" bIns="0" anchor="ctr">
            <a:noAutofit/>
          </a:bodyPr>
          <a:lstStyle>
            <a:defPPr>
              <a:defRPr sz="1425" b="0">
                <a:solidFill>
                  <a:srgbClr val="6F7D86"/>
                </a:solidFill>
                <a:latin typeface="Arial"/>
                <a:ea typeface="Microsoft YaHei"/>
                <a:cs typeface="Arial"/>
              </a:defRPr>
            </a:defPPr>
            <a:lvl1pPr>
              <a:defRPr sz="1425" b="0">
                <a:solidFill>
                  <a:srgbClr val="6F7D86"/>
                </a:solidFill>
                <a:latin typeface="Arial"/>
                <a:ea typeface="Microsoft YaHei"/>
                <a:cs typeface="Arial"/>
              </a:defRPr>
            </a:lvl1pPr>
            <a:lvl2pPr>
              <a:defRPr sz="1425" b="0">
                <a:solidFill>
                  <a:srgbClr val="6F7D86"/>
                </a:solidFill>
                <a:latin typeface="Arial"/>
                <a:ea typeface="Microsoft YaHei"/>
                <a:cs typeface="Arial"/>
              </a:defRPr>
            </a:lvl2pPr>
            <a:lvl3pPr>
              <a:defRPr sz="1425" b="0">
                <a:solidFill>
                  <a:srgbClr val="6F7D86"/>
                </a:solidFill>
                <a:latin typeface="Arial"/>
                <a:ea typeface="Microsoft YaHei"/>
                <a:cs typeface="Arial"/>
              </a:defRPr>
            </a:lvl3pPr>
            <a:lvl4pPr>
              <a:defRPr sz="1425" b="0">
                <a:solidFill>
                  <a:srgbClr val="6F7D86"/>
                </a:solidFill>
                <a:latin typeface="Arial"/>
                <a:ea typeface="Microsoft YaHei"/>
                <a:cs typeface="Arial"/>
              </a:defRPr>
            </a:lvl4pPr>
            <a:lvl5pPr>
              <a:defRPr sz="1425" b="0">
                <a:solidFill>
                  <a:srgbClr val="6F7D86"/>
                </a:solidFill>
                <a:latin typeface="Arial"/>
                <a:ea typeface="Microsoft YaHei"/>
                <a:cs typeface="Arial"/>
              </a:defRPr>
            </a:lvl5pPr>
            <a:lvl6pPr>
              <a:defRPr sz="1425" b="0">
                <a:solidFill>
                  <a:srgbClr val="6F7D86"/>
                </a:solidFill>
                <a:latin typeface="Arial"/>
                <a:ea typeface="Microsoft YaHei"/>
                <a:cs typeface="Arial"/>
              </a:defRPr>
            </a:lvl6pPr>
            <a:lvl7pPr>
              <a:defRPr sz="1425" b="0">
                <a:solidFill>
                  <a:srgbClr val="6F7D86"/>
                </a:solidFill>
                <a:latin typeface="Arial"/>
                <a:ea typeface="Microsoft YaHei"/>
                <a:cs typeface="Arial"/>
              </a:defRPr>
            </a:lvl7pPr>
            <a:lvl8pPr>
              <a:defRPr sz="1425" b="0">
                <a:solidFill>
                  <a:srgbClr val="6F7D86"/>
                </a:solidFill>
                <a:latin typeface="Arial"/>
                <a:ea typeface="Microsoft YaHei"/>
                <a:cs typeface="Arial"/>
              </a:defRPr>
            </a:lvl8pPr>
            <a:lvl9pPr>
              <a:defRPr sz="1425" b="0">
                <a:solidFill>
                  <a:srgbClr val="6F7D86"/>
                </a:solidFill>
                <a:latin typeface="Arial"/>
                <a:ea typeface="Microsoft YaHei"/>
                <a:cs typeface="Arial"/>
              </a:defRPr>
            </a:lvl9pPr>
          </a:lstStyle>
          <a:p>
            <a:pPr>
              <a:defRPr sz="1425" b="0">
                <a:solidFill>
                  <a:srgbClr val="6F7D86"/>
                </a:solidFill>
                <a:latin typeface="Arial"/>
                <a:ea typeface="Microsoft YaHei"/>
                <a:cs typeface="Arial"/>
              </a:defRPr>
            </a:pPr>
            <a:r>
              <a:rPr sz="1425" b="0">
                <a:solidFill>
                  <a:srgbClr val="6F7D86"/>
                </a:solidFill>
                <a:latin typeface="Arial"/>
                <a:ea typeface="Microsoft YaHei"/>
                <a:cs typeface="Arial"/>
              </a:rPr>
              <a:t>Dosovitskiy et al. · ICLR 2021 · Figure 1</a:t>
            </a:r>
          </a:p>
        </p:txBody>
      </p:sp>
      <p:sp>
        <p:nvSpPr>
          <p:cNvPr id="9000" name="灯片编号占位符 1">
            <a:extLst>
              <a:ext uri="{FF2B5EF4-FFF2-40B4-BE49-F238E27FC236}">
                <a16:creationId xmlns:a16="http://schemas.microsoft.com/office/drawing/2014/main" id="{335416B2-89C8-61D8-FBC3-F5899BB18B7D}"/>
              </a:ext>
            </a:extLst>
          </p:cNvPr>
          <p:cNvSpPr>
            <a:spLocks noGrp="1"/>
          </p:cNvSpPr>
          <p:nvPr>
            <p:ph type="sldNum" idx="12"/>
          </p:nvPr>
        </p:nvSpPr>
        <p:spPr>
          <a:xfrm>
            <a:off x="11382375" y="6524625"/>
            <a:ext cx="523875" cy="228600"/>
          </a:xfrm>
        </p:spPr>
        <p:txBody>
          <a:bodyPr lIns="0" tIns="0" rIns="0" bIns="0"/>
          <a:lstStyle>
            <a:defPPr algn="r">
              <a:defRPr sz="1200">
                <a:solidFill>
                  <a:srgbClr val="879390"/>
                </a:solidFill>
                <a:latin typeface="Arial"/>
                <a:ea typeface="Microsoft YaHei"/>
                <a:cs typeface="Arial"/>
              </a:defRPr>
            </a:defPPr>
            <a:lvl1pPr algn="r">
              <a:defRPr sz="1200">
                <a:solidFill>
                  <a:srgbClr val="879390"/>
                </a:solidFill>
                <a:latin typeface="Arial"/>
                <a:ea typeface="Microsoft YaHei"/>
                <a:cs typeface="Arial"/>
              </a:defRPr>
            </a:lvl1pPr>
            <a:lvl2pPr algn="r">
              <a:defRPr sz="1200">
                <a:solidFill>
                  <a:srgbClr val="879390"/>
                </a:solidFill>
                <a:latin typeface="Arial"/>
                <a:ea typeface="Microsoft YaHei"/>
                <a:cs typeface="Arial"/>
              </a:defRPr>
            </a:lvl2pPr>
            <a:lvl3pPr algn="r">
              <a:defRPr sz="1200">
                <a:solidFill>
                  <a:srgbClr val="879390"/>
                </a:solidFill>
                <a:latin typeface="Arial"/>
                <a:ea typeface="Microsoft YaHei"/>
                <a:cs typeface="Arial"/>
              </a:defRPr>
            </a:lvl3pPr>
            <a:lvl4pPr algn="r">
              <a:defRPr sz="1200">
                <a:solidFill>
                  <a:srgbClr val="879390"/>
                </a:solidFill>
                <a:latin typeface="Arial"/>
                <a:ea typeface="Microsoft YaHei"/>
                <a:cs typeface="Arial"/>
              </a:defRPr>
            </a:lvl4pPr>
            <a:lvl5pPr algn="r">
              <a:defRPr sz="1200">
                <a:solidFill>
                  <a:srgbClr val="879390"/>
                </a:solidFill>
                <a:latin typeface="Arial"/>
                <a:ea typeface="Microsoft YaHei"/>
                <a:cs typeface="Arial"/>
              </a:defRPr>
            </a:lvl5pPr>
            <a:lvl6pPr algn="r">
              <a:defRPr sz="1200">
                <a:solidFill>
                  <a:srgbClr val="879390"/>
                </a:solidFill>
                <a:latin typeface="Arial"/>
                <a:ea typeface="Microsoft YaHei"/>
                <a:cs typeface="Arial"/>
              </a:defRPr>
            </a:lvl6pPr>
            <a:lvl7pPr algn="r">
              <a:defRPr sz="1200">
                <a:solidFill>
                  <a:srgbClr val="879390"/>
                </a:solidFill>
                <a:latin typeface="Arial"/>
                <a:ea typeface="Microsoft YaHei"/>
                <a:cs typeface="Arial"/>
              </a:defRPr>
            </a:lvl7pPr>
            <a:lvl8pPr algn="r">
              <a:defRPr sz="1200">
                <a:solidFill>
                  <a:srgbClr val="879390"/>
                </a:solidFill>
                <a:latin typeface="Arial"/>
                <a:ea typeface="Microsoft YaHei"/>
                <a:cs typeface="Arial"/>
              </a:defRPr>
            </a:lvl8pPr>
            <a:lvl9pPr algn="r">
              <a:defRPr sz="1200">
                <a:solidFill>
                  <a:srgbClr val="879390"/>
                </a:solidFill>
                <a:latin typeface="Arial"/>
                <a:ea typeface="Microsoft YaHei"/>
                <a:cs typeface="Arial"/>
              </a:defRPr>
            </a:lvl9pPr>
          </a:lstStyle>
          <a:p>
            <a:pPr algn="r">
              <a:defRPr sz="1200">
                <a:solidFill>
                  <a:srgbClr val="879390"/>
                </a:solidFill>
                <a:latin typeface="Arial"/>
                <a:ea typeface="Microsoft YaHei"/>
                <a:cs typeface="Arial"/>
              </a:defRPr>
            </a:pPr>
            <a:fld id="{E2598689-54C9-18A7-3A19-ED76AA08988F}" type="slidenum">
              <a:rPr sz="1200">
                <a:solidFill>
                  <a:srgbClr val="879390"/>
                </a:solidFill>
                <a:latin typeface="Arial" panose="020B0604020202020204" pitchFamily="34" charset="0"/>
                <a:ea typeface="Microsoft YaHei" panose="020B0503020204020204" pitchFamily="34" charset="-122"/>
                <a:cs typeface="Arial" panose="020B0604020202020204" pitchFamily="34" charset="0"/>
              </a:rPr>
              <a:t>9</a:t>
            </a:fld>
            <a:endParaRPr>
              <a:latin typeface="Arial" panose="020B0604020202020204" pitchFamily="34" charset="0"/>
              <a:ea typeface="Microsoft YaHei" panose="020B0503020204020204" pitchFamily="34" charset="-122"/>
              <a:cs typeface="Arial" panose="020B0604020202020204" pitchFamily="34" charset="0"/>
            </a:endParaRPr>
          </a:p>
        </p:txBody>
      </p:sp>
    </p:spTree>
    <p:extLst>
      <p:ext uri="{BB962C8B-B14F-4D97-AF65-F5344CB8AC3E}">
        <p14:creationId xmlns:p14="http://schemas.microsoft.com/office/powerpoint/2010/main" val="3903556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xit" presetSubtype="0" fill="hold" grpId="1" nodeType="withEffect">
                                  <p:stCondLst>
                                    <p:cond delay="0"/>
                                  </p:stCondLst>
                                  <p:childTnLst>
                                    <p:set>
                                      <p:cBhvr>
                                        <p:cTn id="22" dur="1" fill="hold">
                                          <p:stCondLst>
                                            <p:cond delay="0"/>
                                          </p:stCondLst>
                                        </p:cTn>
                                        <p:tgtEl>
                                          <p:spTgt spid="9"/>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1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animBg="1"/>
      <p:bldP spid="7" grpId="0" uiExpand="1" animBg="1"/>
      <p:bldP spid="8" grpId="0" uiExpand="1" animBg="1"/>
      <p:bldP spid="7" grpId="1" uiExpand="1" animBg="1"/>
      <p:bldP spid="9" grpId="0" uiExpand="1" animBg="1"/>
      <p:bldP spid="10" grpId="0" uiExpand="1" animBg="1"/>
      <p:bldP spid="9" grpId="1" uiExpand="1" animBg="1"/>
      <p:bldP spid="11" grpId="0" uiExpand="1" animBg="1"/>
      <p:bldP spid="12" grpId="0" uiExpand="1" animBg="1"/>
      <p:bldP spid="11" grpId="1" uiExpand="1" animBg="1"/>
      <p:bldP spid="13" grpId="0" uiExpand="1"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占位符 7">
            <a:extLst>
              <a:ext uri="{FF2B5EF4-FFF2-40B4-BE49-F238E27FC236}">
                <a16:creationId xmlns:a16="http://schemas.microsoft.com/office/drawing/2014/main" id="{AA681671-488F-4187-81FF-F56DA1033353}"/>
              </a:ext>
            </a:extLst>
          </p:cNvPr>
          <p:cNvPicPr>
            <a:picLocks noGrp="1" noChangeAspect="1"/>
          </p:cNvPicPr>
          <p:nvPr>
            <p:ph type="pic" idx="15"/>
          </p:nvPr>
        </p:nvPicPr>
        <p:blipFill rotWithShape="1">
          <a:blip r:embed="rId3"/>
          <a:srcRect l="30085" r="33652"/>
          <a:stretch/>
        </p:blipFill>
        <p:spPr>
          <a:xfrm>
            <a:off x="8296967" y="0"/>
            <a:ext cx="3730266" cy="6858000"/>
          </a:xfrm>
        </p:spPr>
      </p:pic>
      <p:sp>
        <p:nvSpPr>
          <p:cNvPr id="29" name="直接连接符 28">
            <a:extLst>
              <a:ext uri="{FF2B5EF4-FFF2-40B4-BE49-F238E27FC236}">
                <a16:creationId xmlns:a16="http://schemas.microsoft.com/office/drawing/2014/main" id="{812205BF-B631-401A-A9D6-572F939FBE94}"/>
              </a:ext>
            </a:extLst>
          </p:cNvPr>
          <p:cNvSpPr>
            <a:spLocks noGrp="1"/>
          </p:cNvSpPr>
          <p:nvPr/>
        </p:nvSpPr>
        <p:spPr>
          <a:xfrm>
            <a:off x="276225" y="4105275"/>
            <a:ext cx="6191250" cy="0"/>
          </a:xfrm>
          <a:prstGeom prst="line">
            <a:avLst/>
          </a:prstGeom>
          <a:ln w="19050">
            <a:solidFill>
              <a:srgbClr val="D6DFDC"/>
            </a:solidFill>
            <a:prstDash val="solid"/>
          </a:ln>
        </p:spPr>
        <p:style>
          <a:lnRef idx="1">
            <a:schemeClr val="accent3"/>
          </a:lnRef>
          <a:fillRef idx="0">
            <a:schemeClr val="accent3"/>
          </a:fillRef>
          <a:effectRef idx="0">
            <a:schemeClr val="accent3"/>
          </a:effectRef>
          <a:fontRef idx="minor">
            <a:schemeClr val="tx1"/>
          </a:fontRef>
        </p:style>
      </p:sp>
      <p:sp>
        <p:nvSpPr>
          <p:cNvPr id="8999" name="PAGE_TITLE">
            <a:extLst>
              <a:ext uri="{FF2B5EF4-FFF2-40B4-BE49-F238E27FC236}">
                <a16:creationId xmlns:a16="http://schemas.microsoft.com/office/drawing/2014/main" id="{90257872-4337-45D8-9B68-068BE5141E5E}"/>
              </a:ext>
            </a:extLst>
          </p:cNvPr>
          <p:cNvSpPr>
            <a:spLocks noGrp="1"/>
          </p:cNvSpPr>
          <p:nvPr/>
        </p:nvSpPr>
        <p:spPr>
          <a:xfrm>
            <a:off x="500000" y="2650000"/>
            <a:ext cx="7300000" cy="1100000"/>
          </a:xfrm>
          <a:prstGeom prst="rect">
            <a:avLst/>
          </a:prstGeom>
          <a:noFill/>
          <a:ln w="0">
            <a:noFill/>
            <a:prstDash val="solid"/>
          </a:ln>
        </p:spPr>
        <p:txBody>
          <a:bodyPr wrap="square" lIns="0" tIns="0" rIns="0" bIns="0" anchor="ctr">
            <a:noAutofit/>
          </a:bodyPr>
          <a:lstStyle>
            <a:defPPr algn="l">
              <a:defRPr sz="3000" b="1">
                <a:solidFill>
                  <a:srgbClr val="002554"/>
                </a:solidFill>
                <a:latin typeface="Arial"/>
                <a:ea typeface="Microsoft YaHei"/>
                <a:cs typeface="Arial"/>
              </a:defRPr>
            </a:defPPr>
            <a:lvl1pPr algn="l">
              <a:defRPr sz="3000" b="1">
                <a:solidFill>
                  <a:srgbClr val="002554"/>
                </a:solidFill>
                <a:latin typeface="Arial"/>
                <a:ea typeface="Microsoft YaHei"/>
                <a:cs typeface="Arial"/>
              </a:defRPr>
            </a:lvl1pPr>
            <a:lvl2pPr algn="l">
              <a:defRPr sz="3000" b="1">
                <a:solidFill>
                  <a:srgbClr val="002554"/>
                </a:solidFill>
                <a:latin typeface="Arial"/>
                <a:ea typeface="Microsoft YaHei"/>
                <a:cs typeface="Arial"/>
              </a:defRPr>
            </a:lvl2pPr>
            <a:lvl3pPr algn="l">
              <a:defRPr sz="3000" b="1">
                <a:solidFill>
                  <a:srgbClr val="002554"/>
                </a:solidFill>
                <a:latin typeface="Arial"/>
                <a:ea typeface="Microsoft YaHei"/>
                <a:cs typeface="Arial"/>
              </a:defRPr>
            </a:lvl3pPr>
            <a:lvl4pPr algn="l">
              <a:defRPr sz="3000" b="1">
                <a:solidFill>
                  <a:srgbClr val="002554"/>
                </a:solidFill>
                <a:latin typeface="Arial"/>
                <a:ea typeface="Microsoft YaHei"/>
                <a:cs typeface="Arial"/>
              </a:defRPr>
            </a:lvl4pPr>
            <a:lvl5pPr algn="l">
              <a:defRPr sz="3000" b="1">
                <a:solidFill>
                  <a:srgbClr val="002554"/>
                </a:solidFill>
                <a:latin typeface="Arial"/>
                <a:ea typeface="Microsoft YaHei"/>
                <a:cs typeface="Arial"/>
              </a:defRPr>
            </a:lvl5pPr>
            <a:lvl6pPr algn="l">
              <a:defRPr sz="3000" b="1">
                <a:solidFill>
                  <a:srgbClr val="002554"/>
                </a:solidFill>
                <a:latin typeface="Arial"/>
                <a:ea typeface="Microsoft YaHei"/>
                <a:cs typeface="Arial"/>
              </a:defRPr>
            </a:lvl6pPr>
            <a:lvl7pPr algn="l">
              <a:defRPr sz="3000" b="1">
                <a:solidFill>
                  <a:srgbClr val="002554"/>
                </a:solidFill>
                <a:latin typeface="Arial"/>
                <a:ea typeface="Microsoft YaHei"/>
                <a:cs typeface="Arial"/>
              </a:defRPr>
            </a:lvl7pPr>
            <a:lvl8pPr algn="l">
              <a:defRPr sz="3000" b="1">
                <a:solidFill>
                  <a:srgbClr val="002554"/>
                </a:solidFill>
                <a:latin typeface="Arial"/>
                <a:ea typeface="Microsoft YaHei"/>
                <a:cs typeface="Arial"/>
              </a:defRPr>
            </a:lvl8pPr>
            <a:lvl9pPr algn="l">
              <a:defRPr sz="3000" b="1">
                <a:solidFill>
                  <a:srgbClr val="002554"/>
                </a:solidFill>
                <a:latin typeface="Arial"/>
                <a:ea typeface="Microsoft YaHei"/>
                <a:cs typeface="Arial"/>
              </a:defRPr>
            </a:lvl9pPr>
          </a:lstStyle>
          <a:p>
            <a:pPr algn="l">
              <a:defRPr sz="3000" b="1">
                <a:solidFill>
                  <a:srgbClr val="002554"/>
                </a:solidFill>
                <a:latin typeface="Arial"/>
                <a:ea typeface="Microsoft YaHei"/>
                <a:cs typeface="Arial"/>
              </a:defRPr>
            </a:pPr>
            <a:r>
              <a:rPr sz="3000" b="1">
                <a:solidFill>
                  <a:srgbClr val="002554"/>
                </a:solidFill>
                <a:latin typeface="Arial"/>
                <a:ea typeface="Microsoft YaHei"/>
                <a:cs typeface="Arial"/>
              </a:rPr>
              <a:t>请各位老师批评指正</a:t>
            </a:r>
          </a:p>
        </p:txBody>
      </p:sp>
    </p:spTree>
    <p:extLst>
      <p:ext uri="{BB962C8B-B14F-4D97-AF65-F5344CB8AC3E}">
        <p14:creationId xmlns:p14="http://schemas.microsoft.com/office/powerpoint/2010/main" val="2537466061"/>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Microsoft YaHei"/>
        <a:cs typeface="Arial"/>
        <a:font script="Jpan" typeface="Arial"/>
        <a:font script="Hang" typeface="Arial"/>
        <a:font script="Hans" typeface="Microsoft YaHei"/>
        <a:font script="Hant" typeface="Microsoft YaHei"/>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font script="Geor" typeface="Arial"/>
        <a:font script="Armn" typeface="Arial"/>
        <a:font script="Bugi" typeface="Arial"/>
        <a:font script="Bopo" typeface="Arial"/>
        <a:font script="Java" typeface="Arial"/>
        <a:font script="Lisu" typeface="Arial"/>
        <a:font script="Mymr" typeface="Arial"/>
        <a:font script="Nkoo" typeface="Arial"/>
        <a:font script="Olck" typeface="Arial"/>
        <a:font script="Osma" typeface="Arial"/>
        <a:font script="Phag" typeface="Arial"/>
        <a:font script="Syrn" typeface="Arial"/>
        <a:font script="Syrj" typeface="Arial"/>
        <a:font script="Syre" typeface="Arial"/>
        <a:font script="Sora" typeface="Arial"/>
        <a:font script="Tale" typeface="Arial"/>
        <a:font script="Talu" typeface="Arial"/>
        <a:font script="Tfng" typeface="Arial"/>
      </a:majorFont>
      <a:minorFont>
        <a:latin typeface="Arial"/>
        <a:ea typeface="Microsoft YaHei"/>
        <a:cs typeface="Arial"/>
        <a:font script="Jpan" typeface="Arial"/>
        <a:font script="Hang" typeface="Arial"/>
        <a:font script="Hans" typeface="Microsoft YaHei"/>
        <a:font script="Hant" typeface="Microsoft YaHei"/>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font script="Geor" typeface="Arial"/>
        <a:font script="Armn" typeface="Arial"/>
        <a:font script="Bugi" typeface="Arial"/>
        <a:font script="Bopo" typeface="Arial"/>
        <a:font script="Java" typeface="Arial"/>
        <a:font script="Lisu" typeface="Arial"/>
        <a:font script="Mymr" typeface="Arial"/>
        <a:font script="Nkoo" typeface="Arial"/>
        <a:font script="Olck" typeface="Arial"/>
        <a:font script="Osma" typeface="Arial"/>
        <a:font script="Phag" typeface="Arial"/>
        <a:font script="Syrn" typeface="Arial"/>
        <a:font script="Syrj" typeface="Arial"/>
        <a:font script="Syre" typeface="Arial"/>
        <a:font script="Sora" typeface="Arial"/>
        <a:font script="Tale" typeface="Arial"/>
        <a:font script="Talu" typeface="Arial"/>
        <a:font script="Tfng" typeface="Arial"/>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Microsoft YaHei"/>
        <a:cs typeface="Arial"/>
        <a:font script="Jpan" typeface="Arial"/>
        <a:font script="Hang" typeface="Arial"/>
        <a:font script="Hans" typeface="Microsoft YaHei"/>
        <a:font script="Hant" typeface="Microsoft YaHei"/>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font script="Geor" typeface="Arial"/>
        <a:font script="Armn" typeface="Arial"/>
        <a:font script="Bugi" typeface="Arial"/>
        <a:font script="Bopo" typeface="Arial"/>
        <a:font script="Java" typeface="Arial"/>
        <a:font script="Lisu" typeface="Arial"/>
        <a:font script="Mymr" typeface="Arial"/>
        <a:font script="Nkoo" typeface="Arial"/>
        <a:font script="Olck" typeface="Arial"/>
        <a:font script="Osma" typeface="Arial"/>
        <a:font script="Phag" typeface="Arial"/>
        <a:font script="Syrn" typeface="Arial"/>
        <a:font script="Syrj" typeface="Arial"/>
        <a:font script="Syre" typeface="Arial"/>
        <a:font script="Sora" typeface="Arial"/>
        <a:font script="Tale" typeface="Arial"/>
        <a:font script="Talu" typeface="Arial"/>
        <a:font script="Tfng" typeface="Arial"/>
      </a:majorFont>
      <a:minorFont>
        <a:latin typeface="Arial"/>
        <a:ea typeface="Microsoft YaHei"/>
        <a:cs typeface="Arial"/>
        <a:font script="Jpan" typeface="Arial"/>
        <a:font script="Hang" typeface="Arial"/>
        <a:font script="Hans" typeface="Microsoft YaHei"/>
        <a:font script="Hant" typeface="Microsoft YaHei"/>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font script="Geor" typeface="Arial"/>
        <a:font script="Armn" typeface="Arial"/>
        <a:font script="Bugi" typeface="Arial"/>
        <a:font script="Bopo" typeface="Arial"/>
        <a:font script="Java" typeface="Arial"/>
        <a:font script="Lisu" typeface="Arial"/>
        <a:font script="Mymr" typeface="Arial"/>
        <a:font script="Nkoo" typeface="Arial"/>
        <a:font script="Olck" typeface="Arial"/>
        <a:font script="Osma" typeface="Arial"/>
        <a:font script="Phag" typeface="Arial"/>
        <a:font script="Syrn" typeface="Arial"/>
        <a:font script="Syrj" typeface="Arial"/>
        <a:font script="Syre" typeface="Arial"/>
        <a:font script="Sora" typeface="Arial"/>
        <a:font script="Tale" typeface="Arial"/>
        <a:font script="Talu" typeface="Arial"/>
        <a:font script="Tfng" typeface="Arial"/>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Microsoft YaHei"/>
        <a:cs typeface="Arial"/>
        <a:font script="Jpan" typeface="Arial"/>
        <a:font script="Hang" typeface="Arial"/>
        <a:font script="Hans" typeface="Microsoft YaHei"/>
        <a:font script="Hant" typeface="Microsoft YaHei"/>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font script="Geor" typeface="Arial"/>
        <a:font script="Armn" typeface="Arial"/>
        <a:font script="Bugi" typeface="Arial"/>
        <a:font script="Bopo" typeface="Arial"/>
        <a:font script="Java" typeface="Arial"/>
        <a:font script="Lisu" typeface="Arial"/>
        <a:font script="Mymr" typeface="Arial"/>
        <a:font script="Nkoo" typeface="Arial"/>
        <a:font script="Olck" typeface="Arial"/>
        <a:font script="Osma" typeface="Arial"/>
        <a:font script="Phag" typeface="Arial"/>
        <a:font script="Syrn" typeface="Arial"/>
        <a:font script="Syrj" typeface="Arial"/>
        <a:font script="Syre" typeface="Arial"/>
        <a:font script="Sora" typeface="Arial"/>
        <a:font script="Tale" typeface="Arial"/>
        <a:font script="Talu" typeface="Arial"/>
        <a:font script="Tfng" typeface="Arial"/>
      </a:majorFont>
      <a:minorFont>
        <a:latin typeface="Arial"/>
        <a:ea typeface="Microsoft YaHei"/>
        <a:cs typeface="Arial"/>
        <a:font script="Jpan" typeface="Arial"/>
        <a:font script="Hang" typeface="Arial"/>
        <a:font script="Hans" typeface="Microsoft YaHei"/>
        <a:font script="Hant" typeface="Microsoft YaHei"/>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font script="Geor" typeface="Arial"/>
        <a:font script="Armn" typeface="Arial"/>
        <a:font script="Bugi" typeface="Arial"/>
        <a:font script="Bopo" typeface="Arial"/>
        <a:font script="Java" typeface="Arial"/>
        <a:font script="Lisu" typeface="Arial"/>
        <a:font script="Mymr" typeface="Arial"/>
        <a:font script="Nkoo" typeface="Arial"/>
        <a:font script="Olck" typeface="Arial"/>
        <a:font script="Osma" typeface="Arial"/>
        <a:font script="Phag" typeface="Arial"/>
        <a:font script="Syrn" typeface="Arial"/>
        <a:font script="Syrj" typeface="Arial"/>
        <a:font script="Syre" typeface="Arial"/>
        <a:font script="Sora" typeface="Arial"/>
        <a:font script="Tale" typeface="Arial"/>
        <a:font script="Talu" typeface="Arial"/>
        <a:font script="Tfng" typeface="Arial"/>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39</Words>
  <Application>Microsoft Macintosh PowerPoint</Application>
  <DocSecurity>0</DocSecurity>
  <PresentationFormat>宽屏</PresentationFormat>
  <Paragraphs>23</Paragraphs>
  <Slides>2</Slides>
  <Notes>2</Notes>
  <HiddenSlides>0</HiddenSlides>
  <MMClips>0</MMClips>
  <ScaleCrop>false</ScaleCrop>
  <HeadingPairs>
    <vt:vector size="6" baseType="variant">
      <vt:variant>
        <vt:lpstr>已用的字体</vt:lpstr>
      </vt:variant>
      <vt:variant>
        <vt:i4>2</vt:i4>
      </vt:variant>
      <vt:variant>
        <vt:lpstr>主题</vt:lpstr>
      </vt:variant>
      <vt:variant>
        <vt:i4>2</vt:i4>
      </vt:variant>
      <vt:variant>
        <vt:lpstr>幻灯片标题</vt:lpstr>
      </vt:variant>
      <vt:variant>
        <vt:i4>2</vt:i4>
      </vt:variant>
    </vt:vector>
  </HeadingPairs>
  <TitlesOfParts>
    <vt:vector size="6" baseType="lpstr">
      <vt:lpstr>Microsoft YaHei</vt:lpstr>
      <vt:lpstr>Arial</vt:lpstr>
      <vt:lpstr>Office 主题​​</vt:lpstr>
      <vt:lpstr>Office 主题​​</vt:lpstr>
      <vt:lpstr>博士学位论文中文标题 论文副标题或研究主题</vt:lpstr>
      <vt:lpstr>目录</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WHU academic presentation</dc:title>
  <dc:creator>WHU PPT</dc:creator>
</cp:coreProperties>
</file>