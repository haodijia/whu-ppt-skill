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8.xml" ContentType="application/vnd.openxmlformats-officedocument.presentationml.slide+xml"/>
  <Default Extension="tif" ContentType="image/tiff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5"/>
  </p:notesMasterIdLst>
  <p:sldIdLst>
    <p:sldId id="257" r:id="rIdWHUSlide1"/>
    <p:sldId id="258" r:id="rIdWHUSlide2"/>
    <p:sldId id="259" r:id="rIdWHUSlide3"/>
    <p:sldId id="260" r:id="rIdWHUSlide4"/>
    <p:sldId id="261" r:id="rIdWHUSlide5"/>
    <p:sldId id="262" r:id="rIdWHUSlide6"/>
    <p:sldId id="263" r:id="rIdWHUSlide7"/>
    <p:sldId id="264" r:id="rIdWHUSlide8"/>
    <p:sldId id="265" r:id="rIdWHUSlide9"/>
    <p:sldId id="266" r:id="rIdWHUSlide10"/>
    <p:sldId id="267" r:id="rIdWHUSlide11"/>
    <p:sldId id="268" r:id="rIdWHUSlide12"/>
    <p:sldId id="269" r:id="rIdWHUSlide13"/>
    <p:sldId id="270" r:id="rIdWHUSlide14"/>
    <p:sldId id="271" r:id="rIdWHUSlide15"/>
    <p:sldId id="272" r:id="rIdWHUSlide16"/>
    <p:sldId id="273" r:id="rIdWHUSlide17"/>
    <p:sldId id="274" r:id="rIdWHUSlide18"/>
    <p:sldId id="275" r:id="rIdWHUSlide1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1pPr>
    <a:lvl2pPr marL="45720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2pPr>
    <a:lvl3pPr marL="91440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3pPr>
    <a:lvl4pPr marL="137160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4pPr>
    <a:lvl5pPr marL="182880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5pPr>
    <a:lvl6pPr marL="228600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6pPr>
    <a:lvl7pPr marL="274320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7pPr>
    <a:lvl8pPr marL="320040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8pPr>
    <a:lvl9pPr marL="3657600" algn="l" defTabSz="914400">
      <a:buNone/>
      <a:defRPr sz="1800" kern="1200">
        <a:solidFill>
          <a:schemeClr val="tx1"/>
        </a:solidFill>
        <a:latin typeface="Arial"/>
        <a:ea typeface="Microsoft YaHei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heme" Target="theme/them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9" Type="http://schemas.openxmlformats.org/officeDocument/2006/relationships/tableStyles" Target="tableStyles.xml"/><Relationship Id="rIdWHUSlide1" Type="http://schemas.openxmlformats.org/officeDocument/2006/relationships/slide" Target="slides/slide1.xml"/><Relationship Id="rIdWHUSlide2" Type="http://schemas.openxmlformats.org/officeDocument/2006/relationships/slide" Target="slides/slide2.xml"/><Relationship Id="rIdWHUSlide3" Type="http://schemas.openxmlformats.org/officeDocument/2006/relationships/slide" Target="slides/slide3.xml"/><Relationship Id="rIdWHUSlide4" Type="http://schemas.openxmlformats.org/officeDocument/2006/relationships/slide" Target="slides/slide4.xml"/><Relationship Id="rIdWHUSlide5" Type="http://schemas.openxmlformats.org/officeDocument/2006/relationships/slide" Target="slides/slide5.xml"/><Relationship Id="rIdWHUSlide6" Type="http://schemas.openxmlformats.org/officeDocument/2006/relationships/slide" Target="slides/slide6.xml"/><Relationship Id="rIdWHUSlide7" Type="http://schemas.openxmlformats.org/officeDocument/2006/relationships/slide" Target="slides/slide7.xml"/><Relationship Id="rIdWHUSlide8" Type="http://schemas.openxmlformats.org/officeDocument/2006/relationships/slide" Target="slides/slide8.xml"/><Relationship Id="rIdWHUSlide9" Type="http://schemas.openxmlformats.org/officeDocument/2006/relationships/slide" Target="slides/slide9.xml"/><Relationship Id="rIdWHUSlide10" Type="http://schemas.openxmlformats.org/officeDocument/2006/relationships/slide" Target="slides/slide10.xml"/><Relationship Id="rIdWHUSlide11" Type="http://schemas.openxmlformats.org/officeDocument/2006/relationships/slide" Target="slides/slide11.xml"/><Relationship Id="rIdWHUSlide12" Type="http://schemas.openxmlformats.org/officeDocument/2006/relationships/slide" Target="slides/slide12.xml"/><Relationship Id="rIdWHUSlide13" Type="http://schemas.openxmlformats.org/officeDocument/2006/relationships/slide" Target="slides/slide13.xml"/><Relationship Id="rIdWHUSlide14" Type="http://schemas.openxmlformats.org/officeDocument/2006/relationships/slide" Target="slides/slide14.xml"/><Relationship Id="rIdWHUSlide15" Type="http://schemas.openxmlformats.org/officeDocument/2006/relationships/slide" Target="slides/slide15.xml"/><Relationship Id="rIdWHUSlide16" Type="http://schemas.openxmlformats.org/officeDocument/2006/relationships/slide" Target="slides/slide16.xml"/><Relationship Id="rIdWHUSlide17" Type="http://schemas.openxmlformats.org/officeDocument/2006/relationships/slide" Target="slides/slide17.xml"/><Relationship Id="rIdWHUSlide18" Type="http://schemas.openxmlformats.org/officeDocument/2006/relationships/slide" Target="slides/slide18.xml"/><Relationship Id="rIdWHUSlide19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../slides/slide11.xml" Id="R6c1ac3c8f14c453f"/><Relationship Type="http://schemas.openxmlformats.org/officeDocument/2006/relationships/notesMaster" Target="../notesMasters/notesMaster1.xml" Id="R790367472fa845f2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figure and model description: Google Research, Vision Transformer.</a:t>
            </a:r>
          </a:p>
          <a:p xmlns:a="http://schemas.openxmlformats.org/drawingml/2006/main">
            <a:r>
              <a:t>https://github.com/google-research/vision_transformer</a:t>
            </a:r>
          </a:p>
          <a:p xmlns:a="http://schemas.openxmlformats.org/drawingml/2006/main">
            <a:r>
              <a:t>Figure: https://github.com/google-research/vision_transformer/blob/main/vit_figure.png</a:t>
            </a:r>
          </a:p>
          <a:p xmlns:a="http://schemas.openxmlformats.org/drawingml/2006/main">
            <a:r>
              <a:t>Paper: https://arxiv.org/abs/2010.11929</a:t>
            </a:r>
          </a:p>
          <a:p xmlns:a="http://schemas.openxmlformats.org/drawingml/2006/main">
            <a:r>
              <a:t>An Image is Worth 16x16 Words: Transformers for Image Recognition at Scale. Dosovitskiy et al., ICLR 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71FDF-8FCD-5D90-D887-9B1BF3915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algn="ctr">
              <a:buNone/>
              <a:defRPr sz="6000"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BEEA83-8454-D339-4D8B-16161FBDB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marL="0" indent="0" algn="ctr">
              <a:buNone/>
              <a:defRPr sz="2400">
                <a:latin typeface="Arial"/>
                <a:ea typeface="Microsoft YaHei"/>
                <a:cs typeface="Arial"/>
              </a:defRPr>
            </a:lvl1pPr>
            <a:lvl2pPr marL="457200" indent="0" algn="ctr">
              <a:buNone/>
              <a:defRPr sz="2000">
                <a:latin typeface="Arial"/>
                <a:ea typeface="Microsoft YaHei"/>
                <a:cs typeface="Arial"/>
              </a:defRPr>
            </a:lvl2pPr>
            <a:lvl3pPr marL="914400" indent="0" algn="ctr">
              <a:buNone/>
              <a:defRPr sz="1800">
                <a:latin typeface="Arial"/>
                <a:ea typeface="Microsoft YaHei"/>
                <a:cs typeface="Arial"/>
              </a:defRPr>
            </a:lvl3pPr>
            <a:lvl4pPr marL="1371600" indent="0" algn="ctr">
              <a:buNone/>
              <a:defRPr sz="1600">
                <a:latin typeface="Arial"/>
                <a:ea typeface="Microsoft YaHei"/>
                <a:cs typeface="Arial"/>
              </a:defRPr>
            </a:lvl4pPr>
            <a:lvl5pPr marL="1828800" indent="0" algn="ctr">
              <a:buNone/>
              <a:defRPr sz="1600">
                <a:latin typeface="Arial"/>
                <a:ea typeface="Microsoft YaHei"/>
                <a:cs typeface="Arial"/>
              </a:defRPr>
            </a:lvl5pPr>
            <a:lvl6pPr marL="2286000" indent="0" algn="ctr">
              <a:buNone/>
              <a:defRPr sz="1600">
                <a:latin typeface="Arial"/>
                <a:ea typeface="Microsoft YaHei"/>
                <a:cs typeface="Arial"/>
              </a:defRPr>
            </a:lvl6pPr>
            <a:lvl7pPr marL="2743200" indent="0" algn="ctr">
              <a:buNone/>
              <a:defRPr sz="1600">
                <a:latin typeface="Arial"/>
                <a:ea typeface="Microsoft YaHei"/>
                <a:cs typeface="Arial"/>
              </a:defRPr>
            </a:lvl7pPr>
            <a:lvl8pPr marL="3200400" indent="0" algn="ctr">
              <a:buNone/>
              <a:defRPr sz="1600">
                <a:latin typeface="Arial"/>
                <a:ea typeface="Microsoft YaHei"/>
                <a:cs typeface="Arial"/>
              </a:defRPr>
            </a:lvl8pPr>
            <a:lvl9pPr marL="3657600" indent="0" algn="ctr">
              <a:buNone/>
              <a:defRPr sz="1600"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3E0FC5-80D6-9B7E-CC3B-59C371A25D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298E52-496A-967F-A2D3-982B9BA66D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4ADD5F-2BA1-93C6-BE7C-18B4AA739A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7F293-0370-2B52-C0D0-656F2864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4ED107-3A51-9E3E-3D51-5A13617A5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367E1B-5944-597F-BB18-62AB6F57D3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6A286F-7B67-1F75-3BF2-D030BF7AB3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E7A451-5922-6F82-2F21-A68AA9B8A6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CED1C-EC6D-DF58-5BE4-70B1C6F4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 sz="6000"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13742-DA47-EAF0-6E95-8D9E666C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695BA-CECC-8607-94D2-23D444A270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AE0DFD-9C47-5825-A796-E943C78864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DEC2D-42A7-A876-AE88-655DC47E6E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CBD50-5062-FBA8-E18E-ED8E9374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55BA6-E77B-23F0-3D6C-36251132C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CDBCD5-7D04-81A1-BE78-0976F91C54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766FF8-C03D-217F-A554-159F1459DE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9C4ABE-F189-2186-A6F0-0F08CFC7D8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CC8385-914B-0B8B-E1E1-118A2F8447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58E88-D54F-43C9-45E8-D65D0939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85A83-4925-F11E-E4E3-533F6AFF1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marL="0" indent="0">
              <a:buNone/>
              <a:defRPr sz="2400" b="1">
                <a:latin typeface="Arial"/>
                <a:ea typeface="Microsoft YaHei"/>
                <a:cs typeface="Arial"/>
              </a:defRPr>
            </a:lvl1pPr>
            <a:lvl2pPr marL="457200" indent="0">
              <a:buNone/>
              <a:defRPr sz="2000" b="1">
                <a:latin typeface="Arial"/>
                <a:ea typeface="Microsoft YaHei"/>
                <a:cs typeface="Arial"/>
              </a:defRPr>
            </a:lvl2pPr>
            <a:lvl3pPr marL="914400" indent="0">
              <a:buNone/>
              <a:defRPr sz="1800" b="1">
                <a:latin typeface="Arial"/>
                <a:ea typeface="Microsoft YaHei"/>
                <a:cs typeface="Arial"/>
              </a:defRPr>
            </a:lvl3pPr>
            <a:lvl4pPr marL="1371600" indent="0">
              <a:buNone/>
              <a:defRPr sz="1600" b="1">
                <a:latin typeface="Arial"/>
                <a:ea typeface="Microsoft YaHei"/>
                <a:cs typeface="Arial"/>
              </a:defRPr>
            </a:lvl4pPr>
            <a:lvl5pPr marL="1828800" indent="0">
              <a:buNone/>
              <a:defRPr sz="1600" b="1">
                <a:latin typeface="Arial"/>
                <a:ea typeface="Microsoft YaHei"/>
                <a:cs typeface="Arial"/>
              </a:defRPr>
            </a:lvl5pPr>
            <a:lvl6pPr marL="2286000" indent="0">
              <a:buNone/>
              <a:defRPr sz="1600" b="1">
                <a:latin typeface="Arial"/>
                <a:ea typeface="Microsoft YaHei"/>
                <a:cs typeface="Arial"/>
              </a:defRPr>
            </a:lvl6pPr>
            <a:lvl7pPr marL="2743200" indent="0">
              <a:buNone/>
              <a:defRPr sz="1600" b="1">
                <a:latin typeface="Arial"/>
                <a:ea typeface="Microsoft YaHei"/>
                <a:cs typeface="Arial"/>
              </a:defRPr>
            </a:lvl7pPr>
            <a:lvl8pPr marL="3200400" indent="0">
              <a:buNone/>
              <a:defRPr sz="1600" b="1">
                <a:latin typeface="Arial"/>
                <a:ea typeface="Microsoft YaHei"/>
                <a:cs typeface="Arial"/>
              </a:defRPr>
            </a:lvl8pPr>
            <a:lvl9pPr marL="3657600" indent="0">
              <a:buNone/>
              <a:defRPr sz="1600" b="1"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FF825F-5FFF-809F-3237-1D937029CF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2F2279-7429-6FD5-D3B2-11E2E73275D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marL="0" indent="0">
              <a:buNone/>
              <a:defRPr sz="2400" b="1">
                <a:latin typeface="Arial"/>
                <a:ea typeface="Microsoft YaHei"/>
                <a:cs typeface="Arial"/>
              </a:defRPr>
            </a:lvl1pPr>
            <a:lvl2pPr marL="457200" indent="0">
              <a:buNone/>
              <a:defRPr sz="2000" b="1">
                <a:latin typeface="Arial"/>
                <a:ea typeface="Microsoft YaHei"/>
                <a:cs typeface="Arial"/>
              </a:defRPr>
            </a:lvl2pPr>
            <a:lvl3pPr marL="914400" indent="0">
              <a:buNone/>
              <a:defRPr sz="1800" b="1">
                <a:latin typeface="Arial"/>
                <a:ea typeface="Microsoft YaHei"/>
                <a:cs typeface="Arial"/>
              </a:defRPr>
            </a:lvl3pPr>
            <a:lvl4pPr marL="1371600" indent="0">
              <a:buNone/>
              <a:defRPr sz="1600" b="1">
                <a:latin typeface="Arial"/>
                <a:ea typeface="Microsoft YaHei"/>
                <a:cs typeface="Arial"/>
              </a:defRPr>
            </a:lvl4pPr>
            <a:lvl5pPr marL="1828800" indent="0">
              <a:buNone/>
              <a:defRPr sz="1600" b="1">
                <a:latin typeface="Arial"/>
                <a:ea typeface="Microsoft YaHei"/>
                <a:cs typeface="Arial"/>
              </a:defRPr>
            </a:lvl5pPr>
            <a:lvl6pPr marL="2286000" indent="0">
              <a:buNone/>
              <a:defRPr sz="1600" b="1">
                <a:latin typeface="Arial"/>
                <a:ea typeface="Microsoft YaHei"/>
                <a:cs typeface="Arial"/>
              </a:defRPr>
            </a:lvl6pPr>
            <a:lvl7pPr marL="2743200" indent="0">
              <a:buNone/>
              <a:defRPr sz="1600" b="1">
                <a:latin typeface="Arial"/>
                <a:ea typeface="Microsoft YaHei"/>
                <a:cs typeface="Arial"/>
              </a:defRPr>
            </a:lvl7pPr>
            <a:lvl8pPr marL="3200400" indent="0">
              <a:buNone/>
              <a:defRPr sz="1600" b="1">
                <a:latin typeface="Arial"/>
                <a:ea typeface="Microsoft YaHei"/>
                <a:cs typeface="Arial"/>
              </a:defRPr>
            </a:lvl8pPr>
            <a:lvl9pPr marL="3657600" indent="0">
              <a:buNone/>
              <a:defRPr sz="1600" b="1"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D9F7E8-B9AC-0CBF-0213-A0D8B15F621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7A19B1-DA11-E869-8EED-948BBC1A0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0C1675-574B-D43C-6E00-0D659D2433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C0F495-B649-7051-94FD-7E4290773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C4795-B3C3-69E9-F198-47D17B2E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2F2365-EE69-D49C-488C-BA08DA9621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B6D889-E9D5-F0EB-7B1E-237922D8C9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D3E45F-9998-CBD6-F60E-6098F497D9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EB3B6B-2E0B-9A4F-E983-77AB0E4137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3324FD-2052-3A3A-47CC-ADDC8A688B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EA4DC6-92C4-3A99-B66B-0E35309BE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65853-61A1-0E6A-7344-D39DD328D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 sz="3200"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9170DC-7428-DF55-1800-1E71D46F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 sz="3200">
                <a:latin typeface="Arial"/>
                <a:ea typeface="Microsoft YaHei"/>
                <a:cs typeface="Arial"/>
              </a:defRPr>
            </a:lvl1pPr>
            <a:lvl2pPr>
              <a:buNone/>
              <a:defRPr sz="2800">
                <a:latin typeface="Arial"/>
                <a:ea typeface="Microsoft YaHei"/>
                <a:cs typeface="Arial"/>
              </a:defRPr>
            </a:lvl2pPr>
            <a:lvl3pPr>
              <a:buNone/>
              <a:defRPr sz="2400">
                <a:latin typeface="Arial"/>
                <a:ea typeface="Microsoft YaHei"/>
                <a:cs typeface="Arial"/>
              </a:defRPr>
            </a:lvl3pPr>
            <a:lvl4pPr>
              <a:buNone/>
              <a:defRPr sz="2000">
                <a:latin typeface="Arial"/>
                <a:ea typeface="Microsoft YaHei"/>
                <a:cs typeface="Arial"/>
              </a:defRPr>
            </a:lvl4pPr>
            <a:lvl5pPr>
              <a:buNone/>
              <a:defRPr sz="2000">
                <a:latin typeface="Arial"/>
                <a:ea typeface="Microsoft YaHei"/>
                <a:cs typeface="Arial"/>
              </a:defRPr>
            </a:lvl5pPr>
            <a:lvl6pPr>
              <a:buNone/>
              <a:defRPr sz="2000">
                <a:latin typeface="Arial"/>
                <a:ea typeface="Microsoft YaHei"/>
                <a:cs typeface="Arial"/>
              </a:defRPr>
            </a:lvl6pPr>
            <a:lvl7pPr>
              <a:buNone/>
              <a:defRPr sz="2000">
                <a:latin typeface="Arial"/>
                <a:ea typeface="Microsoft YaHei"/>
                <a:cs typeface="Arial"/>
              </a:defRPr>
            </a:lvl7pPr>
            <a:lvl8pPr>
              <a:buNone/>
              <a:defRPr sz="2000">
                <a:latin typeface="Arial"/>
                <a:ea typeface="Microsoft YaHei"/>
                <a:cs typeface="Arial"/>
              </a:defRPr>
            </a:lvl8pPr>
            <a:lvl9pPr>
              <a:buNone/>
              <a:defRPr sz="2000"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E2D9E5-8D6E-3DA0-EF08-36CB66720D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marL="0" indent="0">
              <a:buNone/>
              <a:defRPr sz="1600">
                <a:latin typeface="Arial"/>
                <a:ea typeface="Microsoft YaHei"/>
                <a:cs typeface="Arial"/>
              </a:defRPr>
            </a:lvl1pPr>
            <a:lvl2pPr marL="457200" indent="0">
              <a:buNone/>
              <a:defRPr sz="1400">
                <a:latin typeface="Arial"/>
                <a:ea typeface="Microsoft YaHei"/>
                <a:cs typeface="Arial"/>
              </a:defRPr>
            </a:lvl2pPr>
            <a:lvl3pPr marL="914400" indent="0">
              <a:buNone/>
              <a:defRPr sz="1200">
                <a:latin typeface="Arial"/>
                <a:ea typeface="Microsoft YaHei"/>
                <a:cs typeface="Arial"/>
              </a:defRPr>
            </a:lvl3pPr>
            <a:lvl4pPr marL="1371600" indent="0">
              <a:buNone/>
              <a:defRPr sz="1000">
                <a:latin typeface="Arial"/>
                <a:ea typeface="Microsoft YaHei"/>
                <a:cs typeface="Arial"/>
              </a:defRPr>
            </a:lvl4pPr>
            <a:lvl5pPr marL="1828800" indent="0">
              <a:buNone/>
              <a:defRPr sz="1000">
                <a:latin typeface="Arial"/>
                <a:ea typeface="Microsoft YaHei"/>
                <a:cs typeface="Arial"/>
              </a:defRPr>
            </a:lvl5pPr>
            <a:lvl6pPr marL="2286000" indent="0">
              <a:buNone/>
              <a:defRPr sz="1000">
                <a:latin typeface="Arial"/>
                <a:ea typeface="Microsoft YaHei"/>
                <a:cs typeface="Arial"/>
              </a:defRPr>
            </a:lvl6pPr>
            <a:lvl7pPr marL="2743200" indent="0">
              <a:buNone/>
              <a:defRPr sz="1000">
                <a:latin typeface="Arial"/>
                <a:ea typeface="Microsoft YaHei"/>
                <a:cs typeface="Arial"/>
              </a:defRPr>
            </a:lvl7pPr>
            <a:lvl8pPr marL="3200400" indent="0">
              <a:buNone/>
              <a:defRPr sz="1000">
                <a:latin typeface="Arial"/>
                <a:ea typeface="Microsoft YaHei"/>
                <a:cs typeface="Arial"/>
              </a:defRPr>
            </a:lvl8pPr>
            <a:lvl9pPr marL="3657600" indent="0">
              <a:buNone/>
              <a:defRPr sz="1000"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5D9F5-A35D-1608-C6E1-87063B6CFA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CBEB7-05D3-CAF0-A18A-FFB1AC4AE1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2EB5C9-17BE-8BD5-E3A2-213CCADF43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19D76F-951B-CAD3-13C4-9336E073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 sz="3200"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0937BA-8ED1-9BFD-46B5-C9B5359B6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1BE1-CC1C-60CB-7172-D6BFFC6329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marL="0" indent="0">
              <a:buNone/>
              <a:defRPr sz="1600">
                <a:latin typeface="Arial"/>
                <a:ea typeface="Microsoft YaHei"/>
                <a:cs typeface="Arial"/>
              </a:defRPr>
            </a:lvl1pPr>
            <a:lvl2pPr marL="457200" indent="0">
              <a:buNone/>
              <a:defRPr sz="1400">
                <a:latin typeface="Arial"/>
                <a:ea typeface="Microsoft YaHei"/>
                <a:cs typeface="Arial"/>
              </a:defRPr>
            </a:lvl2pPr>
            <a:lvl3pPr marL="914400" indent="0">
              <a:buNone/>
              <a:defRPr sz="1200">
                <a:latin typeface="Arial"/>
                <a:ea typeface="Microsoft YaHei"/>
                <a:cs typeface="Arial"/>
              </a:defRPr>
            </a:lvl3pPr>
            <a:lvl4pPr marL="1371600" indent="0">
              <a:buNone/>
              <a:defRPr sz="1000">
                <a:latin typeface="Arial"/>
                <a:ea typeface="Microsoft YaHei"/>
                <a:cs typeface="Arial"/>
              </a:defRPr>
            </a:lvl4pPr>
            <a:lvl5pPr marL="1828800" indent="0">
              <a:buNone/>
              <a:defRPr sz="1000">
                <a:latin typeface="Arial"/>
                <a:ea typeface="Microsoft YaHei"/>
                <a:cs typeface="Arial"/>
              </a:defRPr>
            </a:lvl5pPr>
            <a:lvl6pPr marL="2286000" indent="0">
              <a:buNone/>
              <a:defRPr sz="1000">
                <a:latin typeface="Arial"/>
                <a:ea typeface="Microsoft YaHei"/>
                <a:cs typeface="Arial"/>
              </a:defRPr>
            </a:lvl6pPr>
            <a:lvl7pPr marL="2743200" indent="0">
              <a:buNone/>
              <a:defRPr sz="1000">
                <a:latin typeface="Arial"/>
                <a:ea typeface="Microsoft YaHei"/>
                <a:cs typeface="Arial"/>
              </a:defRPr>
            </a:lvl7pPr>
            <a:lvl8pPr marL="3200400" indent="0">
              <a:buNone/>
              <a:defRPr sz="1000">
                <a:latin typeface="Arial"/>
                <a:ea typeface="Microsoft YaHei"/>
                <a:cs typeface="Arial"/>
              </a:defRPr>
            </a:lvl8pPr>
            <a:lvl9pPr marL="3657600" indent="0">
              <a:buNone/>
              <a:defRPr sz="1000"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79FA64-A781-6D80-44E9-4DD7EFC646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8741B4-C7C2-1623-9425-298A7BB352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38C667-3AF3-C9FC-3F10-02D7E509A8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4B9D3-490D-771E-B4C9-4C15EA76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3909FE-A410-CBD4-441A-182B10568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6FECDA-5242-DD65-BE8D-F5A4407ED5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432F65-793A-55A8-1FD3-FF7B0F9272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510C0A-DD4E-7AEA-D026-3E887AA198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E3593F-04D3-2AF0-8D8E-37F7E04D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1556A3-772E-6B74-8002-B9B45C6A1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F600B-2659-9CDC-A406-5C14306118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4A668-02AC-035A-EDAE-38ED4B5B23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A35A2-E089-B48E-97F8-1D0182DBB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任意形状 229">
            <a:extLst>
              <a:ext uri="{FF2B5EF4-FFF2-40B4-BE49-F238E27FC236}">
                <a16:creationId xmlns:a16="http://schemas.microsoft.com/office/drawing/2014/main" id="{871B02A7-EF6F-134C-B920-6B76573B7D8C}"/>
              </a:ext>
            </a:extLst>
          </p:cNvPr>
          <p:cNvSpPr>
            <a:spLocks noGrp="1"/>
          </p:cNvSpPr>
          <p:nvPr/>
        </p:nvSpPr>
        <p:spPr>
          <a:xfrm>
            <a:off x="8286750" y="-86497"/>
            <a:ext cx="3836304" cy="7027086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/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 w="9525">
            <a:solidFill>
              <a:srgbClr val="00255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80000" tIns="180000" rIns="180000" bIns="18000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endParaRPr sz="2000">
              <a:solidFill>
                <a:srgbClr val="1E2678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EF0BFE3-E035-4DB9-A3D2-B8F99D35F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123" y="1130301"/>
            <a:ext cx="7112161" cy="2177314"/>
          </a:xfrm>
        </p:spPr>
        <p:txBody>
          <a:bodyPr lIns="0" anchor="b">
            <a:normAutofit/>
          </a:bodyPr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algn="l">
              <a:lnSpc>
                <a:spcPct val="120000"/>
              </a:lnSpc>
              <a:buNone/>
              <a:defRPr sz="4400" b="1">
                <a:solidFill>
                  <a:srgbClr val="1E2678"/>
                </a:solidFill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F0F1B1-16C1-47F5-83C1-E23FF7DB0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275" y="3307615"/>
            <a:ext cx="7126010" cy="508452"/>
          </a:xfrm>
        </p:spPr>
        <p:txBody>
          <a:bodyPr lIns="0">
            <a:normAutofit/>
          </a:bodyPr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marL="0" indent="0" algn="l">
              <a:lnSpc>
                <a:spcPct val="120000"/>
              </a:lnSpc>
              <a:buNone/>
              <a:defRPr sz="1800">
                <a:solidFill>
                  <a:schemeClr val="tx2"/>
                </a:solidFill>
                <a:latin typeface="Arial"/>
                <a:ea typeface="Microsoft YaHei"/>
                <a:cs typeface="Arial"/>
              </a:defRPr>
            </a:lvl1pPr>
            <a:lvl2pPr marL="457200" indent="0" algn="ctr">
              <a:buNone/>
              <a:defRPr sz="2000">
                <a:latin typeface="Arial"/>
                <a:ea typeface="Microsoft YaHei"/>
                <a:cs typeface="Arial"/>
              </a:defRPr>
            </a:lvl2pPr>
            <a:lvl3pPr marL="914400" indent="0" algn="ctr">
              <a:buNone/>
              <a:defRPr sz="1800">
                <a:latin typeface="Arial"/>
                <a:ea typeface="Microsoft YaHei"/>
                <a:cs typeface="Arial"/>
              </a:defRPr>
            </a:lvl3pPr>
            <a:lvl4pPr marL="1371600" indent="0" algn="ctr">
              <a:buNone/>
              <a:defRPr sz="1600">
                <a:latin typeface="Arial"/>
                <a:ea typeface="Microsoft YaHei"/>
                <a:cs typeface="Arial"/>
              </a:defRPr>
            </a:lvl4pPr>
            <a:lvl5pPr marL="1828800" indent="0" algn="ctr">
              <a:buNone/>
              <a:defRPr sz="1600">
                <a:latin typeface="Arial"/>
                <a:ea typeface="Microsoft YaHei"/>
                <a:cs typeface="Arial"/>
              </a:defRPr>
            </a:lvl5pPr>
            <a:lvl6pPr marL="2286000" indent="0" algn="ctr">
              <a:buNone/>
              <a:defRPr sz="1600">
                <a:latin typeface="Arial"/>
                <a:ea typeface="Microsoft YaHei"/>
                <a:cs typeface="Arial"/>
              </a:defRPr>
            </a:lvl6pPr>
            <a:lvl7pPr marL="2743200" indent="0" algn="ctr">
              <a:buNone/>
              <a:defRPr sz="1600">
                <a:latin typeface="Arial"/>
                <a:ea typeface="Microsoft YaHei"/>
                <a:cs typeface="Arial"/>
              </a:defRPr>
            </a:lvl7pPr>
            <a:lvl8pPr marL="3200400" indent="0" algn="ctr">
              <a:buNone/>
              <a:defRPr sz="1600">
                <a:latin typeface="Arial"/>
                <a:ea typeface="Microsoft YaHei"/>
                <a:cs typeface="Arial"/>
              </a:defRPr>
            </a:lvl8pPr>
            <a:lvl9pPr marL="3657600" indent="0" algn="ctr">
              <a:buNone/>
              <a:defRPr sz="1600"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单击此处编辑母版副标题样式</a:t>
            </a:r>
          </a:p>
        </p:txBody>
      </p:sp>
      <p:sp>
        <p:nvSpPr>
          <p:cNvPr id="114" name="文本占位符 113">
            <a:extLst>
              <a:ext uri="{FF2B5EF4-FFF2-40B4-BE49-F238E27FC236}">
                <a16:creationId xmlns:a16="http://schemas.microsoft.com/office/drawing/2014/main" id="{1D042017-EA01-0746-A58F-259DD19AD35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03275" y="4102632"/>
            <a:ext cx="7092950" cy="2031468"/>
          </a:xfrm>
        </p:spPr>
        <p:txBody>
          <a:bodyPr lIns="0">
            <a:normAutofit/>
          </a:bodyPr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B266384C-2791-0F43-9817-F81B103A739A}"/>
              </a:ext>
            </a:extLst>
          </p:cNvPr>
          <p:cNvSpPr>
            <a:spLocks noGrp="1"/>
          </p:cNvSpPr>
          <p:nvPr/>
        </p:nvSpPr>
        <p:spPr>
          <a:xfrm>
            <a:off x="12061652" y="0"/>
            <a:ext cx="177972" cy="6858000"/>
          </a:xfrm>
          <a:prstGeom prst="rect">
            <a:avLst/>
          </a:prstGeom>
          <a:solidFill>
            <a:srgbClr val="002554"/>
          </a:solidFill>
          <a:ln>
            <a:solidFill>
              <a:srgbClr val="1E26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1E2678"/>
              </a:solidFill>
            </a:endParaRPr>
          </a:p>
        </p:txBody>
      </p:sp>
      <p:sp>
        <p:nvSpPr>
          <p:cNvPr id="116" name="图片占位符 115">
            <a:extLst>
              <a:ext uri="{FF2B5EF4-FFF2-40B4-BE49-F238E27FC236}">
                <a16:creationId xmlns:a16="http://schemas.microsoft.com/office/drawing/2014/main" id="{D2CC4584-6629-8047-B3CE-0C9B73D86919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91686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/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D4FAA2-5704-4FB3-B667-730CE7B95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6700" y="190500"/>
            <a:ext cx="2381250" cy="7488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391822-7FF2-40D8-BE86-4E92CC9909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817123" y="6343664"/>
            <a:ext cx="952224" cy="271566"/>
          </a:xfrm>
          <a:prstGeom prst="rect">
            <a:avLst/>
          </a:prstGeom>
        </p:spPr>
      </p:pic>
      <p:pic>
        <p:nvPicPr>
          <p:cNvPr id="113" name="图片 112">
            <a:extLst>
              <a:ext uri="{FF2B5EF4-FFF2-40B4-BE49-F238E27FC236}">
                <a16:creationId xmlns:a16="http://schemas.microsoft.com/office/drawing/2014/main" id="{2CE0C045-D101-441A-8303-810F1F7AB4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1923680" y="6313846"/>
            <a:ext cx="952224" cy="2715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>
            <a:normAutofit/>
          </a:bodyPr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 sz="3600" b="1">
                <a:solidFill>
                  <a:srgbClr val="1E2678"/>
                </a:solidFill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27517BB9-E618-4B05-B3F4-2C2F2FF91B96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rgbClr val="1E26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A363CC39-B8A8-40FA-A17F-9B74572504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3" t="8413"/>
          <a:stretch/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104" name="日期占位符 103">
            <a:extLst>
              <a:ext uri="{FF2B5EF4-FFF2-40B4-BE49-F238E27FC236}">
                <a16:creationId xmlns:a16="http://schemas.microsoft.com/office/drawing/2014/main" id="{F60E1DCC-E124-EA83-63FC-1A6C731D28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05" name="页脚占位符 104">
            <a:extLst>
              <a:ext uri="{FF2B5EF4-FFF2-40B4-BE49-F238E27FC236}">
                <a16:creationId xmlns:a16="http://schemas.microsoft.com/office/drawing/2014/main" id="{46B49986-A685-7541-C825-FF8F7F9170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6" name="灯片编号占位符 105">
            <a:extLst>
              <a:ext uri="{FF2B5EF4-FFF2-40B4-BE49-F238E27FC236}">
                <a16:creationId xmlns:a16="http://schemas.microsoft.com/office/drawing/2014/main" id="{2893DA39-D57F-88C2-CDDD-738D987C13D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537191"/>
            <a:ext cx="2743200" cy="365125"/>
          </a:xfrm>
        </p:spPr>
        <p:txBody>
          <a:bodyPr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C1CA1EC8-F0C4-4331-8E8E-2F92AA991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591" y="213423"/>
            <a:ext cx="2067081" cy="6496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71FDF-8FCD-5D90-D887-9B1BF3915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BEEA83-8454-D339-4D8B-16161FBDB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3E0FC5-80D6-9B7E-CC3B-59C371A25D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298E52-496A-967F-A2D3-982B9BA66D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4ADD5F-2BA1-93C6-BE7C-18B4AA739A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7F293-0370-2B52-C0D0-656F2864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4ED107-3A51-9E3E-3D51-5A13617A5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367E1B-5944-597F-BB18-62AB6F57D3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6A286F-7B67-1F75-3BF2-D030BF7AB3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E7A451-5922-6F82-2F21-A68AA9B8A6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CED1C-EC6D-DF58-5BE4-70B1C6F4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13742-DA47-EAF0-6E95-8D9E666C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695BA-CECC-8607-94D2-23D444A270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AE0DFD-9C47-5825-A796-E943C78864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DEC2D-42A7-A876-AE88-655DC47E6E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CBD50-5062-FBA8-E18E-ED8E9374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55BA6-E77B-23F0-3D6C-36251132C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CDBCD5-7D04-81A1-BE78-0976F91C54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766FF8-C03D-217F-A554-159F1459DE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9C4ABE-F189-2186-A6F0-0F08CFC7D8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CC8385-914B-0B8B-E1E1-118A2F8447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58E88-D54F-43C9-45E8-D65D0939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85A83-4925-F11E-E4E3-533F6AFF1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FF825F-5FFF-809F-3237-1D937029CF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2F2279-7429-6FD5-D3B2-11E2E73275D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D9F7E8-B9AC-0CBF-0213-A0D8B15F621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7A19B1-DA11-E869-8EED-948BBC1A0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0C1675-574B-D43C-6E00-0D659D2433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C0F495-B649-7051-94FD-7E4290773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C4795-B3C3-69E9-F198-47D17B2E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2F2365-EE69-D49C-488C-BA08DA9621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B6D889-E9D5-F0EB-7B1E-237922D8C9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D3E45F-9998-CBD6-F60E-6098F497D9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EB3B6B-2E0B-9A4F-E983-77AB0E4137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3324FD-2052-3A3A-47CC-ADDC8A688B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EA4DC6-92C4-3A99-B66B-0E35309BE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65853-61A1-0E6A-7344-D39DD328D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9170DC-7428-DF55-1800-1E71D46F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E2D9E5-8D6E-3DA0-EF08-36CB66720D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5D9F5-A35D-1608-C6E1-87063B6CFA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CBEB7-05D3-CAF0-A18A-FFB1AC4AE1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2EB5C9-17BE-8BD5-E3A2-213CCADF43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19D76F-951B-CAD3-13C4-9336E073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0937BA-8ED1-9BFD-46B5-C9B5359B6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1BE1-CC1C-60CB-7172-D6BFFC6329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79FA64-A781-6D80-44E9-4DD7EFC646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8741B4-C7C2-1623-9425-298A7BB352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38C667-3AF3-C9FC-3F10-02D7E509A8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4B9D3-490D-771E-B4C9-4C15EA76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3909FE-A410-CBD4-441A-182B10568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6FECDA-5242-DD65-BE8D-F5A4407ED5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432F65-793A-55A8-1FD3-FF7B0F9272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510C0A-DD4E-7AEA-D026-3E887AA198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E3593F-04D3-2AF0-8D8E-37F7E04D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1556A3-772E-6B74-8002-B9B45C6A1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F600B-2659-9CDC-A406-5C14306118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4A668-02AC-035A-EDAE-38ED4B5B23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A35A2-E089-B48E-97F8-1D0182DBB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任意形状 229">
            <a:extLst>
              <a:ext uri="{FF2B5EF4-FFF2-40B4-BE49-F238E27FC236}">
                <a16:creationId xmlns:a16="http://schemas.microsoft.com/office/drawing/2014/main" id="{871B02A7-EF6F-134C-B920-6B76573B7D8C}"/>
              </a:ext>
            </a:extLst>
          </p:cNvPr>
          <p:cNvSpPr>
            <a:spLocks noGrp="1"/>
          </p:cNvSpPr>
          <p:nvPr/>
        </p:nvSpPr>
        <p:spPr>
          <a:xfrm>
            <a:off x="8286750" y="-86497"/>
            <a:ext cx="3836304" cy="7027086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/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rgbClr val="1E26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80000" tIns="180000" rIns="180000" bIns="18000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endParaRPr sz="2000">
              <a:solidFill>
                <a:srgbClr val="1E2678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EF0BFE3-E035-4DB9-A3D2-B8F99D35F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123" y="1130301"/>
            <a:ext cx="7112161" cy="2177314"/>
          </a:xfrm>
        </p:spPr>
        <p:txBody>
          <a:bodyPr lIns="0" anchor="b">
            <a:normAutofit/>
          </a:bodyPr>
          <a:lstStyle>
            <a:lvl1pPr algn="l">
              <a:lnSpc>
                <a:spcPct val="120000"/>
              </a:lnSpc>
              <a:buNone/>
              <a:defRPr sz="4400" b="1">
                <a:solidFill>
                  <a:srgbClr val="1E2678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F0F1B1-16C1-47F5-83C1-E23FF7DB0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275" y="3307615"/>
            <a:ext cx="7126010" cy="508452"/>
          </a:xfrm>
        </p:spPr>
        <p:txBody>
          <a:bodyPr lIns="0">
            <a:normAutofit/>
          </a:bodyPr>
          <a:lstStyle>
            <a:lvl1pPr marL="0" indent="0" algn="l">
              <a:lnSpc>
                <a:spcPct val="12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14" name="文本占位符 113">
            <a:extLst>
              <a:ext uri="{FF2B5EF4-FFF2-40B4-BE49-F238E27FC236}">
                <a16:creationId xmlns:a16="http://schemas.microsoft.com/office/drawing/2014/main" id="{1D042017-EA01-0746-A58F-259DD19AD35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03275" y="4102632"/>
            <a:ext cx="7092950" cy="2031468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B266384C-2791-0F43-9817-F81B103A739A}"/>
              </a:ext>
            </a:extLst>
          </p:cNvPr>
          <p:cNvSpPr>
            <a:spLocks noGrp="1"/>
          </p:cNvSpPr>
          <p:nvPr/>
        </p:nvSpPr>
        <p:spPr>
          <a:xfrm>
            <a:off x="12061652" y="0"/>
            <a:ext cx="177972" cy="6858000"/>
          </a:xfrm>
          <a:prstGeom prst="rect">
            <a:avLst/>
          </a:prstGeom>
          <a:solidFill>
            <a:srgbClr val="1E2678"/>
          </a:solidFill>
          <a:ln>
            <a:solidFill>
              <a:srgbClr val="1E26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1E2678"/>
              </a:solidFill>
            </a:endParaRPr>
          </a:p>
        </p:txBody>
      </p:sp>
      <p:sp>
        <p:nvSpPr>
          <p:cNvPr id="116" name="图片占位符 115">
            <a:extLst>
              <a:ext uri="{FF2B5EF4-FFF2-40B4-BE49-F238E27FC236}">
                <a16:creationId xmlns:a16="http://schemas.microsoft.com/office/drawing/2014/main" id="{D2CC4584-6629-8047-B3CE-0C9B73D86919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91686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/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AA7FDE-4E96-4392-ACF8-36C56A0DF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6" y="74246"/>
            <a:ext cx="2067081" cy="6496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64888C-7755-4DF6-A7D9-A52AA8D8CA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817123" y="6343664"/>
            <a:ext cx="952224" cy="271566"/>
          </a:xfrm>
          <a:prstGeom prst="rect">
            <a:avLst/>
          </a:prstGeom>
        </p:spPr>
      </p:pic>
      <p:pic>
        <p:nvPicPr>
          <p:cNvPr id="113" name="图片 112">
            <a:extLst>
              <a:ext uri="{FF2B5EF4-FFF2-40B4-BE49-F238E27FC236}">
                <a16:creationId xmlns:a16="http://schemas.microsoft.com/office/drawing/2014/main" id="{9B74805B-98F9-45A6-8A77-314624CF18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1923680" y="6313846"/>
            <a:ext cx="952224" cy="2715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>
            <a:normAutofit/>
          </a:bodyPr>
          <a:lstStyle>
            <a:lvl1pPr>
              <a:buNone/>
              <a:defRPr sz="3600" b="1">
                <a:solidFill>
                  <a:srgbClr val="1E2678"/>
                </a:solidFill>
                <a:latin typeface="Arial"/>
                <a:ea typeface="Microsoft YaHei"/>
                <a:cs typeface="Arial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158777E3-36CB-4BF5-A60B-0043282D3270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2192000" cy="0"/>
          </a:xfrm>
          <a:prstGeom prst="line">
            <a:avLst/>
          </a:prstGeom>
          <a:ln w="9525">
            <a:solidFill>
              <a:srgbClr val="11574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AF8883E9-B2EA-4F8B-A22B-D7B4B4CCD5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3" t="8413"/>
          <a:stretch/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sp>
        <p:nvSpPr>
          <p:cNvPr id="104" name="日期占位符 103">
            <a:extLst>
              <a:ext uri="{FF2B5EF4-FFF2-40B4-BE49-F238E27FC236}">
                <a16:creationId xmlns:a16="http://schemas.microsoft.com/office/drawing/2014/main" id="{F60E1DCC-E124-EA83-63FC-1A6C731D28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05" name="页脚占位符 104">
            <a:extLst>
              <a:ext uri="{FF2B5EF4-FFF2-40B4-BE49-F238E27FC236}">
                <a16:creationId xmlns:a16="http://schemas.microsoft.com/office/drawing/2014/main" id="{46B49986-A685-7541-C825-FF8F7F9170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6" name="灯片编号占位符 105">
            <a:extLst>
              <a:ext uri="{FF2B5EF4-FFF2-40B4-BE49-F238E27FC236}">
                <a16:creationId xmlns:a16="http://schemas.microsoft.com/office/drawing/2014/main" id="{2893DA39-D57F-88C2-CDDD-738D987C13D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537191"/>
            <a:ext cx="2743200" cy="365125"/>
          </a:xfrm>
        </p:spPr>
        <p:txBody>
          <a:bodyPr/>
          <a:lstStyle/>
          <a:p>
            <a:fld id="{FB7C09CA-F07D-407C-B758-D46C3E566541}" type="slidenum">
              <a:t>‹#›</a:t>
            </a:fld>
            <a:endParaRPr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2B067D59-7A6A-450A-A04E-69EAB8FA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49591" y="213423"/>
            <a:ext cx="2067081" cy="64965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64B51E-FBED-0169-0EC0-77BB37BD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50C879-F09C-1916-DF1E-C137EA4E1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>
              <a:buNone/>
              <a:defRPr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 lvl="0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单击此处编辑母版文本样式</a:t>
            </a:r>
          </a:p>
          <a:p>
            <a:pPr lvl="1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二级</a:t>
            </a:r>
          </a:p>
          <a:p>
            <a:pPr lvl="2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三级</a:t>
            </a:r>
          </a:p>
          <a:p>
            <a:pPr lvl="3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四级</a:t>
            </a:r>
          </a:p>
          <a:p>
            <a:pPr lvl="4">
              <a:buNone/>
              <a:defRPr>
                <a:latin typeface="Arial"/>
                <a:ea typeface="Microsoft YaHei"/>
                <a:cs typeface="Arial"/>
              </a:defRPr>
            </a:pPr>
            <a:r>
              <a:rPr>
                <a:latin typeface="Arial"/>
                <a:ea typeface="Microsoft YaHei"/>
                <a:cs typeface="Arial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7FF670-F470-A3C8-94AD-B2220F2A458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55177-55FF-FBAE-A79F-B401E1F35F4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64EFA1-2D09-67E9-B8C9-EF4FB8D40A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>
              <a:defRPr>
                <a:latin typeface="Arial"/>
                <a:ea typeface="Microsoft YaHei"/>
                <a:cs typeface="Arial"/>
              </a:defRPr>
            </a:defPPr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>
              <a:buNone/>
              <a:defRPr>
                <a:latin typeface="Arial"/>
                <a:ea typeface="Microsoft YaHei"/>
                <a:cs typeface="Arial"/>
              </a:defRPr>
            </a:lvl2pPr>
            <a:lvl3pPr>
              <a:buNone/>
              <a:defRPr>
                <a:latin typeface="Arial"/>
                <a:ea typeface="Microsoft YaHei"/>
                <a:cs typeface="Arial"/>
              </a:defRPr>
            </a:lvl3pPr>
            <a:lvl4pPr>
              <a:buNone/>
              <a:defRPr>
                <a:latin typeface="Arial"/>
                <a:ea typeface="Microsoft YaHei"/>
                <a:cs typeface="Arial"/>
              </a:defRPr>
            </a:lvl4pPr>
            <a:lvl5pPr>
              <a:buNone/>
              <a:defRPr>
                <a:latin typeface="Arial"/>
                <a:ea typeface="Microsoft YaHei"/>
                <a:cs typeface="Arial"/>
              </a:defRPr>
            </a:lvl5pPr>
            <a:lvl6pPr>
              <a:buNone/>
              <a:defRPr>
                <a:latin typeface="Arial"/>
                <a:ea typeface="Microsoft YaHei"/>
                <a:cs typeface="Arial"/>
              </a:defRPr>
            </a:lvl6pPr>
            <a:lvl7pPr>
              <a:buNone/>
              <a:defRPr>
                <a:latin typeface="Arial"/>
                <a:ea typeface="Microsoft YaHei"/>
                <a:cs typeface="Arial"/>
              </a:defRPr>
            </a:lvl7pPr>
            <a:lvl8pPr>
              <a:buNone/>
              <a:defRPr>
                <a:latin typeface="Arial"/>
                <a:ea typeface="Microsoft YaHei"/>
                <a:cs typeface="Arial"/>
              </a:defRPr>
            </a:lvl8pPr>
            <a:lvl9pPr>
              <a:buNone/>
              <a:defRPr>
                <a:latin typeface="Arial"/>
                <a:ea typeface="Microsoft YaHei"/>
                <a:cs typeface="Arial"/>
              </a:defRPr>
            </a:lvl9pPr>
          </a:lstStyle>
          <a:p>
            <a:pPr>
              <a:buNone/>
              <a:defRPr>
                <a:latin typeface="Arial"/>
                <a:ea typeface="Microsoft YaHei"/>
                <a:cs typeface="Arial"/>
              </a:defRPr>
            </a:pPr>
            <a:fld id="{FB7C09CA-F07D-407C-B758-D46C3E566541}" type="slidenum">
              <a:rPr>
                <a:latin typeface="Arial"/>
                <a:ea typeface="Microsoft YaHei"/>
                <a:cs typeface="Arial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Microsoft YaHei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Microsoft YaHei"/>
          <a:cs typeface="Arial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Microsoft YaHei"/>
          <a:cs typeface="Arial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Microsoft YaHei"/>
          <a:cs typeface="Arial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1pPr>
      <a:lvl2pPr marL="4572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2pPr>
      <a:lvl3pPr marL="9144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3pPr>
      <a:lvl4pPr marL="13716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4pPr>
      <a:lvl5pPr marL="18288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5pPr>
      <a:lvl6pPr marL="22860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6pPr>
      <a:lvl7pPr marL="27432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7pPr>
      <a:lvl8pPr marL="32004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8pPr>
      <a:lvl9pPr marL="36576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64B51E-FBED-0169-0EC0-77BB37BD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50C879-F09C-1916-DF1E-C137EA4E1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7FF670-F470-A3C8-94AD-B2220F2A458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55177-55FF-FBAE-A79F-B401E1F35F4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64EFA1-2D09-67E9-B8C9-EF4FB8D40A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C09CA-F07D-407C-B758-D46C3E56654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Microsoft YaHei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Microsoft YaHei"/>
          <a:cs typeface="Arial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Microsoft YaHei"/>
          <a:cs typeface="Arial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Microsoft YaHei"/>
          <a:cs typeface="Arial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1pPr>
      <a:lvl2pPr marL="4572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2pPr>
      <a:lvl3pPr marL="9144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3pPr>
      <a:lvl4pPr marL="13716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4pPr>
      <a:lvl5pPr marL="18288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5pPr>
      <a:lvl6pPr marL="22860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6pPr>
      <a:lvl7pPr marL="27432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7pPr>
      <a:lvl8pPr marL="32004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8pPr>
      <a:lvl9pPr marL="3657600" algn="l" defTabSz="914400">
        <a:buNone/>
        <a:defRPr sz="1800" kern="1200">
          <a:solidFill>
            <a:schemeClr val="tx1"/>
          </a:solidFill>
          <a:latin typeface="Arial"/>
          <a:ea typeface="Microsoft YaHei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Relationship Id="rIdHeader4" Type="http://schemas.openxmlformats.org/officeDocument/2006/relationships/image" Target="../media/image3.png"/><Relationship Id="rIdHeader8" Type="http://schemas.openxmlformats.org/officeDocument/2006/relationships/image" Target="../media/image1.png"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Relationship Type="http://schemas.openxmlformats.org/officeDocument/2006/relationships/image" Target="../media/vit-architecture.png" Id="Ra5810084c6d343d5"/><Relationship Type="http://schemas.openxmlformats.org/officeDocument/2006/relationships/notesSlide" Target="../notesSlides/notesSlide11.xml" Id="Rfd290b5153b140cc"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'1.0' encoding='utf-8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>
            <a:extLst>
              <a:ext uri="{FF2B5EF4-FFF2-40B4-BE49-F238E27FC236}">
                <a16:creationId xmlns:a16="http://schemas.microsoft.com/office/drawing/2014/main" id="{AA681671-488F-4187-81FF-F56DA103335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 rotWithShape="1">
          <a:blip r:embed="rId3"/>
          <a:srcRect l="30085" r="33652"/>
          <a:stretch/>
        </p:blipFill>
        <p:spPr>
          <a:xfrm>
            <a:off x="8296967" y="0"/>
            <a:ext cx="3730266" cy="6858000"/>
          </a:xfrm>
        </p:spPr>
      </p:pic>
      <p:sp>
        <p:nvSpPr>
          <p:cNvPr id="21" name="标题 3">
            <a:extLst>
              <a:ext uri="{FF2B5EF4-FFF2-40B4-BE49-F238E27FC236}">
                <a16:creationId xmlns:a16="http://schemas.microsoft.com/office/drawing/2014/main" id="{78683534-C36E-7A2B-6A3F-7A8478816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" y="1838325"/>
            <a:ext cx="7715250" cy="1352550"/>
          </a:xfrm>
        </p:spPr>
        <p:txBody>
          <a:bodyPr wrap="none" lIns="0" tIns="0" rIns="0" bIns="0" anchor="t">
            <a:noAutofit/>
          </a:bodyPr>
          <a:lstStyle>
            <a:defPPr algn="l"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2554"/>
                </a:solidFill>
                <a:latin typeface="Arial"/>
                <a:ea typeface="Arial"/>
                <a:cs typeface="Arial"/>
              </a:rPr>
              <a:t>硕士学位论文中文标题</a:t>
            </a:r>
            <a:endParaRPr sz="1600" b="0">
              <a:solidFill>
                <a:schemeClr val="bg1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0000"/>
              </a:lnSpc>
              <a:buNone/>
              <a:defRPr sz="4000" b="1" i="0">
                <a:solidFill>
                  <a:srgbClr val="002554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2554"/>
                </a:solidFill>
                <a:latin typeface="Arial"/>
                <a:ea typeface="Arial"/>
                <a:cs typeface="Arial"/>
              </a:rPr>
              <a:t>论文副标题或研究主题</a:t>
            </a:r>
            <a:endParaRPr sz="1600" b="0">
              <a:solidFill>
                <a:schemeClr val="bg1">
                  <a:lumMod val="5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41F08831-D8DF-750B-BDA0-501D63884E81}"/>
              </a:ext>
            </a:extLst>
          </p:cNvPr>
          <p:cNvSpPr>
            <a:spLocks noGrp="1"/>
          </p:cNvSpPr>
          <p:nvPr/>
        </p:nvSpPr>
        <p:spPr>
          <a:xfrm>
            <a:off x="3905250" y="6238875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 i="0">
                <a:solidFill>
                  <a:srgbClr val="6F7D86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ctr"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ctr"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ctr"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ctr"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ctr">
              <a:spcBef>
                <a:spcPct val="0"/>
              </a:spcBef>
              <a:spcAft>
                <a:spcPct val="0"/>
              </a:spcAft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ctr">
              <a:spcBef>
                <a:spcPct val="0"/>
              </a:spcBef>
              <a:spcAft>
                <a:spcPct val="0"/>
              </a:spcAft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ctr">
              <a:spcBef>
                <a:spcPct val="0"/>
              </a:spcBef>
              <a:spcAft>
                <a:spcPct val="0"/>
              </a:spcAft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ctr">
              <a:spcBef>
                <a:spcPct val="0"/>
              </a:spcBef>
              <a:spcAft>
                <a:spcPct val="0"/>
              </a:spcAft>
              <a:buNone/>
              <a:defRPr sz="18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1800" b="0" i="0">
                <a:solidFill>
                  <a:srgbClr val="6F7D86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F7D86"/>
                </a:solidFill>
                <a:latin typeface="Arial"/>
                <a:ea typeface="Arial"/>
                <a:cs typeface="Arial"/>
              </a:rPr>
              <a:t>XXXX 年 XX 月 XX 日</a:t>
            </a:r>
            <a:endParaRPr sz="2000">
              <a:latin typeface="Arial"/>
              <a:ea typeface="Arial"/>
              <a:cs typeface="Arial"/>
            </a:endParaRP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5B67C4EF-E008-8D8B-9ADD-843F24425ACB}"/>
              </a:ext>
            </a:extLst>
          </p:cNvPr>
          <p:cNvSpPr>
            <a:spLocks noGrp="1"/>
          </p:cNvSpPr>
          <p:nvPr/>
        </p:nvSpPr>
        <p:spPr>
          <a:xfrm>
            <a:off x="276225" y="4391025"/>
            <a:ext cx="6667500" cy="5105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22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172B3A"/>
                </a:solidFill>
                <a:latin typeface="Arial"/>
                <a:ea typeface="Arial"/>
                <a:cs typeface="Arial"/>
              </a:rPr>
              <a:t>硕士生：XXX</a:t>
            </a:r>
            <a:endParaRPr sz="2400">
              <a:latin typeface="Arial"/>
              <a:ea typeface="Arial"/>
              <a:cs typeface="Arial"/>
            </a:endParaRP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DBCFA53B-61DE-0C5C-A4BE-721E5445DDBB}"/>
              </a:ext>
            </a:extLst>
          </p:cNvPr>
          <p:cNvSpPr>
            <a:spLocks noGrp="1"/>
          </p:cNvSpPr>
          <p:nvPr/>
        </p:nvSpPr>
        <p:spPr>
          <a:xfrm>
            <a:off x="276225" y="4876800"/>
            <a:ext cx="6667500" cy="493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2200" b="0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22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172B3A"/>
                </a:solidFill>
                <a:latin typeface="Arial"/>
                <a:ea typeface="Arial"/>
                <a:cs typeface="Arial"/>
              </a:rPr>
              <a:t>指导教师：XXX 教授</a:t>
            </a:r>
            <a:endParaRPr sz="2400">
              <a:latin typeface="Arial"/>
              <a:ea typeface="Arial"/>
              <a:cs typeface="Arial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6E3B2F5-C8A0-14D5-F431-9B8B77CA5AFB}"/>
              </a:ext>
            </a:extLst>
          </p:cNvPr>
          <p:cNvSpPr>
            <a:spLocks noGrp="1"/>
          </p:cNvSpPr>
          <p:nvPr/>
        </p:nvSpPr>
        <p:spPr>
          <a:xfrm>
            <a:off x="3905250" y="5800725"/>
            <a:ext cx="4000500" cy="3962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ctr"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20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72B3A"/>
                </a:solidFill>
                <a:latin typeface="Arial"/>
                <a:ea typeface="Arial"/>
                <a:cs typeface="Arial"/>
              </a:rPr>
              <a:t>武汉大学 XX 学院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DBF7C10-B724-B499-03FE-DD9369DC96F8}"/>
              </a:ext>
            </a:extLst>
          </p:cNvPr>
          <p:cNvSpPr>
            <a:spLocks noGrp="1"/>
          </p:cNvSpPr>
          <p:nvPr/>
        </p:nvSpPr>
        <p:spPr>
          <a:xfrm>
            <a:off x="276225" y="1123950"/>
            <a:ext cx="231648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 i="0">
                <a:solidFill>
                  <a:srgbClr val="115740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硕士论文预答辩</a:t>
            </a:r>
            <a:endParaRPr sz="2400" b="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812205BF-B631-401A-A9D6-572F939FBE94}"/>
              </a:ext>
            </a:extLst>
          </p:cNvPr>
          <p:cNvSpPr>
            <a:spLocks noGrp="1"/>
          </p:cNvSpPr>
          <p:nvPr/>
        </p:nvSpPr>
        <p:spPr>
          <a:xfrm>
            <a:off x="276225" y="4105275"/>
            <a:ext cx="6191250" cy="0"/>
          </a:xfrm>
          <a:prstGeom prst="line">
            <a:avLst/>
          </a:prstGeom>
          <a:ln w="19050">
            <a:solidFill>
              <a:srgbClr val="D6DFDC"/>
            </a:solidFill>
            <a:prstDash val="soli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34D2191-7CB2-CF05-C29F-7F873BA2B6C3}"/>
              </a:ext>
            </a:extLst>
          </p:cNvPr>
          <p:cNvSpPr>
            <a:spLocks noGrp="1"/>
          </p:cNvSpPr>
          <p:nvPr/>
        </p:nvSpPr>
        <p:spPr>
          <a:xfrm>
            <a:off x="6638925" y="3876675"/>
            <a:ext cx="1332230" cy="609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400" b="0" i="0">
                <a:solidFill>
                  <a:srgbClr val="D6DFDC"/>
                </a:solidFill>
                <a:latin typeface="Arial"/>
                <a:ea typeface="Arial"/>
                <a:cs typeface="Arial"/>
              </a:defRPr>
            </a:pPr>
            <a:r>
              <a:rPr sz="3400">
                <a:solidFill>
                  <a:srgbClr val="D6DFDC"/>
                </a:solidFill>
                <a:latin typeface="Arial"/>
                <a:ea typeface="Arial"/>
                <a:cs typeface="Arial"/>
              </a:rPr>
              <a:t>XXXX</a:t>
            </a:r>
            <a:endParaRPr sz="3600">
              <a:solidFill>
                <a:schemeClr val="bg1">
                  <a:lumMod val="8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English dissertation title">
            <a:extLst>
              <a:ext uri="{FF2B5EF4-FFF2-40B4-BE49-F238E27FC236}">
                <a16:creationId xmlns:a16="http://schemas.microsoft.com/office/drawing/2014/main" id="{9E306E7C-45EA-4953-B009-749DE575EAFB}"/>
              </a:ext>
            </a:extLst>
          </p:cNvPr>
          <p:cNvSpPr>
            <a:spLocks noGrp="1"/>
          </p:cNvSpPr>
          <p:nvPr/>
        </p:nvSpPr>
        <p:spPr>
          <a:xfrm>
            <a:off x="276225" y="3324225"/>
            <a:ext cx="7524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00">
                <a:solidFill>
                  <a:srgbClr val="6F7D86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6F7D86"/>
                </a:solidFill>
                <a:latin typeface="Arial"/>
                <a:ea typeface="Arial"/>
                <a:cs typeface="Arial"/>
              </a:rPr>
              <a:t>English Title of the Thesis</a:t>
            </a:r>
          </a:p>
        </p:txBody>
      </p:sp>
    </p:spTree>
    <p:extLst>
      <p:ext uri="{BB962C8B-B14F-4D97-AF65-F5344CB8AC3E}">
        <p14:creationId xmlns:p14="http://schemas.microsoft.com/office/powerpoint/2010/main" val="253746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6238893D-AE29-6B63-AA1A-DC1274D90566}"/>
              </a:ext>
            </a:extLst>
          </p:cNvPr>
          <p:cNvSpPr>
            <a:spLocks noGrp="1"/>
          </p:cNvSpPr>
          <p:nvPr/>
        </p:nvSpPr>
        <p:spPr>
          <a:xfrm>
            <a:off x="2019300" y="3206496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研究内容二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E964A4F-7FB1-36F4-2E77-631FB00266CA}"/>
              </a:ext>
            </a:extLst>
          </p:cNvPr>
          <p:cNvSpPr>
            <a:spLocks noGrp="1"/>
          </p:cNvSpPr>
          <p:nvPr/>
        </p:nvSpPr>
        <p:spPr>
          <a:xfrm>
            <a:off x="2019300" y="1600200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2400" b="0" dirty="0" err="1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研究背景与意义</a:t>
            </a:r>
            <a:endParaRPr sz="2400" b="0" dirty="0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350152E-6F55-C196-73E6-EADF035A66B2}"/>
              </a:ext>
            </a:extLst>
          </p:cNvPr>
          <p:cNvSpPr>
            <a:spLocks noGrp="1"/>
          </p:cNvSpPr>
          <p:nvPr/>
        </p:nvSpPr>
        <p:spPr>
          <a:xfrm>
            <a:off x="2019300" y="2403348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研究内容一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6F87DC9-88E8-6A4A-7772-BB93D40DD11D}"/>
              </a:ext>
            </a:extLst>
          </p:cNvPr>
          <p:cNvSpPr>
            <a:spLocks noGrp="1"/>
          </p:cNvSpPr>
          <p:nvPr/>
        </p:nvSpPr>
        <p:spPr>
          <a:xfrm>
            <a:off x="2019300" y="5615940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总结与展望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6805E22-6169-8F4A-DDF2-1E2888F1EE69}"/>
              </a:ext>
            </a:extLst>
          </p:cNvPr>
          <p:cNvSpPr>
            <a:spLocks noGrp="1"/>
          </p:cNvSpPr>
          <p:nvPr/>
        </p:nvSpPr>
        <p:spPr>
          <a:xfrm>
            <a:off x="2019300" y="4009644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研究内容三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9F02918-7931-5DC1-DE27-001741500363}"/>
              </a:ext>
            </a:extLst>
          </p:cNvPr>
          <p:cNvSpPr>
            <a:spLocks noGrp="1"/>
          </p:cNvSpPr>
          <p:nvPr/>
        </p:nvSpPr>
        <p:spPr>
          <a:xfrm>
            <a:off x="2019300" y="4812792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研究内容四</a:t>
            </a:r>
          </a:p>
        </p:txBody>
      </p:sp>
      <p:sp>
        <p:nvSpPr>
          <p:cNvPr id="66" name="Line 234">
            <a:extLst>
              <a:ext uri="{FF2B5EF4-FFF2-40B4-BE49-F238E27FC236}">
                <a16:creationId xmlns:a16="http://schemas.microsoft.com/office/drawing/2014/main" id="{A5C42F6D-C050-6B58-C602-8F6B19A2A8E8}"/>
              </a:ext>
            </a:extLst>
          </p:cNvPr>
          <p:cNvSpPr>
            <a:spLocks noGrp="1"/>
          </p:cNvSpPr>
          <p:nvPr/>
        </p:nvSpPr>
        <p:spPr>
          <a:xfrm flipV="1">
            <a:off x="1922138" y="3693656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7" name="Line 234">
            <a:extLst>
              <a:ext uri="{FF2B5EF4-FFF2-40B4-BE49-F238E27FC236}">
                <a16:creationId xmlns:a16="http://schemas.microsoft.com/office/drawing/2014/main" id="{C9CF8A75-7116-6E4A-EA16-EFFA2C1E70DD}"/>
              </a:ext>
            </a:extLst>
          </p:cNvPr>
          <p:cNvSpPr>
            <a:spLocks noGrp="1"/>
          </p:cNvSpPr>
          <p:nvPr/>
        </p:nvSpPr>
        <p:spPr>
          <a:xfrm flipV="1">
            <a:off x="1922138" y="2089030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" name="Line 234">
            <a:extLst>
              <a:ext uri="{FF2B5EF4-FFF2-40B4-BE49-F238E27FC236}">
                <a16:creationId xmlns:a16="http://schemas.microsoft.com/office/drawing/2014/main" id="{6102DCEA-B293-F200-8DE3-C7084E2B1CDD}"/>
              </a:ext>
            </a:extLst>
          </p:cNvPr>
          <p:cNvSpPr>
            <a:spLocks noGrp="1"/>
          </p:cNvSpPr>
          <p:nvPr/>
        </p:nvSpPr>
        <p:spPr>
          <a:xfrm flipV="1">
            <a:off x="1922138" y="2887438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9" name="Line 234">
            <a:extLst>
              <a:ext uri="{FF2B5EF4-FFF2-40B4-BE49-F238E27FC236}">
                <a16:creationId xmlns:a16="http://schemas.microsoft.com/office/drawing/2014/main" id="{4A42E002-B108-7AC6-49B1-7FE1F2F3BF2D}"/>
              </a:ext>
            </a:extLst>
          </p:cNvPr>
          <p:cNvSpPr>
            <a:spLocks noGrp="1"/>
          </p:cNvSpPr>
          <p:nvPr/>
        </p:nvSpPr>
        <p:spPr>
          <a:xfrm flipV="1">
            <a:off x="1922138" y="4475042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0" name="Line 234">
            <a:extLst>
              <a:ext uri="{FF2B5EF4-FFF2-40B4-BE49-F238E27FC236}">
                <a16:creationId xmlns:a16="http://schemas.microsoft.com/office/drawing/2014/main" id="{0390E9E8-A6D5-82CE-C50E-907C6640150D}"/>
              </a:ext>
            </a:extLst>
          </p:cNvPr>
          <p:cNvSpPr>
            <a:spLocks noGrp="1"/>
          </p:cNvSpPr>
          <p:nvPr/>
        </p:nvSpPr>
        <p:spPr>
          <a:xfrm flipV="1">
            <a:off x="1922138" y="5298282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1" name="Line 234">
            <a:extLst>
              <a:ext uri="{FF2B5EF4-FFF2-40B4-BE49-F238E27FC236}">
                <a16:creationId xmlns:a16="http://schemas.microsoft.com/office/drawing/2014/main" id="{033CEEF1-261F-6DD5-2833-E3920C758BBE}"/>
              </a:ext>
            </a:extLst>
          </p:cNvPr>
          <p:cNvSpPr>
            <a:spLocks noGrp="1"/>
          </p:cNvSpPr>
          <p:nvPr/>
        </p:nvSpPr>
        <p:spPr>
          <a:xfrm flipV="1">
            <a:off x="1922138" y="6100595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1090061-91BE-9A39-F830-947AC660B751}"/>
              </a:ext>
            </a:extLst>
          </p:cNvPr>
          <p:cNvSpPr>
            <a:spLocks noGrp="1"/>
          </p:cNvSpPr>
          <p:nvPr/>
        </p:nvSpPr>
        <p:spPr>
          <a:xfrm>
            <a:off x="1050195" y="2373253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 dirty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</a:t>
            </a:r>
            <a:endParaRPr sz="2800" u="none" strike="noStrike" kern="1200" cap="none" spc="0" baseline="0" dirty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3EF20A50-929D-BE6B-C987-370FED8924D9}"/>
              </a:ext>
            </a:extLst>
          </p:cNvPr>
          <p:cNvSpPr>
            <a:spLocks noGrp="1"/>
          </p:cNvSpPr>
          <p:nvPr/>
        </p:nvSpPr>
        <p:spPr>
          <a:xfrm>
            <a:off x="999074" y="2322132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85ED28AD-3918-4FE6-A031-220AA1C4088B}"/>
              </a:ext>
            </a:extLst>
          </p:cNvPr>
          <p:cNvSpPr>
            <a:spLocks noGrp="1"/>
          </p:cNvSpPr>
          <p:nvPr/>
        </p:nvSpPr>
        <p:spPr>
          <a:xfrm>
            <a:off x="1734430" y="2374146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5A7C959A-B961-1766-4019-1D94BC32269F}"/>
              </a:ext>
            </a:extLst>
          </p:cNvPr>
          <p:cNvSpPr>
            <a:spLocks noGrp="1"/>
          </p:cNvSpPr>
          <p:nvPr/>
        </p:nvSpPr>
        <p:spPr>
          <a:xfrm>
            <a:off x="1050195" y="3169624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</a:t>
            </a: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F4780468-AEC1-DA6B-766B-EAE618959401}"/>
              </a:ext>
            </a:extLst>
          </p:cNvPr>
          <p:cNvSpPr>
            <a:spLocks noGrp="1"/>
          </p:cNvSpPr>
          <p:nvPr/>
        </p:nvSpPr>
        <p:spPr>
          <a:xfrm>
            <a:off x="999074" y="3118503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9488B49E-4062-4B36-BCC8-639C3E03029F}"/>
              </a:ext>
            </a:extLst>
          </p:cNvPr>
          <p:cNvSpPr>
            <a:spLocks noGrp="1"/>
          </p:cNvSpPr>
          <p:nvPr/>
        </p:nvSpPr>
        <p:spPr>
          <a:xfrm>
            <a:off x="1734430" y="3973603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6B1BBC15-694B-4938-BE34-D9E6BD26BBE6}"/>
              </a:ext>
            </a:extLst>
          </p:cNvPr>
          <p:cNvSpPr>
            <a:spLocks noGrp="1"/>
          </p:cNvSpPr>
          <p:nvPr/>
        </p:nvSpPr>
        <p:spPr>
          <a:xfrm>
            <a:off x="1730098" y="1569836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E4F5E1B7-8D86-916D-7E3B-8A521901D959}"/>
              </a:ext>
            </a:extLst>
          </p:cNvPr>
          <p:cNvSpPr>
            <a:spLocks noGrp="1"/>
          </p:cNvSpPr>
          <p:nvPr/>
        </p:nvSpPr>
        <p:spPr>
          <a:xfrm>
            <a:off x="1045863" y="1566957"/>
            <a:ext cx="509759" cy="509759"/>
          </a:xfrm>
          <a:prstGeom prst="ellipse">
            <a:avLst/>
          </a:prstGeom>
          <a:solidFill>
            <a:srgbClr val="0024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 dirty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</a:t>
            </a:r>
            <a:endParaRPr sz="2800" u="none" strike="noStrike" kern="1200" cap="none" spc="0" baseline="0" dirty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A19B382C-549A-B608-3FEA-FD3C0DF51BF5}"/>
              </a:ext>
            </a:extLst>
          </p:cNvPr>
          <p:cNvSpPr>
            <a:spLocks noGrp="1"/>
          </p:cNvSpPr>
          <p:nvPr/>
        </p:nvSpPr>
        <p:spPr>
          <a:xfrm>
            <a:off x="994742" y="1515836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0A6D9544-7221-4858-87D2-DBA5DB7FA5DD}"/>
              </a:ext>
            </a:extLst>
          </p:cNvPr>
          <p:cNvSpPr>
            <a:spLocks noGrp="1"/>
          </p:cNvSpPr>
          <p:nvPr/>
        </p:nvSpPr>
        <p:spPr>
          <a:xfrm>
            <a:off x="1734430" y="5575882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1D102C7F-4141-401E-88BB-699BB568AB35}"/>
              </a:ext>
            </a:extLst>
          </p:cNvPr>
          <p:cNvSpPr>
            <a:spLocks noGrp="1"/>
          </p:cNvSpPr>
          <p:nvPr/>
        </p:nvSpPr>
        <p:spPr>
          <a:xfrm>
            <a:off x="1734430" y="4760456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A7F0F2E7-166E-41EB-A1D1-C03590DA7A3E}"/>
              </a:ext>
            </a:extLst>
          </p:cNvPr>
          <p:cNvSpPr>
            <a:spLocks noGrp="1"/>
          </p:cNvSpPr>
          <p:nvPr/>
        </p:nvSpPr>
        <p:spPr>
          <a:xfrm>
            <a:off x="1734430" y="3168531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218E04A0-3FE3-85A7-D458-D6986015C265}"/>
              </a:ext>
            </a:extLst>
          </p:cNvPr>
          <p:cNvSpPr>
            <a:spLocks noGrp="1"/>
          </p:cNvSpPr>
          <p:nvPr/>
        </p:nvSpPr>
        <p:spPr>
          <a:xfrm>
            <a:off x="1050195" y="3976682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4</a:t>
            </a: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DAB848B8-4C2F-5817-8C83-AF1B6C458196}"/>
              </a:ext>
            </a:extLst>
          </p:cNvPr>
          <p:cNvSpPr>
            <a:spLocks noGrp="1"/>
          </p:cNvSpPr>
          <p:nvPr/>
        </p:nvSpPr>
        <p:spPr>
          <a:xfrm>
            <a:off x="999074" y="3925561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BC292BB8-53C9-2197-D3D0-1FDAC7927488}"/>
              </a:ext>
            </a:extLst>
          </p:cNvPr>
          <p:cNvSpPr>
            <a:spLocks noGrp="1"/>
          </p:cNvSpPr>
          <p:nvPr/>
        </p:nvSpPr>
        <p:spPr>
          <a:xfrm>
            <a:off x="1050195" y="4765521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5</a:t>
            </a: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3F3C92E-CBFE-CACE-1803-8151BB453E4B}"/>
              </a:ext>
            </a:extLst>
          </p:cNvPr>
          <p:cNvSpPr>
            <a:spLocks noGrp="1"/>
          </p:cNvSpPr>
          <p:nvPr/>
        </p:nvSpPr>
        <p:spPr>
          <a:xfrm>
            <a:off x="999074" y="4714400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49DEF17-AB96-4A50-5973-4D749A10577A}"/>
              </a:ext>
            </a:extLst>
          </p:cNvPr>
          <p:cNvSpPr>
            <a:spLocks noGrp="1"/>
          </p:cNvSpPr>
          <p:nvPr/>
        </p:nvSpPr>
        <p:spPr>
          <a:xfrm>
            <a:off x="1050195" y="5582933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6</a:t>
            </a: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68CF633C-67DC-578C-49C3-EFE3A4FB3F3D}"/>
              </a:ext>
            </a:extLst>
          </p:cNvPr>
          <p:cNvSpPr>
            <a:spLocks noGrp="1"/>
          </p:cNvSpPr>
          <p:nvPr/>
        </p:nvSpPr>
        <p:spPr>
          <a:xfrm>
            <a:off x="999074" y="5531812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4" name="标题 1">
            <a:extLst>
              <a:ext uri="{FF2B5EF4-FFF2-40B4-BE49-F238E27FC236}">
                <a16:creationId xmlns:a16="http://schemas.microsoft.com/office/drawing/2014/main" id="{DFF5F52C-ED57-1D95-D93D-45F9E630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00050"/>
            <a:ext cx="7620000" cy="571500"/>
          </a:xfrm>
        </p:spPr>
        <p:txBody>
          <a:bodyPr lIns="0" tIns="0" rIns="0" bIns="0">
            <a:noAutofit/>
          </a:bodyPr>
          <a:lstStyle>
            <a:def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600" b="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目录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GE_TITLE">
            <a:extLst>
              <a:ext uri="{FF2B5EF4-FFF2-40B4-BE49-F238E27FC236}">
                <a16:creationId xmlns:a16="http://schemas.microsoft.com/office/drawing/2014/main" id="{D161F3CD-8837-4E50-A307-FEF9E2C884A0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1.1  研究背景与意义</a:t>
            </a:r>
          </a:p>
        </p:txBody>
      </p:sp>
      <p:sp>
        <p:nvSpPr>
          <p:cNvPr id="2" name="caption">
            <a:extLst>
              <a:ext uri="{FF2B5EF4-FFF2-40B4-BE49-F238E27FC236}">
                <a16:creationId xmlns:a16="http://schemas.microsoft.com/office/drawing/2014/main" id="{F0CFB955-F134-4AE6-B6DE-53B3586B3C02}"/>
              </a:ext>
            </a:extLst>
          </p:cNvPr>
          <p:cNvSpPr>
            <a:spLocks noGrp="1"/>
          </p:cNvSpPr>
          <p:nvPr/>
        </p:nvSpPr>
        <p:spPr>
          <a:xfrm>
            <a:off x="419100" y="133350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应用需求</a:t>
            </a:r>
          </a:p>
        </p:txBody>
      </p:sp>
      <p:sp>
        <p:nvSpPr>
          <p:cNvPr id="3" name="caption">
            <a:extLst>
              <a:ext uri="{FF2B5EF4-FFF2-40B4-BE49-F238E27FC236}">
                <a16:creationId xmlns:a16="http://schemas.microsoft.com/office/drawing/2014/main" id="{E60146B4-86C5-40CB-B265-1C6DA8E430B3}"/>
              </a:ext>
            </a:extLst>
          </p:cNvPr>
          <p:cNvSpPr>
            <a:spLocks noGrp="1"/>
          </p:cNvSpPr>
          <p:nvPr/>
        </p:nvSpPr>
        <p:spPr>
          <a:xfrm>
            <a:off x="6534150" y="133350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现有能力与研究价值</a:t>
            </a:r>
          </a:p>
        </p:txBody>
      </p:sp>
      <p:sp>
        <p:nvSpPr>
          <p:cNvPr id="4" name="IMAGE_scene">
            <a:extLst>
              <a:ext uri="{FF2B5EF4-FFF2-40B4-BE49-F238E27FC236}">
                <a16:creationId xmlns:a16="http://schemas.microsoft.com/office/drawing/2014/main" id="{B9A796B3-1C26-4AE0-B911-60A9F8552160}"/>
              </a:ext>
            </a:extLst>
          </p:cNvPr>
          <p:cNvSpPr>
            <a:spLocks noGrp="1"/>
          </p:cNvSpPr>
          <p:nvPr/>
        </p:nvSpPr>
        <p:spPr>
          <a:xfrm>
            <a:off x="419100" y="1809750"/>
            <a:ext cx="5238750" cy="280987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[应用场景照片]</a:t>
            </a:r>
          </a:p>
        </p:txBody>
      </p:sp>
      <p:sp>
        <p:nvSpPr>
          <p:cNvPr id="5" name="scene-description">
            <a:extLst>
              <a:ext uri="{FF2B5EF4-FFF2-40B4-BE49-F238E27FC236}">
                <a16:creationId xmlns:a16="http://schemas.microsoft.com/office/drawing/2014/main" id="{40DA72B9-ED80-400A-8DCC-9E98E0AC4DC5}"/>
              </a:ext>
            </a:extLst>
          </p:cNvPr>
          <p:cNvSpPr>
            <a:spLocks noGrp="1"/>
          </p:cNvSpPr>
          <p:nvPr/>
        </p:nvSpPr>
        <p:spPr>
          <a:xfrm>
            <a:off x="419100" y="4791075"/>
            <a:ext cx="523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[研究对象]在[实际任务]中的作用</a:t>
            </a:r>
          </a:p>
        </p:txBody>
      </p:sp>
      <p:sp>
        <p:nvSpPr>
          <p:cNvPr id="6" name="existing">
            <a:extLst>
              <a:ext uri="{FF2B5EF4-FFF2-40B4-BE49-F238E27FC236}">
                <a16:creationId xmlns:a16="http://schemas.microsoft.com/office/drawing/2014/main" id="{203330B1-41DF-491C-B4DA-2B3A27ABD05B}"/>
              </a:ext>
            </a:extLst>
          </p:cNvPr>
          <p:cNvSpPr>
            <a:spLocks noGrp="1"/>
          </p:cNvSpPr>
          <p:nvPr/>
        </p:nvSpPr>
        <p:spPr>
          <a:xfrm>
            <a:off x="6534150" y="1809750"/>
            <a:ext cx="5238750" cy="104775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1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现有技术</a:t>
            </a:r>
          </a:p>
          <a:p>
            <a: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1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[能力与适用范围]</a:t>
            </a:r>
          </a:p>
        </p:txBody>
      </p:sp>
      <p:sp>
        <p:nvSpPr>
          <p:cNvPr id="7" name="limitation">
            <a:extLst>
              <a:ext uri="{FF2B5EF4-FFF2-40B4-BE49-F238E27FC236}">
                <a16:creationId xmlns:a16="http://schemas.microsoft.com/office/drawing/2014/main" id="{D7C674FF-3617-4F89-A9E3-92A2BDF4D1CB}"/>
              </a:ext>
            </a:extLst>
          </p:cNvPr>
          <p:cNvSpPr>
            <a:spLocks noGrp="1"/>
          </p:cNvSpPr>
          <p:nvPr/>
        </p:nvSpPr>
        <p:spPr>
          <a:xfrm>
            <a:off x="6534150" y="3162300"/>
            <a:ext cx="5238750" cy="10477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1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关键限制</a:t>
            </a:r>
          </a:p>
          <a:p>
            <a:pPr algn="ctr">
              <a:defRPr sz="21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1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[尚未解决的具体问题]</a:t>
            </a:r>
          </a:p>
        </p:txBody>
      </p:sp>
      <p:sp>
        <p:nvSpPr>
          <p:cNvPr id="8" name="value">
            <a:extLst>
              <a:ext uri="{FF2B5EF4-FFF2-40B4-BE49-F238E27FC236}">
                <a16:creationId xmlns:a16="http://schemas.microsoft.com/office/drawing/2014/main" id="{B73B4E47-76DD-4140-878A-8D2E37FCEFC4}"/>
              </a:ext>
            </a:extLst>
          </p:cNvPr>
          <p:cNvSpPr>
            <a:spLocks noGrp="1"/>
          </p:cNvSpPr>
          <p:nvPr/>
        </p:nvSpPr>
        <p:spPr>
          <a:xfrm>
            <a:off x="6534150" y="4524375"/>
            <a:ext cx="5238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研究价值</a:t>
            </a:r>
          </a:p>
          <a:p>
            <a: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[解决问题带来的直接改变]</a:t>
            </a:r>
          </a:p>
        </p:txBody>
      </p:sp>
      <p:sp>
        <p:nvSpPr>
          <p:cNvPr id="9" name="TAKEAWAY">
            <a:extLst>
              <a:ext uri="{FF2B5EF4-FFF2-40B4-BE49-F238E27FC236}">
                <a16:creationId xmlns:a16="http://schemas.microsoft.com/office/drawing/2014/main" id="{792C5EF8-1247-44C2-817C-F88FABEDBA3D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457200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[核心判断：为什么需要开展这项研究]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">
            <a:extLst>
              <a:ext uri="{FF2B5EF4-FFF2-40B4-BE49-F238E27FC236}">
                <a16:creationId xmlns:a16="http://schemas.microsoft.com/office/drawing/2014/main" id="{2775AF7B-C33C-4396-8BBF-0CBFF1E33876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4086225" y="2066925"/>
            <a:ext cx="23812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7" name="">
            <a:extLst>
              <a:ext uri="{FF2B5EF4-FFF2-40B4-BE49-F238E27FC236}">
                <a16:creationId xmlns:a16="http://schemas.microsoft.com/office/drawing/2014/main" id="{1796CBA5-A7F1-48D9-A342-4B193A873A0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33600" y="2066925"/>
            <a:ext cx="23812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sp>
        <p:nvSpPr>
          <p:cNvPr id="16" name="PAGE_TITLE">
            <a:extLst>
              <a:ext uri="{FF2B5EF4-FFF2-40B4-BE49-F238E27FC236}">
                <a16:creationId xmlns:a16="http://schemas.microsoft.com/office/drawing/2014/main" id="{4D043FD5-0320-4278-913E-48F07A1CF7A2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1.1  技术路线与数据来源</a:t>
            </a:r>
          </a:p>
        </p:txBody>
      </p:sp>
      <p:sp>
        <p:nvSpPr>
          <p:cNvPr id="2" name="caption">
            <a:extLst>
              <a:ext uri="{FF2B5EF4-FFF2-40B4-BE49-F238E27FC236}">
                <a16:creationId xmlns:a16="http://schemas.microsoft.com/office/drawing/2014/main" id="{07DAA2AC-CC6C-4437-B843-BAD7F7584FF6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现有技术路线</a:t>
            </a:r>
          </a:p>
        </p:txBody>
      </p:sp>
      <p:sp>
        <p:nvSpPr>
          <p:cNvPr id="3" name="caption">
            <a:extLst>
              <a:ext uri="{FF2B5EF4-FFF2-40B4-BE49-F238E27FC236}">
                <a16:creationId xmlns:a16="http://schemas.microsoft.com/office/drawing/2014/main" id="{9D04DACB-5EFC-4325-BB46-B26537864A23}"/>
              </a:ext>
            </a:extLst>
          </p:cNvPr>
          <p:cNvSpPr>
            <a:spLocks noGrp="1"/>
          </p:cNvSpPr>
          <p:nvPr/>
        </p:nvSpPr>
        <p:spPr>
          <a:xfrm>
            <a:off x="6572250" y="1323975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拟采用的数据或技术</a:t>
            </a:r>
          </a:p>
        </p:txBody>
      </p:sp>
      <p:sp>
        <p:nvSpPr>
          <p:cNvPr id="4" name="old-process-0">
            <a:extLst>
              <a:ext uri="{FF2B5EF4-FFF2-40B4-BE49-F238E27FC236}">
                <a16:creationId xmlns:a16="http://schemas.microsoft.com/office/drawing/2014/main" id="{DAF82FAB-A8C4-4CBC-A8C2-43D96EE750CA}"/>
              </a:ext>
            </a:extLst>
          </p:cNvPr>
          <p:cNvSpPr>
            <a:spLocks noGrp="1"/>
          </p:cNvSpPr>
          <p:nvPr/>
        </p:nvSpPr>
        <p:spPr>
          <a:xfrm>
            <a:off x="419100" y="1809750"/>
            <a:ext cx="1714500" cy="51435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数据获取</a:t>
            </a:r>
          </a:p>
        </p:txBody>
      </p:sp>
      <p:sp>
        <p:nvSpPr>
          <p:cNvPr id="5" name="IMAGE_old-0">
            <a:extLst>
              <a:ext uri="{FF2B5EF4-FFF2-40B4-BE49-F238E27FC236}">
                <a16:creationId xmlns:a16="http://schemas.microsoft.com/office/drawing/2014/main" id="{660F606C-7A8B-4EE5-A6F7-8297B90DB035}"/>
              </a:ext>
            </a:extLst>
          </p:cNvPr>
          <p:cNvSpPr>
            <a:spLocks noGrp="1"/>
          </p:cNvSpPr>
          <p:nvPr/>
        </p:nvSpPr>
        <p:spPr>
          <a:xfrm>
            <a:off x="419100" y="2476500"/>
            <a:ext cx="1714500" cy="20002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[过程照片]</a:t>
            </a:r>
          </a:p>
        </p:txBody>
      </p:sp>
      <p:sp>
        <p:nvSpPr>
          <p:cNvPr id="6" name="old-process-1">
            <a:extLst>
              <a:ext uri="{FF2B5EF4-FFF2-40B4-BE49-F238E27FC236}">
                <a16:creationId xmlns:a16="http://schemas.microsoft.com/office/drawing/2014/main" id="{0674B868-3F68-4FE1-B973-42EF0690324C}"/>
              </a:ext>
            </a:extLst>
          </p:cNvPr>
          <p:cNvSpPr>
            <a:spLocks noGrp="1"/>
          </p:cNvSpPr>
          <p:nvPr/>
        </p:nvSpPr>
        <p:spPr>
          <a:xfrm>
            <a:off x="2371725" y="1809750"/>
            <a:ext cx="1714500" cy="51435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处理与分析</a:t>
            </a:r>
          </a:p>
        </p:txBody>
      </p:sp>
      <p:sp>
        <p:nvSpPr>
          <p:cNvPr id="8" name="IMAGE_old-1">
            <a:extLst>
              <a:ext uri="{FF2B5EF4-FFF2-40B4-BE49-F238E27FC236}">
                <a16:creationId xmlns:a16="http://schemas.microsoft.com/office/drawing/2014/main" id="{95A5E1B2-563E-42FD-BE07-FAD54CE1953E}"/>
              </a:ext>
            </a:extLst>
          </p:cNvPr>
          <p:cNvSpPr>
            <a:spLocks noGrp="1"/>
          </p:cNvSpPr>
          <p:nvPr/>
        </p:nvSpPr>
        <p:spPr>
          <a:xfrm>
            <a:off x="2371725" y="2476500"/>
            <a:ext cx="1714500" cy="20002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[过程照片]</a:t>
            </a:r>
          </a:p>
        </p:txBody>
      </p:sp>
      <p:sp>
        <p:nvSpPr>
          <p:cNvPr id="9" name="old-process-2">
            <a:extLst>
              <a:ext uri="{FF2B5EF4-FFF2-40B4-BE49-F238E27FC236}">
                <a16:creationId xmlns:a16="http://schemas.microsoft.com/office/drawing/2014/main" id="{6658FD21-9166-47CC-B383-E25B192C8CAC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1714500" cy="51435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7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成果生产</a:t>
            </a:r>
          </a:p>
        </p:txBody>
      </p:sp>
      <p:sp>
        <p:nvSpPr>
          <p:cNvPr id="11" name="IMAGE_old-2">
            <a:extLst>
              <a:ext uri="{FF2B5EF4-FFF2-40B4-BE49-F238E27FC236}">
                <a16:creationId xmlns:a16="http://schemas.microsoft.com/office/drawing/2014/main" id="{37EE86F1-9883-47A3-BDC3-FAE560F0AE6D}"/>
              </a:ext>
            </a:extLst>
          </p:cNvPr>
          <p:cNvSpPr>
            <a:spLocks noGrp="1"/>
          </p:cNvSpPr>
          <p:nvPr/>
        </p:nvSpPr>
        <p:spPr>
          <a:xfrm>
            <a:off x="4324350" y="2476500"/>
            <a:ext cx="1714500" cy="20002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[过程照片]</a:t>
            </a:r>
          </a:p>
        </p:txBody>
      </p:sp>
      <p:sp>
        <p:nvSpPr>
          <p:cNvPr id="12" name="IMAGE_new-source">
            <a:extLst>
              <a:ext uri="{FF2B5EF4-FFF2-40B4-BE49-F238E27FC236}">
                <a16:creationId xmlns:a16="http://schemas.microsoft.com/office/drawing/2014/main" id="{73D6BDDF-90C7-42AC-B026-3708DD07BDC1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5200650" cy="266700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[新数据 / 新技术示意图]</a:t>
            </a:r>
          </a:p>
        </p:txBody>
      </p:sp>
      <p:sp>
        <p:nvSpPr>
          <p:cNvPr id="13" name="old-limit">
            <a:extLst>
              <a:ext uri="{FF2B5EF4-FFF2-40B4-BE49-F238E27FC236}">
                <a16:creationId xmlns:a16="http://schemas.microsoft.com/office/drawing/2014/main" id="{906D13BF-5CC5-4536-A40E-92520F56ECEC}"/>
              </a:ext>
            </a:extLst>
          </p:cNvPr>
          <p:cNvSpPr>
            <a:spLocks noGrp="1"/>
          </p:cNvSpPr>
          <p:nvPr/>
        </p:nvSpPr>
        <p:spPr>
          <a:xfrm>
            <a:off x="419100" y="4762500"/>
            <a:ext cx="5572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主要限制</a:t>
            </a:r>
          </a:p>
          <a:p>
            <a:pPr algn="l">
              <a:def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[成本、效率或适用条件]</a:t>
            </a:r>
          </a:p>
        </p:txBody>
      </p:sp>
      <p:sp>
        <p:nvSpPr>
          <p:cNvPr id="14" name="new-value">
            <a:extLst>
              <a:ext uri="{FF2B5EF4-FFF2-40B4-BE49-F238E27FC236}">
                <a16:creationId xmlns:a16="http://schemas.microsoft.com/office/drawing/2014/main" id="{471F2D9A-2A9B-4404-B1E4-D5AF0FC8AE76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52006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引入依据</a:t>
            </a:r>
          </a:p>
          <a:p>
            <a:pPr algn="l">
              <a:def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2025" b="0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[与研究问题直接相关的优势]</a:t>
            </a:r>
          </a:p>
        </p:txBody>
      </p:sp>
      <p:sp>
        <p:nvSpPr>
          <p:cNvPr id="15" name="TAKEAWAY">
            <a:extLst>
              <a:ext uri="{FF2B5EF4-FFF2-40B4-BE49-F238E27FC236}">
                <a16:creationId xmlns:a16="http://schemas.microsoft.com/office/drawing/2014/main" id="{959F79C2-8F0E-464D-BB6C-F9C71916740F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457200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[比较结论：新路线如何回应现有限制]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4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GE_TITLE">
            <a:extLst>
              <a:ext uri="{FF2B5EF4-FFF2-40B4-BE49-F238E27FC236}">
                <a16:creationId xmlns:a16="http://schemas.microsoft.com/office/drawing/2014/main" id="{EA528F6A-7BB6-45F6-B896-F8ED0E039BDA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1.1  关键问题</a:t>
            </a:r>
          </a:p>
        </p:txBody>
      </p:sp>
      <p:sp>
        <p:nvSpPr>
          <p:cNvPr id="2" name="IMAGE_problem">
            <a:extLst>
              <a:ext uri="{FF2B5EF4-FFF2-40B4-BE49-F238E27FC236}">
                <a16:creationId xmlns:a16="http://schemas.microsoft.com/office/drawing/2014/main" id="{82CBE36A-15DB-4466-B009-30DA4F75565D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4000500" cy="42862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[典型问题场景]</a:t>
            </a:r>
          </a:p>
        </p:txBody>
      </p:sp>
      <p:sp>
        <p:nvSpPr>
          <p:cNvPr id="3" name="problem-0">
            <a:extLst>
              <a:ext uri="{FF2B5EF4-FFF2-40B4-BE49-F238E27FC236}">
                <a16:creationId xmlns:a16="http://schemas.microsoft.com/office/drawing/2014/main" id="{85776A07-F0FD-458E-88E1-4CC2383891B5}"/>
              </a:ext>
            </a:extLst>
          </p:cNvPr>
          <p:cNvSpPr>
            <a:spLocks noGrp="1"/>
          </p:cNvSpPr>
          <p:nvPr/>
        </p:nvSpPr>
        <p:spPr>
          <a:xfrm>
            <a:off x="4800600" y="1428750"/>
            <a:ext cx="3352800" cy="201930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4" name="problem-title-0">
            <a:extLst>
              <a:ext uri="{FF2B5EF4-FFF2-40B4-BE49-F238E27FC236}">
                <a16:creationId xmlns:a16="http://schemas.microsoft.com/office/drawing/2014/main" id="{2050B7CD-DFAB-46BB-88D8-743EFA8D5C90}"/>
              </a:ext>
            </a:extLst>
          </p:cNvPr>
          <p:cNvSpPr>
            <a:spLocks noGrp="1"/>
          </p:cNvSpPr>
          <p:nvPr/>
        </p:nvSpPr>
        <p:spPr>
          <a:xfrm>
            <a:off x="4991100" y="1590675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01  问题一</a:t>
            </a:r>
          </a:p>
        </p:txBody>
      </p:sp>
      <p:sp>
        <p:nvSpPr>
          <p:cNvPr id="5" name="problem-body-0">
            <a:extLst>
              <a:ext uri="{FF2B5EF4-FFF2-40B4-BE49-F238E27FC236}">
                <a16:creationId xmlns:a16="http://schemas.microsoft.com/office/drawing/2014/main" id="{D58A4895-6A2E-4E5B-9D58-2F28731955DD}"/>
              </a:ext>
            </a:extLst>
          </p:cNvPr>
          <p:cNvSpPr>
            <a:spLocks noGrp="1"/>
          </p:cNvSpPr>
          <p:nvPr/>
        </p:nvSpPr>
        <p:spPr>
          <a:xfrm>
            <a:off x="4991100" y="2114550"/>
            <a:ext cx="2971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[观察到的现象]</a:t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[对结果的影响]</a:t>
            </a:r>
          </a:p>
        </p:txBody>
      </p:sp>
      <p:sp>
        <p:nvSpPr>
          <p:cNvPr id="6" name="problem-1">
            <a:extLst>
              <a:ext uri="{FF2B5EF4-FFF2-40B4-BE49-F238E27FC236}">
                <a16:creationId xmlns:a16="http://schemas.microsoft.com/office/drawing/2014/main" id="{654942CD-A2CC-4025-82BF-BBF3197988E9}"/>
              </a:ext>
            </a:extLst>
          </p:cNvPr>
          <p:cNvSpPr>
            <a:spLocks noGrp="1"/>
          </p:cNvSpPr>
          <p:nvPr/>
        </p:nvSpPr>
        <p:spPr>
          <a:xfrm>
            <a:off x="8420100" y="1428750"/>
            <a:ext cx="3352800" cy="2019300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7" name="problem-title-1">
            <a:extLst>
              <a:ext uri="{FF2B5EF4-FFF2-40B4-BE49-F238E27FC236}">
                <a16:creationId xmlns:a16="http://schemas.microsoft.com/office/drawing/2014/main" id="{19541C2D-3C2C-4E33-BE4A-88411CC2D6DD}"/>
              </a:ext>
            </a:extLst>
          </p:cNvPr>
          <p:cNvSpPr>
            <a:spLocks noGrp="1"/>
          </p:cNvSpPr>
          <p:nvPr/>
        </p:nvSpPr>
        <p:spPr>
          <a:xfrm>
            <a:off x="8610600" y="1590675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02  问题二</a:t>
            </a:r>
          </a:p>
        </p:txBody>
      </p:sp>
      <p:sp>
        <p:nvSpPr>
          <p:cNvPr id="8" name="problem-body-1">
            <a:extLst>
              <a:ext uri="{FF2B5EF4-FFF2-40B4-BE49-F238E27FC236}">
                <a16:creationId xmlns:a16="http://schemas.microsoft.com/office/drawing/2014/main" id="{A16BA091-0D14-44A5-B519-F6EB14DF80EB}"/>
              </a:ext>
            </a:extLst>
          </p:cNvPr>
          <p:cNvSpPr>
            <a:spLocks noGrp="1"/>
          </p:cNvSpPr>
          <p:nvPr/>
        </p:nvSpPr>
        <p:spPr>
          <a:xfrm>
            <a:off x="8610600" y="2114550"/>
            <a:ext cx="2971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[观察到的现象]</a:t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[对结果的影响]</a:t>
            </a:r>
          </a:p>
        </p:txBody>
      </p:sp>
      <p:sp>
        <p:nvSpPr>
          <p:cNvPr id="9" name="problem-2">
            <a:extLst>
              <a:ext uri="{FF2B5EF4-FFF2-40B4-BE49-F238E27FC236}">
                <a16:creationId xmlns:a16="http://schemas.microsoft.com/office/drawing/2014/main" id="{0A5BFFB3-9AFD-483B-9A3F-64725E10D35D}"/>
              </a:ext>
            </a:extLst>
          </p:cNvPr>
          <p:cNvSpPr>
            <a:spLocks noGrp="1"/>
          </p:cNvSpPr>
          <p:nvPr/>
        </p:nvSpPr>
        <p:spPr>
          <a:xfrm>
            <a:off x="4800600" y="3695700"/>
            <a:ext cx="3352800" cy="201930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10" name="problem-title-2">
            <a:extLst>
              <a:ext uri="{FF2B5EF4-FFF2-40B4-BE49-F238E27FC236}">
                <a16:creationId xmlns:a16="http://schemas.microsoft.com/office/drawing/2014/main" id="{D7FA3FE4-7CCF-4BC9-99E5-EAD631E115EF}"/>
              </a:ext>
            </a:extLst>
          </p:cNvPr>
          <p:cNvSpPr>
            <a:spLocks noGrp="1"/>
          </p:cNvSpPr>
          <p:nvPr/>
        </p:nvSpPr>
        <p:spPr>
          <a:xfrm>
            <a:off x="4991100" y="3857625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03  问题三</a:t>
            </a:r>
          </a:p>
        </p:txBody>
      </p:sp>
      <p:sp>
        <p:nvSpPr>
          <p:cNvPr id="11" name="problem-body-2">
            <a:extLst>
              <a:ext uri="{FF2B5EF4-FFF2-40B4-BE49-F238E27FC236}">
                <a16:creationId xmlns:a16="http://schemas.microsoft.com/office/drawing/2014/main" id="{86F424C7-35FA-4B6D-901D-8D1B11BE2560}"/>
              </a:ext>
            </a:extLst>
          </p:cNvPr>
          <p:cNvSpPr>
            <a:spLocks noGrp="1"/>
          </p:cNvSpPr>
          <p:nvPr/>
        </p:nvSpPr>
        <p:spPr>
          <a:xfrm>
            <a:off x="4991100" y="4381500"/>
            <a:ext cx="2971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[观察到的现象]</a:t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[对结果的影响]</a:t>
            </a:r>
          </a:p>
        </p:txBody>
      </p:sp>
      <p:sp>
        <p:nvSpPr>
          <p:cNvPr id="12" name="problem-3">
            <a:extLst>
              <a:ext uri="{FF2B5EF4-FFF2-40B4-BE49-F238E27FC236}">
                <a16:creationId xmlns:a16="http://schemas.microsoft.com/office/drawing/2014/main" id="{487DEEC8-B235-4626-8C67-6F6872B23AC9}"/>
              </a:ext>
            </a:extLst>
          </p:cNvPr>
          <p:cNvSpPr>
            <a:spLocks noGrp="1"/>
          </p:cNvSpPr>
          <p:nvPr/>
        </p:nvSpPr>
        <p:spPr>
          <a:xfrm>
            <a:off x="8420100" y="3695700"/>
            <a:ext cx="3352800" cy="2019300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13" name="problem-title-3">
            <a:extLst>
              <a:ext uri="{FF2B5EF4-FFF2-40B4-BE49-F238E27FC236}">
                <a16:creationId xmlns:a16="http://schemas.microsoft.com/office/drawing/2014/main" id="{3307860A-0ADE-4038-A90A-60A4F284EE6E}"/>
              </a:ext>
            </a:extLst>
          </p:cNvPr>
          <p:cNvSpPr>
            <a:spLocks noGrp="1"/>
          </p:cNvSpPr>
          <p:nvPr/>
        </p:nvSpPr>
        <p:spPr>
          <a:xfrm>
            <a:off x="8610600" y="3857625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04  问题四</a:t>
            </a:r>
          </a:p>
        </p:txBody>
      </p:sp>
      <p:sp>
        <p:nvSpPr>
          <p:cNvPr id="14" name="problem-body-3">
            <a:extLst>
              <a:ext uri="{FF2B5EF4-FFF2-40B4-BE49-F238E27FC236}">
                <a16:creationId xmlns:a16="http://schemas.microsoft.com/office/drawing/2014/main" id="{7E6E4B01-5DB8-486C-828E-A89623BC703B}"/>
              </a:ext>
            </a:extLst>
          </p:cNvPr>
          <p:cNvSpPr>
            <a:spLocks noGrp="1"/>
          </p:cNvSpPr>
          <p:nvPr/>
        </p:nvSpPr>
        <p:spPr>
          <a:xfrm>
            <a:off x="8610600" y="4381500"/>
            <a:ext cx="2971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[观察到的现象]</a:t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[对结果的影响]</a:t>
            </a:r>
          </a:p>
        </p:txBody>
      </p:sp>
      <p:sp>
        <p:nvSpPr>
          <p:cNvPr id="15" name="TAKEAWAY">
            <a:extLst>
              <a:ext uri="{FF2B5EF4-FFF2-40B4-BE49-F238E27FC236}">
                <a16:creationId xmlns:a16="http://schemas.microsoft.com/office/drawing/2014/main" id="{AF16FBE4-E946-4CFE-8225-B6205DEDED04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457200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[共同原因：这些问题背后的关键缺口]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5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AGE_TITLE">
            <a:extLst>
              <a:ext uri="{FF2B5EF4-FFF2-40B4-BE49-F238E27FC236}">
                <a16:creationId xmlns:a16="http://schemas.microsoft.com/office/drawing/2014/main" id="{07CCD427-D1EB-452B-94BB-56D2A20C6DCB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1.1  国内外研究现状</a:t>
            </a:r>
          </a:p>
        </p:txBody>
      </p:sp>
      <p:sp>
        <p:nvSpPr>
          <p:cNvPr id="2" name="literature-column-0">
            <a:extLst>
              <a:ext uri="{FF2B5EF4-FFF2-40B4-BE49-F238E27FC236}">
                <a16:creationId xmlns:a16="http://schemas.microsoft.com/office/drawing/2014/main" id="{7C30C90E-6356-4D77-97B7-0F6CD03841B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268605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3" name="approach-title-0">
            <a:extLst>
              <a:ext uri="{FF2B5EF4-FFF2-40B4-BE49-F238E27FC236}">
                <a16:creationId xmlns:a16="http://schemas.microsoft.com/office/drawing/2014/main" id="{15428AEC-9E7A-447F-AE68-ACF1AB9728C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2686050" cy="514350"/>
          </a:xfrm>
          <a:prstGeom prst="rect">
            <a:avLst/>
          </a:prstGeom>
          <a:solidFill>
            <a:srgbClr val="002554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方法类别一</a:t>
            </a:r>
          </a:p>
        </p:txBody>
      </p:sp>
      <p:sp>
        <p:nvSpPr>
          <p:cNvPr id="4" name="IMAGE_literature-0">
            <a:extLst>
              <a:ext uri="{FF2B5EF4-FFF2-40B4-BE49-F238E27FC236}">
                <a16:creationId xmlns:a16="http://schemas.microsoft.com/office/drawing/2014/main" id="{9E2406B8-597F-4CB8-A646-76D94DC1D7D5}"/>
              </a:ext>
            </a:extLst>
          </p:cNvPr>
          <p:cNvSpPr>
            <a:spLocks noGrp="1"/>
          </p:cNvSpPr>
          <p:nvPr/>
        </p:nvSpPr>
        <p:spPr>
          <a:xfrm>
            <a:off x="561975" y="2095500"/>
            <a:ext cx="2400300" cy="13811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[代表方法图]</a:t>
            </a:r>
          </a:p>
        </p:txBody>
      </p:sp>
      <p:sp>
        <p:nvSpPr>
          <p:cNvPr id="5" name="approach-0">
            <a:extLst>
              <a:ext uri="{FF2B5EF4-FFF2-40B4-BE49-F238E27FC236}">
                <a16:creationId xmlns:a16="http://schemas.microsoft.com/office/drawing/2014/main" id="{56C8C0EF-9021-4C7E-98F3-0358DE9BAC47}"/>
              </a:ext>
            </a:extLst>
          </p:cNvPr>
          <p:cNvSpPr>
            <a:spLocks noGrp="1"/>
          </p:cNvSpPr>
          <p:nvPr/>
        </p:nvSpPr>
        <p:spPr>
          <a:xfrm>
            <a:off x="561975" y="3619500"/>
            <a:ext cx="2400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[一句话解释]</a:t>
            </a:r>
          </a:p>
        </p:txBody>
      </p:sp>
      <p:sp>
        <p:nvSpPr>
          <p:cNvPr id="6" name="paper-0">
            <a:extLst>
              <a:ext uri="{FF2B5EF4-FFF2-40B4-BE49-F238E27FC236}">
                <a16:creationId xmlns:a16="http://schemas.microsoft.com/office/drawing/2014/main" id="{79E7148F-EADB-4D8E-B891-FB0E82836631}"/>
              </a:ext>
            </a:extLst>
          </p:cNvPr>
          <p:cNvSpPr>
            <a:spLocks noGrp="1"/>
          </p:cNvSpPr>
          <p:nvPr/>
        </p:nvSpPr>
        <p:spPr>
          <a:xfrm>
            <a:off x="561975" y="4448175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代表工作</a:t>
            </a:r>
          </a:p>
          <a:p>
            <a: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[作者，年份]</a:t>
            </a:r>
          </a:p>
        </p:txBody>
      </p:sp>
      <p:sp>
        <p:nvSpPr>
          <p:cNvPr id="7" name="gap-0">
            <a:extLst>
              <a:ext uri="{FF2B5EF4-FFF2-40B4-BE49-F238E27FC236}">
                <a16:creationId xmlns:a16="http://schemas.microsoft.com/office/drawing/2014/main" id="{254D1CB5-7F66-45FF-A08E-55E02A592F78}"/>
              </a:ext>
            </a:extLst>
          </p:cNvPr>
          <p:cNvSpPr>
            <a:spLocks noGrp="1"/>
          </p:cNvSpPr>
          <p:nvPr/>
        </p:nvSpPr>
        <p:spPr>
          <a:xfrm>
            <a:off x="561975" y="521970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rPr>
              <a:t>尚存不足：[具体缺口]</a:t>
            </a:r>
          </a:p>
        </p:txBody>
      </p:sp>
      <p:sp>
        <p:nvSpPr>
          <p:cNvPr id="8" name="literature-column-1">
            <a:extLst>
              <a:ext uri="{FF2B5EF4-FFF2-40B4-BE49-F238E27FC236}">
                <a16:creationId xmlns:a16="http://schemas.microsoft.com/office/drawing/2014/main" id="{7FA8F478-BF5B-4B59-A368-4864001D0F96}"/>
              </a:ext>
            </a:extLst>
          </p:cNvPr>
          <p:cNvSpPr>
            <a:spLocks noGrp="1"/>
          </p:cNvSpPr>
          <p:nvPr/>
        </p:nvSpPr>
        <p:spPr>
          <a:xfrm>
            <a:off x="3305175" y="1428750"/>
            <a:ext cx="268605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9" name="approach-title-1">
            <a:extLst>
              <a:ext uri="{FF2B5EF4-FFF2-40B4-BE49-F238E27FC236}">
                <a16:creationId xmlns:a16="http://schemas.microsoft.com/office/drawing/2014/main" id="{6178A58D-5BC0-4B33-A778-CEF27C7B8DF2}"/>
              </a:ext>
            </a:extLst>
          </p:cNvPr>
          <p:cNvSpPr>
            <a:spLocks noGrp="1"/>
          </p:cNvSpPr>
          <p:nvPr/>
        </p:nvSpPr>
        <p:spPr>
          <a:xfrm>
            <a:off x="3305175" y="1428750"/>
            <a:ext cx="2686050" cy="514350"/>
          </a:xfrm>
          <a:prstGeom prst="rect">
            <a:avLst/>
          </a:prstGeom>
          <a:solidFill>
            <a:srgbClr val="115740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方法类别二</a:t>
            </a:r>
          </a:p>
        </p:txBody>
      </p:sp>
      <p:sp>
        <p:nvSpPr>
          <p:cNvPr id="10" name="IMAGE_literature-1">
            <a:extLst>
              <a:ext uri="{FF2B5EF4-FFF2-40B4-BE49-F238E27FC236}">
                <a16:creationId xmlns:a16="http://schemas.microsoft.com/office/drawing/2014/main" id="{567ADFC7-2627-49E4-8CE1-3521CAA29B88}"/>
              </a:ext>
            </a:extLst>
          </p:cNvPr>
          <p:cNvSpPr>
            <a:spLocks noGrp="1"/>
          </p:cNvSpPr>
          <p:nvPr/>
        </p:nvSpPr>
        <p:spPr>
          <a:xfrm>
            <a:off x="3448050" y="2095500"/>
            <a:ext cx="2400300" cy="13811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[代表方法图]</a:t>
            </a:r>
          </a:p>
        </p:txBody>
      </p:sp>
      <p:sp>
        <p:nvSpPr>
          <p:cNvPr id="11" name="approach-1">
            <a:extLst>
              <a:ext uri="{FF2B5EF4-FFF2-40B4-BE49-F238E27FC236}">
                <a16:creationId xmlns:a16="http://schemas.microsoft.com/office/drawing/2014/main" id="{150E0217-01A7-4A5F-9C97-F3F78BED4854}"/>
              </a:ext>
            </a:extLst>
          </p:cNvPr>
          <p:cNvSpPr>
            <a:spLocks noGrp="1"/>
          </p:cNvSpPr>
          <p:nvPr/>
        </p:nvSpPr>
        <p:spPr>
          <a:xfrm>
            <a:off x="3448050" y="3619500"/>
            <a:ext cx="2400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[一句话解释]</a:t>
            </a:r>
          </a:p>
        </p:txBody>
      </p:sp>
      <p:sp>
        <p:nvSpPr>
          <p:cNvPr id="12" name="paper-1">
            <a:extLst>
              <a:ext uri="{FF2B5EF4-FFF2-40B4-BE49-F238E27FC236}">
                <a16:creationId xmlns:a16="http://schemas.microsoft.com/office/drawing/2014/main" id="{8C0B6202-B3F4-4D6C-9710-A86B20D73CB8}"/>
              </a:ext>
            </a:extLst>
          </p:cNvPr>
          <p:cNvSpPr>
            <a:spLocks noGrp="1"/>
          </p:cNvSpPr>
          <p:nvPr/>
        </p:nvSpPr>
        <p:spPr>
          <a:xfrm>
            <a:off x="3448050" y="4448175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代表工作</a:t>
            </a:r>
          </a:p>
          <a:p>
            <a: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[作者，年份]</a:t>
            </a:r>
          </a:p>
        </p:txBody>
      </p:sp>
      <p:sp>
        <p:nvSpPr>
          <p:cNvPr id="13" name="gap-1">
            <a:extLst>
              <a:ext uri="{FF2B5EF4-FFF2-40B4-BE49-F238E27FC236}">
                <a16:creationId xmlns:a16="http://schemas.microsoft.com/office/drawing/2014/main" id="{54B1AD22-A91C-4060-AEA0-89E58D4CA437}"/>
              </a:ext>
            </a:extLst>
          </p:cNvPr>
          <p:cNvSpPr>
            <a:spLocks noGrp="1"/>
          </p:cNvSpPr>
          <p:nvPr/>
        </p:nvSpPr>
        <p:spPr>
          <a:xfrm>
            <a:off x="3448050" y="521970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rPr>
              <a:t>尚存不足：[具体缺口]</a:t>
            </a:r>
          </a:p>
        </p:txBody>
      </p:sp>
      <p:sp>
        <p:nvSpPr>
          <p:cNvPr id="14" name="literature-column-2">
            <a:extLst>
              <a:ext uri="{FF2B5EF4-FFF2-40B4-BE49-F238E27FC236}">
                <a16:creationId xmlns:a16="http://schemas.microsoft.com/office/drawing/2014/main" id="{C766730F-AC3C-4D4E-9DA6-7FE57611AF1B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268605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15" name="approach-title-2">
            <a:extLst>
              <a:ext uri="{FF2B5EF4-FFF2-40B4-BE49-F238E27FC236}">
                <a16:creationId xmlns:a16="http://schemas.microsoft.com/office/drawing/2014/main" id="{FE371C72-E0C2-44FF-A3C8-4615B72A33BD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2686050" cy="514350"/>
          </a:xfrm>
          <a:prstGeom prst="rect">
            <a:avLst/>
          </a:prstGeom>
          <a:solidFill>
            <a:srgbClr val="002554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方法类别三</a:t>
            </a:r>
          </a:p>
        </p:txBody>
      </p:sp>
      <p:sp>
        <p:nvSpPr>
          <p:cNvPr id="16" name="IMAGE_literature-2">
            <a:extLst>
              <a:ext uri="{FF2B5EF4-FFF2-40B4-BE49-F238E27FC236}">
                <a16:creationId xmlns:a16="http://schemas.microsoft.com/office/drawing/2014/main" id="{F648C9C5-C800-4114-A760-95695A96D85F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2400300" cy="13811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[代表方法图]</a:t>
            </a:r>
          </a:p>
        </p:txBody>
      </p:sp>
      <p:sp>
        <p:nvSpPr>
          <p:cNvPr id="17" name="approach-2">
            <a:extLst>
              <a:ext uri="{FF2B5EF4-FFF2-40B4-BE49-F238E27FC236}">
                <a16:creationId xmlns:a16="http://schemas.microsoft.com/office/drawing/2014/main" id="{82451F6C-9D07-4BD7-AC5E-C621EECD4B29}"/>
              </a:ext>
            </a:extLst>
          </p:cNvPr>
          <p:cNvSpPr>
            <a:spLocks noGrp="1"/>
          </p:cNvSpPr>
          <p:nvPr/>
        </p:nvSpPr>
        <p:spPr>
          <a:xfrm>
            <a:off x="6334125" y="3619500"/>
            <a:ext cx="2400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[一句话解释]</a:t>
            </a:r>
          </a:p>
        </p:txBody>
      </p:sp>
      <p:sp>
        <p:nvSpPr>
          <p:cNvPr id="18" name="paper-2">
            <a:extLst>
              <a:ext uri="{FF2B5EF4-FFF2-40B4-BE49-F238E27FC236}">
                <a16:creationId xmlns:a16="http://schemas.microsoft.com/office/drawing/2014/main" id="{38C5B140-7647-45AA-896C-AE085CD4D34C}"/>
              </a:ext>
            </a:extLst>
          </p:cNvPr>
          <p:cNvSpPr>
            <a:spLocks noGrp="1"/>
          </p:cNvSpPr>
          <p:nvPr/>
        </p:nvSpPr>
        <p:spPr>
          <a:xfrm>
            <a:off x="6334125" y="4448175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代表工作</a:t>
            </a:r>
          </a:p>
          <a:p>
            <a: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[作者，年份]</a:t>
            </a:r>
          </a:p>
        </p:txBody>
      </p:sp>
      <p:sp>
        <p:nvSpPr>
          <p:cNvPr id="19" name="gap-2">
            <a:extLst>
              <a:ext uri="{FF2B5EF4-FFF2-40B4-BE49-F238E27FC236}">
                <a16:creationId xmlns:a16="http://schemas.microsoft.com/office/drawing/2014/main" id="{8F76781B-0DB0-4AD0-BDFD-65613EC7DFA0}"/>
              </a:ext>
            </a:extLst>
          </p:cNvPr>
          <p:cNvSpPr>
            <a:spLocks noGrp="1"/>
          </p:cNvSpPr>
          <p:nvPr/>
        </p:nvSpPr>
        <p:spPr>
          <a:xfrm>
            <a:off x="6334125" y="521970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rPr>
              <a:t>尚存不足：[具体缺口]</a:t>
            </a:r>
          </a:p>
        </p:txBody>
      </p:sp>
      <p:sp>
        <p:nvSpPr>
          <p:cNvPr id="20" name="literature-column-3">
            <a:extLst>
              <a:ext uri="{FF2B5EF4-FFF2-40B4-BE49-F238E27FC236}">
                <a16:creationId xmlns:a16="http://schemas.microsoft.com/office/drawing/2014/main" id="{A77481BA-4DF9-4966-8149-2097A1B0F1FC}"/>
              </a:ext>
            </a:extLst>
          </p:cNvPr>
          <p:cNvSpPr>
            <a:spLocks noGrp="1"/>
          </p:cNvSpPr>
          <p:nvPr/>
        </p:nvSpPr>
        <p:spPr>
          <a:xfrm>
            <a:off x="9077325" y="1428750"/>
            <a:ext cx="268605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21" name="approach-title-3">
            <a:extLst>
              <a:ext uri="{FF2B5EF4-FFF2-40B4-BE49-F238E27FC236}">
                <a16:creationId xmlns:a16="http://schemas.microsoft.com/office/drawing/2014/main" id="{CB828CB3-6957-47E3-8C2A-9E2D786A805E}"/>
              </a:ext>
            </a:extLst>
          </p:cNvPr>
          <p:cNvSpPr>
            <a:spLocks noGrp="1"/>
          </p:cNvSpPr>
          <p:nvPr/>
        </p:nvSpPr>
        <p:spPr>
          <a:xfrm>
            <a:off x="9077325" y="1428750"/>
            <a:ext cx="2686050" cy="514350"/>
          </a:xfrm>
          <a:prstGeom prst="rect">
            <a:avLst/>
          </a:prstGeom>
          <a:solidFill>
            <a:srgbClr val="115740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方法类别四</a:t>
            </a:r>
          </a:p>
        </p:txBody>
      </p:sp>
      <p:sp>
        <p:nvSpPr>
          <p:cNvPr id="22" name="IMAGE_literature-3">
            <a:extLst>
              <a:ext uri="{FF2B5EF4-FFF2-40B4-BE49-F238E27FC236}">
                <a16:creationId xmlns:a16="http://schemas.microsoft.com/office/drawing/2014/main" id="{78D2C821-1591-4161-8776-A2D0716CF8E5}"/>
              </a:ext>
            </a:extLst>
          </p:cNvPr>
          <p:cNvSpPr>
            <a:spLocks noGrp="1"/>
          </p:cNvSpPr>
          <p:nvPr/>
        </p:nvSpPr>
        <p:spPr>
          <a:xfrm>
            <a:off x="9220200" y="2095500"/>
            <a:ext cx="2400300" cy="13811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[代表方法图]</a:t>
            </a:r>
          </a:p>
        </p:txBody>
      </p:sp>
      <p:sp>
        <p:nvSpPr>
          <p:cNvPr id="23" name="approach-3">
            <a:extLst>
              <a:ext uri="{FF2B5EF4-FFF2-40B4-BE49-F238E27FC236}">
                <a16:creationId xmlns:a16="http://schemas.microsoft.com/office/drawing/2014/main" id="{B4469146-20B9-4F8F-B208-C807A18EF5D4}"/>
              </a:ext>
            </a:extLst>
          </p:cNvPr>
          <p:cNvSpPr>
            <a:spLocks noGrp="1"/>
          </p:cNvSpPr>
          <p:nvPr/>
        </p:nvSpPr>
        <p:spPr>
          <a:xfrm>
            <a:off x="9220200" y="3619500"/>
            <a:ext cx="2400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def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[一句话解释]</a:t>
            </a:r>
          </a:p>
        </p:txBody>
      </p:sp>
      <p:sp>
        <p:nvSpPr>
          <p:cNvPr id="24" name="paper-3">
            <a:extLst>
              <a:ext uri="{FF2B5EF4-FFF2-40B4-BE49-F238E27FC236}">
                <a16:creationId xmlns:a16="http://schemas.microsoft.com/office/drawing/2014/main" id="{C1E47D42-5012-4A4A-A027-4CD8D8DABFEB}"/>
              </a:ext>
            </a:extLst>
          </p:cNvPr>
          <p:cNvSpPr>
            <a:spLocks noGrp="1"/>
          </p:cNvSpPr>
          <p:nvPr/>
        </p:nvSpPr>
        <p:spPr>
          <a:xfrm>
            <a:off x="9220200" y="4448175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代表工作</a:t>
            </a:r>
          </a:p>
          <a:p>
            <a:pPr algn="l">
              <a:def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[作者，年份]</a:t>
            </a:r>
          </a:p>
        </p:txBody>
      </p:sp>
      <p:sp>
        <p:nvSpPr>
          <p:cNvPr id="25" name="gap-3">
            <a:extLst>
              <a:ext uri="{FF2B5EF4-FFF2-40B4-BE49-F238E27FC236}">
                <a16:creationId xmlns:a16="http://schemas.microsoft.com/office/drawing/2014/main" id="{6931462B-7364-4C7D-9903-1C263E72CACA}"/>
              </a:ext>
            </a:extLst>
          </p:cNvPr>
          <p:cNvSpPr>
            <a:spLocks noGrp="1"/>
          </p:cNvSpPr>
          <p:nvPr/>
        </p:nvSpPr>
        <p:spPr>
          <a:xfrm>
            <a:off x="9220200" y="521970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pPr>
            <a:r>
              <a:rPr sz="1575" b="0">
                <a:solidFill>
                  <a:srgbClr val="B01F2E"/>
                </a:solidFill>
                <a:latin typeface="Arial"/>
                <a:ea typeface="Microsoft YaHei"/>
                <a:cs typeface="Arial"/>
              </a:rPr>
              <a:t>尚存不足：[具体缺口]</a:t>
            </a:r>
          </a:p>
        </p:txBody>
      </p:sp>
      <p:sp>
        <p:nvSpPr>
          <p:cNvPr id="26" name="TAKEAWAY">
            <a:extLst>
              <a:ext uri="{FF2B5EF4-FFF2-40B4-BE49-F238E27FC236}">
                <a16:creationId xmlns:a16="http://schemas.microsoft.com/office/drawing/2014/main" id="{B794E42D-FFF4-482B-8F75-562DE9E3F070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457200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[研究切入点：已有工作尚未解决的共同问题]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6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">
            <a:extLst>
              <a:ext uri="{FF2B5EF4-FFF2-40B4-BE49-F238E27FC236}">
                <a16:creationId xmlns:a16="http://schemas.microsoft.com/office/drawing/2014/main" id="{B73B1E14-E27B-4BF7-B13D-65D6BD88342C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5153025" y="4814888"/>
            <a:ext cx="4476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23" name="">
            <a:extLst>
              <a:ext uri="{FF2B5EF4-FFF2-40B4-BE49-F238E27FC236}">
                <a16:creationId xmlns:a16="http://schemas.microsoft.com/office/drawing/2014/main" id="{4622CE56-6A46-40A6-90CC-6B381851E2C1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2657475" y="4814888"/>
            <a:ext cx="4476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19" name="">
            <a:extLst>
              <a:ext uri="{FF2B5EF4-FFF2-40B4-BE49-F238E27FC236}">
                <a16:creationId xmlns:a16="http://schemas.microsoft.com/office/drawing/2014/main" id="{28254DA9-A442-4DD5-A19F-5F326C76EB99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5153025" y="3948113"/>
            <a:ext cx="4476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18" name="">
            <a:extLst>
              <a:ext uri="{FF2B5EF4-FFF2-40B4-BE49-F238E27FC236}">
                <a16:creationId xmlns:a16="http://schemas.microsoft.com/office/drawing/2014/main" id="{C54F3F16-BD3F-4AA5-990E-8E6A5A4963C5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2657475" y="3948113"/>
            <a:ext cx="4476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14" name="">
            <a:extLst>
              <a:ext uri="{FF2B5EF4-FFF2-40B4-BE49-F238E27FC236}">
                <a16:creationId xmlns:a16="http://schemas.microsoft.com/office/drawing/2014/main" id="{E88ADB1D-7E20-4993-9C4C-9B50147D0A46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153025" y="3081338"/>
            <a:ext cx="4476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13" name="">
            <a:extLst>
              <a:ext uri="{FF2B5EF4-FFF2-40B4-BE49-F238E27FC236}">
                <a16:creationId xmlns:a16="http://schemas.microsoft.com/office/drawing/2014/main" id="{3B0D4B29-F71F-4A22-8EE9-A6A6364A6F59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2657475" y="3081338"/>
            <a:ext cx="4476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9" name="">
            <a:extLst>
              <a:ext uri="{FF2B5EF4-FFF2-40B4-BE49-F238E27FC236}">
                <a16:creationId xmlns:a16="http://schemas.microsoft.com/office/drawing/2014/main" id="{4285A62A-13DF-4BC0-B6A5-4CB6948FC74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153025" y="2214563"/>
            <a:ext cx="4476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8" name="">
            <a:extLst>
              <a:ext uri="{FF2B5EF4-FFF2-40B4-BE49-F238E27FC236}">
                <a16:creationId xmlns:a16="http://schemas.microsoft.com/office/drawing/2014/main" id="{F6B28B84-5B90-4FCD-B871-6FA9C6E06A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657475" y="2214563"/>
            <a:ext cx="4476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sp>
        <p:nvSpPr>
          <p:cNvPr id="27" name="PAGE_TITLE">
            <a:extLst>
              <a:ext uri="{FF2B5EF4-FFF2-40B4-BE49-F238E27FC236}">
                <a16:creationId xmlns:a16="http://schemas.microsoft.com/office/drawing/2014/main" id="{F32A9574-AB44-4120-9D94-28D51677FFDE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1.2  研究目标与内容</a:t>
            </a:r>
          </a:p>
        </p:txBody>
      </p:sp>
      <p:sp>
        <p:nvSpPr>
          <p:cNvPr id="2" name="caption">
            <a:extLst>
              <a:ext uri="{FF2B5EF4-FFF2-40B4-BE49-F238E27FC236}">
                <a16:creationId xmlns:a16="http://schemas.microsoft.com/office/drawing/2014/main" id="{3C72A994-B120-4726-9579-46F97F527201}"/>
              </a:ext>
            </a:extLst>
          </p:cNvPr>
          <p:cNvSpPr>
            <a:spLocks noGrp="1"/>
          </p:cNvSpPr>
          <p:nvPr/>
        </p:nvSpPr>
        <p:spPr>
          <a:xfrm>
            <a:off x="419100" y="1333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研究问题</a:t>
            </a:r>
          </a:p>
        </p:txBody>
      </p:sp>
      <p:sp>
        <p:nvSpPr>
          <p:cNvPr id="3" name="caption">
            <a:extLst>
              <a:ext uri="{FF2B5EF4-FFF2-40B4-BE49-F238E27FC236}">
                <a16:creationId xmlns:a16="http://schemas.microsoft.com/office/drawing/2014/main" id="{2136AF0F-CDFA-41F0-B880-217595003A4C}"/>
              </a:ext>
            </a:extLst>
          </p:cNvPr>
          <p:cNvSpPr>
            <a:spLocks noGrp="1"/>
          </p:cNvSpPr>
          <p:nvPr/>
        </p:nvSpPr>
        <p:spPr>
          <a:xfrm>
            <a:off x="3105150" y="1333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关键思路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FCEB2DA9-0C38-4538-B5BC-BA4576C8BF71}"/>
              </a:ext>
            </a:extLst>
          </p:cNvPr>
          <p:cNvSpPr>
            <a:spLocks noGrp="1"/>
          </p:cNvSpPr>
          <p:nvPr/>
        </p:nvSpPr>
        <p:spPr>
          <a:xfrm>
            <a:off x="5600700" y="1333500"/>
            <a:ext cx="617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研究内容与验证</a:t>
            </a:r>
          </a:p>
        </p:txBody>
      </p:sp>
      <p:sp>
        <p:nvSpPr>
          <p:cNvPr id="5" name="research-problem-0">
            <a:extLst>
              <a:ext uri="{FF2B5EF4-FFF2-40B4-BE49-F238E27FC236}">
                <a16:creationId xmlns:a16="http://schemas.microsoft.com/office/drawing/2014/main" id="{BB05FD17-8F20-4AD8-89B0-0936A095B638}"/>
              </a:ext>
            </a:extLst>
          </p:cNvPr>
          <p:cNvSpPr>
            <a:spLocks noGrp="1"/>
          </p:cNvSpPr>
          <p:nvPr/>
        </p:nvSpPr>
        <p:spPr>
          <a:xfrm>
            <a:off x="419100" y="1885950"/>
            <a:ext cx="2238375" cy="6572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[问题 1]</a:t>
            </a:r>
          </a:p>
        </p:txBody>
      </p:sp>
      <p:sp>
        <p:nvSpPr>
          <p:cNvPr id="6" name="research-prior-0">
            <a:extLst>
              <a:ext uri="{FF2B5EF4-FFF2-40B4-BE49-F238E27FC236}">
                <a16:creationId xmlns:a16="http://schemas.microsoft.com/office/drawing/2014/main" id="{44E75FA2-7311-4225-B6B2-27CBF5686CFE}"/>
              </a:ext>
            </a:extLst>
          </p:cNvPr>
          <p:cNvSpPr>
            <a:spLocks noGrp="1"/>
          </p:cNvSpPr>
          <p:nvPr/>
        </p:nvSpPr>
        <p:spPr>
          <a:xfrm>
            <a:off x="3105150" y="1885950"/>
            <a:ext cx="2047875" cy="657225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[关键思路 1]</a:t>
            </a:r>
          </a:p>
        </p:txBody>
      </p:sp>
      <p:sp>
        <p:nvSpPr>
          <p:cNvPr id="7" name="research-module-0">
            <a:extLst>
              <a:ext uri="{FF2B5EF4-FFF2-40B4-BE49-F238E27FC236}">
                <a16:creationId xmlns:a16="http://schemas.microsoft.com/office/drawing/2014/main" id="{DFCF24AB-E393-4430-A6EA-F5634FCB50D5}"/>
              </a:ext>
            </a:extLst>
          </p:cNvPr>
          <p:cNvSpPr>
            <a:spLocks noGrp="1"/>
          </p:cNvSpPr>
          <p:nvPr/>
        </p:nvSpPr>
        <p:spPr>
          <a:xfrm>
            <a:off x="5600700" y="1885950"/>
            <a:ext cx="6172200" cy="657225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研究内容 1：[方法名称与验证任务]</a:t>
            </a:r>
          </a:p>
        </p:txBody>
      </p:sp>
      <p:sp>
        <p:nvSpPr>
          <p:cNvPr id="10" name="research-problem-1">
            <a:extLst>
              <a:ext uri="{FF2B5EF4-FFF2-40B4-BE49-F238E27FC236}">
                <a16:creationId xmlns:a16="http://schemas.microsoft.com/office/drawing/2014/main" id="{7E9077CE-834F-4B2F-A225-3A6647963233}"/>
              </a:ext>
            </a:extLst>
          </p:cNvPr>
          <p:cNvSpPr>
            <a:spLocks noGrp="1"/>
          </p:cNvSpPr>
          <p:nvPr/>
        </p:nvSpPr>
        <p:spPr>
          <a:xfrm>
            <a:off x="419100" y="2752725"/>
            <a:ext cx="2238375" cy="6572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[问题 2]</a:t>
            </a:r>
          </a:p>
        </p:txBody>
      </p:sp>
      <p:sp>
        <p:nvSpPr>
          <p:cNvPr id="11" name="research-prior-1">
            <a:extLst>
              <a:ext uri="{FF2B5EF4-FFF2-40B4-BE49-F238E27FC236}">
                <a16:creationId xmlns:a16="http://schemas.microsoft.com/office/drawing/2014/main" id="{A1F2AB38-0C47-4B3A-BC2C-11992CC42B99}"/>
              </a:ext>
            </a:extLst>
          </p:cNvPr>
          <p:cNvSpPr>
            <a:spLocks noGrp="1"/>
          </p:cNvSpPr>
          <p:nvPr/>
        </p:nvSpPr>
        <p:spPr>
          <a:xfrm>
            <a:off x="3105150" y="2752725"/>
            <a:ext cx="2047875" cy="657225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[关键思路 2]</a:t>
            </a:r>
          </a:p>
        </p:txBody>
      </p:sp>
      <p:sp>
        <p:nvSpPr>
          <p:cNvPr id="12" name="research-module-1">
            <a:extLst>
              <a:ext uri="{FF2B5EF4-FFF2-40B4-BE49-F238E27FC236}">
                <a16:creationId xmlns:a16="http://schemas.microsoft.com/office/drawing/2014/main" id="{015F6352-36AE-45B8-9AF7-FCDE72EE7F3B}"/>
              </a:ext>
            </a:extLst>
          </p:cNvPr>
          <p:cNvSpPr>
            <a:spLocks noGrp="1"/>
          </p:cNvSpPr>
          <p:nvPr/>
        </p:nvSpPr>
        <p:spPr>
          <a:xfrm>
            <a:off x="5600700" y="2752725"/>
            <a:ext cx="6172200" cy="657225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研究内容 2：[方法名称与验证任务]</a:t>
            </a:r>
          </a:p>
        </p:txBody>
      </p:sp>
      <p:sp>
        <p:nvSpPr>
          <p:cNvPr id="15" name="research-problem-2">
            <a:extLst>
              <a:ext uri="{FF2B5EF4-FFF2-40B4-BE49-F238E27FC236}">
                <a16:creationId xmlns:a16="http://schemas.microsoft.com/office/drawing/2014/main" id="{32B990BD-3436-4F7A-83FF-5E4D4DAFE40D}"/>
              </a:ext>
            </a:extLst>
          </p:cNvPr>
          <p:cNvSpPr>
            <a:spLocks noGrp="1"/>
          </p:cNvSpPr>
          <p:nvPr/>
        </p:nvSpPr>
        <p:spPr>
          <a:xfrm>
            <a:off x="419100" y="3619500"/>
            <a:ext cx="2238375" cy="6572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[问题 3]</a:t>
            </a:r>
          </a:p>
        </p:txBody>
      </p:sp>
      <p:sp>
        <p:nvSpPr>
          <p:cNvPr id="16" name="research-prior-2">
            <a:extLst>
              <a:ext uri="{FF2B5EF4-FFF2-40B4-BE49-F238E27FC236}">
                <a16:creationId xmlns:a16="http://schemas.microsoft.com/office/drawing/2014/main" id="{A1B8B0DC-6BF2-4A85-AA5A-7D178EE757F8}"/>
              </a:ext>
            </a:extLst>
          </p:cNvPr>
          <p:cNvSpPr>
            <a:spLocks noGrp="1"/>
          </p:cNvSpPr>
          <p:nvPr/>
        </p:nvSpPr>
        <p:spPr>
          <a:xfrm>
            <a:off x="3105150" y="3619500"/>
            <a:ext cx="2047875" cy="657225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[关键思路 3]</a:t>
            </a:r>
          </a:p>
        </p:txBody>
      </p:sp>
      <p:sp>
        <p:nvSpPr>
          <p:cNvPr id="17" name="research-module-2">
            <a:extLst>
              <a:ext uri="{FF2B5EF4-FFF2-40B4-BE49-F238E27FC236}">
                <a16:creationId xmlns:a16="http://schemas.microsoft.com/office/drawing/2014/main" id="{76F62C74-5335-4839-A537-09DE29550A63}"/>
              </a:ext>
            </a:extLst>
          </p:cNvPr>
          <p:cNvSpPr>
            <a:spLocks noGrp="1"/>
          </p:cNvSpPr>
          <p:nvPr/>
        </p:nvSpPr>
        <p:spPr>
          <a:xfrm>
            <a:off x="5600700" y="3619500"/>
            <a:ext cx="6172200" cy="657225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研究内容 3：[方法名称与验证任务]</a:t>
            </a:r>
          </a:p>
        </p:txBody>
      </p:sp>
      <p:sp>
        <p:nvSpPr>
          <p:cNvPr id="20" name="research-problem-3">
            <a:extLst>
              <a:ext uri="{FF2B5EF4-FFF2-40B4-BE49-F238E27FC236}">
                <a16:creationId xmlns:a16="http://schemas.microsoft.com/office/drawing/2014/main" id="{682C96FA-02DE-4546-9652-5F7BADFA3732}"/>
              </a:ext>
            </a:extLst>
          </p:cNvPr>
          <p:cNvSpPr>
            <a:spLocks noGrp="1"/>
          </p:cNvSpPr>
          <p:nvPr/>
        </p:nvSpPr>
        <p:spPr>
          <a:xfrm>
            <a:off x="419100" y="4486275"/>
            <a:ext cx="2238375" cy="6572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[问题 4]</a:t>
            </a:r>
          </a:p>
        </p:txBody>
      </p:sp>
      <p:sp>
        <p:nvSpPr>
          <p:cNvPr id="21" name="research-prior-3">
            <a:extLst>
              <a:ext uri="{FF2B5EF4-FFF2-40B4-BE49-F238E27FC236}">
                <a16:creationId xmlns:a16="http://schemas.microsoft.com/office/drawing/2014/main" id="{DB02FCD6-319B-42C3-8DB1-13FB5634DAE9}"/>
              </a:ext>
            </a:extLst>
          </p:cNvPr>
          <p:cNvSpPr>
            <a:spLocks noGrp="1"/>
          </p:cNvSpPr>
          <p:nvPr/>
        </p:nvSpPr>
        <p:spPr>
          <a:xfrm>
            <a:off x="3105150" y="4486275"/>
            <a:ext cx="2047875" cy="657225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[关键思路 4]</a:t>
            </a:r>
          </a:p>
        </p:txBody>
      </p:sp>
      <p:sp>
        <p:nvSpPr>
          <p:cNvPr id="22" name="research-module-3">
            <a:extLst>
              <a:ext uri="{FF2B5EF4-FFF2-40B4-BE49-F238E27FC236}">
                <a16:creationId xmlns:a16="http://schemas.microsoft.com/office/drawing/2014/main" id="{4639950E-C465-4785-8FAE-25673D5189EF}"/>
              </a:ext>
            </a:extLst>
          </p:cNvPr>
          <p:cNvSpPr>
            <a:spLocks noGrp="1"/>
          </p:cNvSpPr>
          <p:nvPr/>
        </p:nvSpPr>
        <p:spPr>
          <a:xfrm>
            <a:off x="5600700" y="4486275"/>
            <a:ext cx="6172200" cy="657225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87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研究内容 4：[方法名称与验证任务]</a:t>
            </a:r>
          </a:p>
        </p:txBody>
      </p:sp>
      <p:sp>
        <p:nvSpPr>
          <p:cNvPr id="25" name="goal-label">
            <a:extLst>
              <a:ext uri="{FF2B5EF4-FFF2-40B4-BE49-F238E27FC236}">
                <a16:creationId xmlns:a16="http://schemas.microsoft.com/office/drawing/2014/main" id="{CEC16B4C-A181-4065-B20D-C0C15D3EE564}"/>
              </a:ext>
            </a:extLst>
          </p:cNvPr>
          <p:cNvSpPr>
            <a:spLocks noGrp="1"/>
          </p:cNvSpPr>
          <p:nvPr/>
        </p:nvSpPr>
        <p:spPr>
          <a:xfrm>
            <a:off x="419100" y="5676900"/>
            <a:ext cx="1428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总体目标</a:t>
            </a:r>
          </a:p>
        </p:txBody>
      </p:sp>
      <p:sp>
        <p:nvSpPr>
          <p:cNvPr id="26" name="goal">
            <a:extLst>
              <a:ext uri="{FF2B5EF4-FFF2-40B4-BE49-F238E27FC236}">
                <a16:creationId xmlns:a16="http://schemas.microsoft.com/office/drawing/2014/main" id="{D6E3C1DB-4710-49CE-8863-9F19CF91CC37}"/>
              </a:ext>
            </a:extLst>
          </p:cNvPr>
          <p:cNvSpPr>
            <a:spLocks noGrp="1"/>
          </p:cNvSpPr>
          <p:nvPr/>
        </p:nvSpPr>
        <p:spPr>
          <a:xfrm>
            <a:off x="2000250" y="5591175"/>
            <a:ext cx="9772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[研究对象] + [关键问题] + [拟达到的能力或目标]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7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6238893D-AE29-6B63-AA1A-DC1274D90566}"/>
              </a:ext>
            </a:extLst>
          </p:cNvPr>
          <p:cNvSpPr>
            <a:spLocks noGrp="1"/>
          </p:cNvSpPr>
          <p:nvPr/>
        </p:nvSpPr>
        <p:spPr>
          <a:xfrm>
            <a:off x="2019300" y="3206496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研究内容二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E964A4F-7FB1-36F4-2E77-631FB00266CA}"/>
              </a:ext>
            </a:extLst>
          </p:cNvPr>
          <p:cNvSpPr>
            <a:spLocks noGrp="1"/>
          </p:cNvSpPr>
          <p:nvPr/>
        </p:nvSpPr>
        <p:spPr>
          <a:xfrm>
            <a:off x="2019300" y="1600200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 b="0" dirty="0" err="1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研究背景与意义</a:t>
            </a:r>
            <a:endParaRPr sz="2400" b="0" dirty="0">
              <a:solidFill>
                <a:srgbClr val="002554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350152E-6F55-C196-73E6-EADF035A66B2}"/>
              </a:ext>
            </a:extLst>
          </p:cNvPr>
          <p:cNvSpPr>
            <a:spLocks noGrp="1"/>
          </p:cNvSpPr>
          <p:nvPr/>
        </p:nvSpPr>
        <p:spPr>
          <a:xfrm>
            <a:off x="2019300" y="2403348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FF0000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研究内容一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6F87DC9-88E8-6A4A-7772-BB93D40DD11D}"/>
              </a:ext>
            </a:extLst>
          </p:cNvPr>
          <p:cNvSpPr>
            <a:spLocks noGrp="1"/>
          </p:cNvSpPr>
          <p:nvPr/>
        </p:nvSpPr>
        <p:spPr>
          <a:xfrm>
            <a:off x="2019300" y="5615940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总结与展望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6805E22-6169-8F4A-DDF2-1E2888F1EE69}"/>
              </a:ext>
            </a:extLst>
          </p:cNvPr>
          <p:cNvSpPr>
            <a:spLocks noGrp="1"/>
          </p:cNvSpPr>
          <p:nvPr/>
        </p:nvSpPr>
        <p:spPr>
          <a:xfrm>
            <a:off x="2019300" y="4009644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研究内容三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9F02918-7931-5DC1-DE27-001741500363}"/>
              </a:ext>
            </a:extLst>
          </p:cNvPr>
          <p:cNvSpPr>
            <a:spLocks noGrp="1"/>
          </p:cNvSpPr>
          <p:nvPr/>
        </p:nvSpPr>
        <p:spPr>
          <a:xfrm>
            <a:off x="2019300" y="4812792"/>
            <a:ext cx="876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400" b="0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40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研究内容四</a:t>
            </a:r>
          </a:p>
        </p:txBody>
      </p:sp>
      <p:sp>
        <p:nvSpPr>
          <p:cNvPr id="66" name="Line 234">
            <a:extLst>
              <a:ext uri="{FF2B5EF4-FFF2-40B4-BE49-F238E27FC236}">
                <a16:creationId xmlns:a16="http://schemas.microsoft.com/office/drawing/2014/main" id="{A5C42F6D-C050-6B58-C602-8F6B19A2A8E8}"/>
              </a:ext>
            </a:extLst>
          </p:cNvPr>
          <p:cNvSpPr>
            <a:spLocks noGrp="1"/>
          </p:cNvSpPr>
          <p:nvPr/>
        </p:nvSpPr>
        <p:spPr>
          <a:xfrm flipV="1">
            <a:off x="1922138" y="3693656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7" name="Line 234">
            <a:extLst>
              <a:ext uri="{FF2B5EF4-FFF2-40B4-BE49-F238E27FC236}">
                <a16:creationId xmlns:a16="http://schemas.microsoft.com/office/drawing/2014/main" id="{C9CF8A75-7116-6E4A-EA16-EFFA2C1E70DD}"/>
              </a:ext>
            </a:extLst>
          </p:cNvPr>
          <p:cNvSpPr>
            <a:spLocks noGrp="1"/>
          </p:cNvSpPr>
          <p:nvPr/>
        </p:nvSpPr>
        <p:spPr>
          <a:xfrm flipV="1">
            <a:off x="1922138" y="2089030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" name="Line 234">
            <a:extLst>
              <a:ext uri="{FF2B5EF4-FFF2-40B4-BE49-F238E27FC236}">
                <a16:creationId xmlns:a16="http://schemas.microsoft.com/office/drawing/2014/main" id="{6102DCEA-B293-F200-8DE3-C7084E2B1CDD}"/>
              </a:ext>
            </a:extLst>
          </p:cNvPr>
          <p:cNvSpPr>
            <a:spLocks noGrp="1"/>
          </p:cNvSpPr>
          <p:nvPr/>
        </p:nvSpPr>
        <p:spPr>
          <a:xfrm flipV="1">
            <a:off x="1922138" y="2887438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9" name="Line 234">
            <a:extLst>
              <a:ext uri="{FF2B5EF4-FFF2-40B4-BE49-F238E27FC236}">
                <a16:creationId xmlns:a16="http://schemas.microsoft.com/office/drawing/2014/main" id="{4A42E002-B108-7AC6-49B1-7FE1F2F3BF2D}"/>
              </a:ext>
            </a:extLst>
          </p:cNvPr>
          <p:cNvSpPr>
            <a:spLocks noGrp="1"/>
          </p:cNvSpPr>
          <p:nvPr/>
        </p:nvSpPr>
        <p:spPr>
          <a:xfrm flipV="1">
            <a:off x="1922138" y="4475042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0" name="Line 234">
            <a:extLst>
              <a:ext uri="{FF2B5EF4-FFF2-40B4-BE49-F238E27FC236}">
                <a16:creationId xmlns:a16="http://schemas.microsoft.com/office/drawing/2014/main" id="{0390E9E8-A6D5-82CE-C50E-907C6640150D}"/>
              </a:ext>
            </a:extLst>
          </p:cNvPr>
          <p:cNvSpPr>
            <a:spLocks noGrp="1"/>
          </p:cNvSpPr>
          <p:nvPr/>
        </p:nvSpPr>
        <p:spPr>
          <a:xfrm flipV="1">
            <a:off x="1922138" y="5298282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1" name="Line 234">
            <a:extLst>
              <a:ext uri="{FF2B5EF4-FFF2-40B4-BE49-F238E27FC236}">
                <a16:creationId xmlns:a16="http://schemas.microsoft.com/office/drawing/2014/main" id="{033CEEF1-261F-6DD5-2833-E3920C758BBE}"/>
              </a:ext>
            </a:extLst>
          </p:cNvPr>
          <p:cNvSpPr>
            <a:spLocks noGrp="1"/>
          </p:cNvSpPr>
          <p:nvPr/>
        </p:nvSpPr>
        <p:spPr>
          <a:xfrm flipV="1">
            <a:off x="1922138" y="6100595"/>
            <a:ext cx="9000000" cy="0"/>
          </a:xfrm>
          <a:prstGeom prst="line">
            <a:avLst/>
          </a:prstGeom>
          <a:noFill/>
          <a:ln w="9525">
            <a:solidFill>
              <a:srgbClr val="D6DFDC"/>
            </a:solidFill>
            <a:prstDash val="solid"/>
            <a:tailEnd type="oval" w="med" len="med"/>
          </a:ln>
        </p:spPr>
        <p:txBody>
          <a:bodyPr wrap="none" anchor="ctr"/>
          <a:lstStyle/>
          <a:p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1090061-91BE-9A39-F830-947AC660B751}"/>
              </a:ext>
            </a:extLst>
          </p:cNvPr>
          <p:cNvSpPr>
            <a:spLocks noGrp="1"/>
          </p:cNvSpPr>
          <p:nvPr/>
        </p:nvSpPr>
        <p:spPr>
          <a:xfrm>
            <a:off x="1050195" y="2373253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 dirty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</a:t>
            </a:r>
            <a:endParaRPr sz="2800" u="none" strike="noStrike" kern="1200" cap="none" spc="0" baseline="0" dirty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3EF20A50-929D-BE6B-C987-370FED8924D9}"/>
              </a:ext>
            </a:extLst>
          </p:cNvPr>
          <p:cNvSpPr>
            <a:spLocks noGrp="1"/>
          </p:cNvSpPr>
          <p:nvPr/>
        </p:nvSpPr>
        <p:spPr>
          <a:xfrm>
            <a:off x="999074" y="2322132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85ED28AD-3918-4FE6-A031-220AA1C4088B}"/>
              </a:ext>
            </a:extLst>
          </p:cNvPr>
          <p:cNvSpPr>
            <a:spLocks noGrp="1"/>
          </p:cNvSpPr>
          <p:nvPr/>
        </p:nvSpPr>
        <p:spPr>
          <a:xfrm>
            <a:off x="1734430" y="2374146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5A7C959A-B961-1766-4019-1D94BC32269F}"/>
              </a:ext>
            </a:extLst>
          </p:cNvPr>
          <p:cNvSpPr>
            <a:spLocks noGrp="1"/>
          </p:cNvSpPr>
          <p:nvPr/>
        </p:nvSpPr>
        <p:spPr>
          <a:xfrm>
            <a:off x="1050195" y="3169624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</a:t>
            </a: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F4780468-AEC1-DA6B-766B-EAE618959401}"/>
              </a:ext>
            </a:extLst>
          </p:cNvPr>
          <p:cNvSpPr>
            <a:spLocks noGrp="1"/>
          </p:cNvSpPr>
          <p:nvPr/>
        </p:nvSpPr>
        <p:spPr>
          <a:xfrm>
            <a:off x="999074" y="3118503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9488B49E-4062-4B36-BCC8-639C3E03029F}"/>
              </a:ext>
            </a:extLst>
          </p:cNvPr>
          <p:cNvSpPr>
            <a:spLocks noGrp="1"/>
          </p:cNvSpPr>
          <p:nvPr/>
        </p:nvSpPr>
        <p:spPr>
          <a:xfrm>
            <a:off x="1734430" y="3973603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6B1BBC15-694B-4938-BE34-D9E6BD26BBE6}"/>
              </a:ext>
            </a:extLst>
          </p:cNvPr>
          <p:cNvSpPr>
            <a:spLocks noGrp="1"/>
          </p:cNvSpPr>
          <p:nvPr/>
        </p:nvSpPr>
        <p:spPr>
          <a:xfrm>
            <a:off x="1730098" y="1569836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E4F5E1B7-8D86-916D-7E3B-8A521901D959}"/>
              </a:ext>
            </a:extLst>
          </p:cNvPr>
          <p:cNvSpPr>
            <a:spLocks noGrp="1"/>
          </p:cNvSpPr>
          <p:nvPr/>
        </p:nvSpPr>
        <p:spPr>
          <a:xfrm>
            <a:off x="1045863" y="1566957"/>
            <a:ext cx="509759" cy="509759"/>
          </a:xfrm>
          <a:prstGeom prst="ellipse">
            <a:avLst/>
          </a:prstGeom>
          <a:solidFill>
            <a:srgbClr val="0024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 dirty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</a:t>
            </a:r>
            <a:endParaRPr sz="2800" u="none" strike="noStrike" kern="1200" cap="none" spc="0" baseline="0" dirty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A19B382C-549A-B608-3FEA-FD3C0DF51BF5}"/>
              </a:ext>
            </a:extLst>
          </p:cNvPr>
          <p:cNvSpPr>
            <a:spLocks noGrp="1"/>
          </p:cNvSpPr>
          <p:nvPr/>
        </p:nvSpPr>
        <p:spPr>
          <a:xfrm>
            <a:off x="994742" y="1515836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0A6D9544-7221-4858-87D2-DBA5DB7FA5DD}"/>
              </a:ext>
            </a:extLst>
          </p:cNvPr>
          <p:cNvSpPr>
            <a:spLocks noGrp="1"/>
          </p:cNvSpPr>
          <p:nvPr/>
        </p:nvSpPr>
        <p:spPr>
          <a:xfrm>
            <a:off x="1734430" y="5575882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1D102C7F-4141-401E-88BB-699BB568AB35}"/>
              </a:ext>
            </a:extLst>
          </p:cNvPr>
          <p:cNvSpPr>
            <a:spLocks noGrp="1"/>
          </p:cNvSpPr>
          <p:nvPr/>
        </p:nvSpPr>
        <p:spPr>
          <a:xfrm>
            <a:off x="1734430" y="4760456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A7F0F2E7-166E-41EB-A1D1-C03590DA7A3E}"/>
              </a:ext>
            </a:extLst>
          </p:cNvPr>
          <p:cNvSpPr>
            <a:spLocks noGrp="1"/>
          </p:cNvSpPr>
          <p:nvPr/>
        </p:nvSpPr>
        <p:spPr>
          <a:xfrm>
            <a:off x="1734430" y="3168531"/>
            <a:ext cx="0" cy="504000"/>
          </a:xfrm>
          <a:prstGeom prst="line">
            <a:avLst/>
          </a:prstGeom>
          <a:ln w="9525">
            <a:solidFill>
              <a:srgbClr val="C7D2D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218E04A0-3FE3-85A7-D458-D6986015C265}"/>
              </a:ext>
            </a:extLst>
          </p:cNvPr>
          <p:cNvSpPr>
            <a:spLocks noGrp="1"/>
          </p:cNvSpPr>
          <p:nvPr/>
        </p:nvSpPr>
        <p:spPr>
          <a:xfrm>
            <a:off x="1050195" y="3976682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4</a:t>
            </a: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DAB848B8-4C2F-5817-8C83-AF1B6C458196}"/>
              </a:ext>
            </a:extLst>
          </p:cNvPr>
          <p:cNvSpPr>
            <a:spLocks noGrp="1"/>
          </p:cNvSpPr>
          <p:nvPr/>
        </p:nvSpPr>
        <p:spPr>
          <a:xfrm>
            <a:off x="999074" y="3925561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BC292BB8-53C9-2197-D3D0-1FDAC7927488}"/>
              </a:ext>
            </a:extLst>
          </p:cNvPr>
          <p:cNvSpPr>
            <a:spLocks noGrp="1"/>
          </p:cNvSpPr>
          <p:nvPr/>
        </p:nvSpPr>
        <p:spPr>
          <a:xfrm>
            <a:off x="1050195" y="4765521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5</a:t>
            </a: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3F3C92E-CBFE-CACE-1803-8151BB453E4B}"/>
              </a:ext>
            </a:extLst>
          </p:cNvPr>
          <p:cNvSpPr>
            <a:spLocks noGrp="1"/>
          </p:cNvSpPr>
          <p:nvPr/>
        </p:nvSpPr>
        <p:spPr>
          <a:xfrm>
            <a:off x="999074" y="4714400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49DEF17-AB96-4A50-5973-4D749A10577A}"/>
              </a:ext>
            </a:extLst>
          </p:cNvPr>
          <p:cNvSpPr>
            <a:spLocks noGrp="1"/>
          </p:cNvSpPr>
          <p:nvPr/>
        </p:nvSpPr>
        <p:spPr>
          <a:xfrm>
            <a:off x="1050195" y="5582933"/>
            <a:ext cx="509759" cy="509759"/>
          </a:xfrm>
          <a:prstGeom prst="ellipse">
            <a:avLst/>
          </a:prstGeom>
          <a:solidFill>
            <a:srgbClr val="002554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>
            <a:def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80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6</a:t>
            </a: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68CF633C-67DC-578C-49C3-EFE3A4FB3F3D}"/>
              </a:ext>
            </a:extLst>
          </p:cNvPr>
          <p:cNvSpPr>
            <a:spLocks noGrp="1"/>
          </p:cNvSpPr>
          <p:nvPr/>
        </p:nvSpPr>
        <p:spPr>
          <a:xfrm>
            <a:off x="999074" y="5531812"/>
            <a:ext cx="612000" cy="612000"/>
          </a:xfrm>
          <a:prstGeom prst="ellipse">
            <a:avLst/>
          </a:prstGeom>
          <a:noFill/>
          <a:ln w="11430">
            <a:solidFill>
              <a:srgbClr val="C7D2D5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marL="0" marR="0" lvl="0" indent="0" algn="ct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4" name="标题 1">
            <a:extLst>
              <a:ext uri="{FF2B5EF4-FFF2-40B4-BE49-F238E27FC236}">
                <a16:creationId xmlns:a16="http://schemas.microsoft.com/office/drawing/2014/main" id="{DFF5F52C-ED57-1D95-D93D-45F9E630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00050"/>
            <a:ext cx="7620000" cy="571500"/>
          </a:xfrm>
        </p:spPr>
        <p:txBody>
          <a:bodyPr lIns="0" tIns="0" rIns="0" bIns="0">
            <a:noAutofit/>
          </a:bodyPr>
          <a:lstStyle>
            <a:def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36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600" b="0">
                <a:solidFill>
                  <a:srgbClr val="00255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目录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8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103" name="直线连接符 3">
            <a:extLst>
              <a:ext uri="{FF2B5EF4-FFF2-40B4-BE49-F238E27FC236}">
                <a16:creationId xmlns:a16="http://schemas.microsoft.com/office/drawing/2014/main" id="{158777E3-36CB-4BF5-A60B-0043282D3270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2192000" cy="0"/>
          </a:xfrm>
          <a:prstGeom prst="line">
            <a:avLst/>
          </a:prstGeom>
          <a:ln w="9525">
            <a:solidFill>
              <a:srgbClr val="11574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9104" name="图片 109">
            <a:extLst>
              <a:ext uri="{FF2B5EF4-FFF2-40B4-BE49-F238E27FC236}">
                <a16:creationId xmlns:a16="http://schemas.microsoft.com/office/drawing/2014/main" id="{AF8883E9-B2EA-4F8B-A22B-D7B4B4CCD576}"/>
              </a:ext>
            </a:extLst>
          </p:cNvPr>
          <p:cNvPicPr>
            <a:picLocks noChangeAspect="1"/>
          </p:cNvPicPr>
          <p:nvPr/>
        </p:nvPicPr>
        <p:blipFill rotWithShape="1">
          <a:blip r:embed="rIdHeader4"/>
          <a:srcRect l="38743" t="8413"/>
          <a:stretch/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pic>
        <p:nvPicPr>
          <p:cNvPr id="9108" name="图片 107">
            <a:extLst>
              <a:ext uri="{FF2B5EF4-FFF2-40B4-BE49-F238E27FC236}">
                <a16:creationId xmlns:a16="http://schemas.microsoft.com/office/drawing/2014/main" id="{2B067D59-7A6A-450A-A04E-69EAB8FA6D33}"/>
              </a:ext>
            </a:extLst>
          </p:cNvPr>
          <p:cNvPicPr>
            <a:picLocks noChangeAspect="1"/>
          </p:cNvPicPr>
          <p:nvPr/>
        </p:nvPicPr>
        <p:blipFill>
          <a:blip r:embed="rIdHeader8"/>
          <a:srcRect/>
          <a:stretch>
            <a:fillRect/>
          </a:stretch>
        </p:blipFill>
        <p:spPr>
          <a:xfrm>
            <a:off x="9949591" y="213423"/>
            <a:ext cx="2067081" cy="64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GE_TITLE">
            <a:extLst>
              <a:ext uri="{FF2B5EF4-FFF2-40B4-BE49-F238E27FC236}">
                <a16:creationId xmlns:a16="http://schemas.microsoft.com/office/drawing/2014/main" id="{3DFDEA3E-479F-4333-8625-9C87F14DF1CE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2.1  问题观察与研究思路</a:t>
            </a:r>
          </a:p>
        </p:txBody>
      </p:sp>
      <p:sp>
        <p:nvSpPr>
          <p:cNvPr id="2" name="IMAGE_observation-0">
            <a:extLst>
              <a:ext uri="{FF2B5EF4-FFF2-40B4-BE49-F238E27FC236}">
                <a16:creationId xmlns:a16="http://schemas.microsoft.com/office/drawing/2014/main" id="{A105D1B5-5CB0-41FD-860F-EA5F03A26B0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5238750" cy="19240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[典型现象 1]</a:t>
            </a:r>
          </a:p>
        </p:txBody>
      </p:sp>
      <p:sp>
        <p:nvSpPr>
          <p:cNvPr id="3" name="observation-title-0">
            <a:extLst>
              <a:ext uri="{FF2B5EF4-FFF2-40B4-BE49-F238E27FC236}">
                <a16:creationId xmlns:a16="http://schemas.microsoft.com/office/drawing/2014/main" id="{BFF66284-4155-4061-9D3A-9F7034F4FC43}"/>
              </a:ext>
            </a:extLst>
          </p:cNvPr>
          <p:cNvSpPr>
            <a:spLocks noGrp="1"/>
          </p:cNvSpPr>
          <p:nvPr/>
        </p:nvSpPr>
        <p:spPr>
          <a:xfrm>
            <a:off x="6153150" y="142875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rPr>
              <a:t>现象 1：[直接观察]</a:t>
            </a:r>
          </a:p>
        </p:txBody>
      </p:sp>
      <p:sp>
        <p:nvSpPr>
          <p:cNvPr id="4" name="observation-cause-0">
            <a:extLst>
              <a:ext uri="{FF2B5EF4-FFF2-40B4-BE49-F238E27FC236}">
                <a16:creationId xmlns:a16="http://schemas.microsoft.com/office/drawing/2014/main" id="{43EB4477-6258-4D23-9755-6BE0369D429A}"/>
              </a:ext>
            </a:extLst>
          </p:cNvPr>
          <p:cNvSpPr>
            <a:spLocks noGrp="1"/>
          </p:cNvSpPr>
          <p:nvPr/>
        </p:nvSpPr>
        <p:spPr>
          <a:xfrm>
            <a:off x="6153150" y="1962150"/>
            <a:ext cx="5619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原因：[现有方法为何受到限制]</a:t>
            </a:r>
          </a:p>
        </p:txBody>
      </p:sp>
      <p:sp>
        <p:nvSpPr>
          <p:cNvPr id="5" name="observation-insight-0">
            <a:extLst>
              <a:ext uri="{FF2B5EF4-FFF2-40B4-BE49-F238E27FC236}">
                <a16:creationId xmlns:a16="http://schemas.microsoft.com/office/drawing/2014/main" id="{AE7B340A-AEEC-4800-9214-FA3E3F541788}"/>
              </a:ext>
            </a:extLst>
          </p:cNvPr>
          <p:cNvSpPr>
            <a:spLocks noGrp="1"/>
          </p:cNvSpPr>
          <p:nvPr/>
        </p:nvSpPr>
        <p:spPr>
          <a:xfrm>
            <a:off x="6153150" y="2609850"/>
            <a:ext cx="5619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思路：[由观察推出的设计依据]</a:t>
            </a:r>
          </a:p>
        </p:txBody>
      </p:sp>
      <p:sp>
        <p:nvSpPr>
          <p:cNvPr id="6" name="IMAGE_observation-1">
            <a:extLst>
              <a:ext uri="{FF2B5EF4-FFF2-40B4-BE49-F238E27FC236}">
                <a16:creationId xmlns:a16="http://schemas.microsoft.com/office/drawing/2014/main" id="{FCA73248-36D4-4BD4-999D-294424E4780D}"/>
              </a:ext>
            </a:extLst>
          </p:cNvPr>
          <p:cNvSpPr>
            <a:spLocks noGrp="1"/>
          </p:cNvSpPr>
          <p:nvPr/>
        </p:nvSpPr>
        <p:spPr>
          <a:xfrm>
            <a:off x="419100" y="3619500"/>
            <a:ext cx="5238750" cy="19240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[典型现象 2]</a:t>
            </a:r>
          </a:p>
        </p:txBody>
      </p:sp>
      <p:sp>
        <p:nvSpPr>
          <p:cNvPr id="7" name="observation-title-1">
            <a:extLst>
              <a:ext uri="{FF2B5EF4-FFF2-40B4-BE49-F238E27FC236}">
                <a16:creationId xmlns:a16="http://schemas.microsoft.com/office/drawing/2014/main" id="{C45429C4-0B7F-4E5C-9712-5CDD784DB8CA}"/>
              </a:ext>
            </a:extLst>
          </p:cNvPr>
          <p:cNvSpPr>
            <a:spLocks noGrp="1"/>
          </p:cNvSpPr>
          <p:nvPr/>
        </p:nvSpPr>
        <p:spPr>
          <a:xfrm>
            <a:off x="6153150" y="361950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B01F2E"/>
                </a:solidFill>
                <a:latin typeface="Arial"/>
                <a:ea typeface="Microsoft YaHei"/>
                <a:cs typeface="Arial"/>
              </a:rPr>
              <a:t>现象 2：[直接观察]</a:t>
            </a:r>
          </a:p>
        </p:txBody>
      </p:sp>
      <p:sp>
        <p:nvSpPr>
          <p:cNvPr id="8" name="observation-cause-1">
            <a:extLst>
              <a:ext uri="{FF2B5EF4-FFF2-40B4-BE49-F238E27FC236}">
                <a16:creationId xmlns:a16="http://schemas.microsoft.com/office/drawing/2014/main" id="{EBCD12CD-0C4B-409B-BC99-9250D2E85698}"/>
              </a:ext>
            </a:extLst>
          </p:cNvPr>
          <p:cNvSpPr>
            <a:spLocks noGrp="1"/>
          </p:cNvSpPr>
          <p:nvPr/>
        </p:nvSpPr>
        <p:spPr>
          <a:xfrm>
            <a:off x="6153150" y="4152900"/>
            <a:ext cx="5619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原因：[现有方法为何受到限制]</a:t>
            </a:r>
          </a:p>
        </p:txBody>
      </p:sp>
      <p:sp>
        <p:nvSpPr>
          <p:cNvPr id="9" name="observation-insight-1">
            <a:extLst>
              <a:ext uri="{FF2B5EF4-FFF2-40B4-BE49-F238E27FC236}">
                <a16:creationId xmlns:a16="http://schemas.microsoft.com/office/drawing/2014/main" id="{69B64F9D-6CB4-4F95-921F-D1B962E7785E}"/>
              </a:ext>
            </a:extLst>
          </p:cNvPr>
          <p:cNvSpPr>
            <a:spLocks noGrp="1"/>
          </p:cNvSpPr>
          <p:nvPr/>
        </p:nvSpPr>
        <p:spPr>
          <a:xfrm>
            <a:off x="6153150" y="4800600"/>
            <a:ext cx="5619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思路：[由观察推出的设计依据]</a:t>
            </a: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8104DC93-F6AC-40E0-B21B-69694BFF45FB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457200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目标：[本章方法需要解决的具体问题]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9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">
            <a:extLst>
              <a:ext uri="{FF2B5EF4-FFF2-40B4-BE49-F238E27FC236}">
                <a16:creationId xmlns:a16="http://schemas.microsoft.com/office/drawing/2014/main" id="{ADAF99DB-D370-4533-83E5-45A31F970C3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781550" y="4676775"/>
            <a:ext cx="723900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14" name="">
            <a:extLst>
              <a:ext uri="{FF2B5EF4-FFF2-40B4-BE49-F238E27FC236}">
                <a16:creationId xmlns:a16="http://schemas.microsoft.com/office/drawing/2014/main" id="{EC47F015-750F-4CD1-8970-79ACE6C0B52B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343150" y="4676775"/>
            <a:ext cx="723900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9" name="">
            <a:extLst>
              <a:ext uri="{FF2B5EF4-FFF2-40B4-BE49-F238E27FC236}">
                <a16:creationId xmlns:a16="http://schemas.microsoft.com/office/drawing/2014/main" id="{596560A7-4947-4620-B0B8-F4FEBF2794C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5648325" y="2419350"/>
            <a:ext cx="2571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7" name="">
            <a:extLst>
              <a:ext uri="{FF2B5EF4-FFF2-40B4-BE49-F238E27FC236}">
                <a16:creationId xmlns:a16="http://schemas.microsoft.com/office/drawing/2014/main" id="{ED5FFFC4-CADD-44FE-92B6-C48258EF8D6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819525" y="2419350"/>
            <a:ext cx="2571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5" name="">
            <a:extLst>
              <a:ext uri="{FF2B5EF4-FFF2-40B4-BE49-F238E27FC236}">
                <a16:creationId xmlns:a16="http://schemas.microsoft.com/office/drawing/2014/main" id="{D1327C6F-9133-4343-B673-09054FEC899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90725" y="2419350"/>
            <a:ext cx="25717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sp>
        <p:nvSpPr>
          <p:cNvPr id="28" name="PAGE_TITLE">
            <a:extLst>
              <a:ext uri="{FF2B5EF4-FFF2-40B4-BE49-F238E27FC236}">
                <a16:creationId xmlns:a16="http://schemas.microsoft.com/office/drawing/2014/main" id="{90257872-4337-45D8-9B68-068BE5141E5E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2.2  方法框架与关键模块</a:t>
            </a:r>
          </a:p>
        </p:txBody>
      </p:sp>
      <p:sp>
        <p:nvSpPr>
          <p:cNvPr id="2" name="caption">
            <a:extLst>
              <a:ext uri="{FF2B5EF4-FFF2-40B4-BE49-F238E27FC236}">
                <a16:creationId xmlns:a16="http://schemas.microsoft.com/office/drawing/2014/main" id="{E7D6D27E-ABA5-4BE6-A7DE-29D04DBCAFCF}"/>
              </a:ext>
            </a:extLst>
          </p:cNvPr>
          <p:cNvSpPr>
            <a:spLocks noGrp="1"/>
          </p:cNvSpPr>
          <p:nvPr/>
        </p:nvSpPr>
        <p:spPr>
          <a:xfrm>
            <a:off x="419100" y="1285875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总体框架</a:t>
            </a:r>
          </a:p>
        </p:txBody>
      </p:sp>
      <p:sp>
        <p:nvSpPr>
          <p:cNvPr id="3" name="MODULE_1">
            <a:extLst>
              <a:ext uri="{FF2B5EF4-FFF2-40B4-BE49-F238E27FC236}">
                <a16:creationId xmlns:a16="http://schemas.microsoft.com/office/drawing/2014/main" id="{B9B73371-A20B-4405-AACA-F0E08BD7B79D}"/>
              </a:ext>
            </a:extLst>
          </p:cNvPr>
          <p:cNvSpPr>
            <a:spLocks noGrp="1"/>
          </p:cNvSpPr>
          <p:nvPr/>
        </p:nvSpPr>
        <p:spPr>
          <a:xfrm>
            <a:off x="419100" y="1924050"/>
            <a:ext cx="1571625" cy="99060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输入与编码</a:t>
            </a:r>
          </a:p>
        </p:txBody>
      </p:sp>
      <p:sp>
        <p:nvSpPr>
          <p:cNvPr id="4" name="MODULE_2">
            <a:extLst>
              <a:ext uri="{FF2B5EF4-FFF2-40B4-BE49-F238E27FC236}">
                <a16:creationId xmlns:a16="http://schemas.microsoft.com/office/drawing/2014/main" id="{AF4645B2-1756-4DEB-BACF-4A6BF54EE02B}"/>
              </a:ext>
            </a:extLst>
          </p:cNvPr>
          <p:cNvSpPr>
            <a:spLocks noGrp="1"/>
          </p:cNvSpPr>
          <p:nvPr/>
        </p:nvSpPr>
        <p:spPr>
          <a:xfrm>
            <a:off x="2247900" y="1924050"/>
            <a:ext cx="1571625" cy="990600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先验融合</a:t>
            </a:r>
          </a:p>
        </p:txBody>
      </p:sp>
      <p:sp>
        <p:nvSpPr>
          <p:cNvPr id="6" name="MODULE_3">
            <a:extLst>
              <a:ext uri="{FF2B5EF4-FFF2-40B4-BE49-F238E27FC236}">
                <a16:creationId xmlns:a16="http://schemas.microsoft.com/office/drawing/2014/main" id="{988059BD-1184-4451-B901-3F5019AC098E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1571625" cy="99060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关系建模</a:t>
            </a:r>
          </a:p>
        </p:txBody>
      </p:sp>
      <p:sp>
        <p:nvSpPr>
          <p:cNvPr id="8" name="MODULE_4">
            <a:extLst>
              <a:ext uri="{FF2B5EF4-FFF2-40B4-BE49-F238E27FC236}">
                <a16:creationId xmlns:a16="http://schemas.microsoft.com/office/drawing/2014/main" id="{CADD31E2-ADEA-4675-BA6E-DBEB4ADC584D}"/>
              </a:ext>
            </a:extLst>
          </p:cNvPr>
          <p:cNvSpPr>
            <a:spLocks noGrp="1"/>
          </p:cNvSpPr>
          <p:nvPr/>
        </p:nvSpPr>
        <p:spPr>
          <a:xfrm>
            <a:off x="5905500" y="1924050"/>
            <a:ext cx="1571625" cy="990600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结果预测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7AAA6172-EB91-4D77-9A9B-1F40EFEB9F33}"/>
              </a:ext>
            </a:extLst>
          </p:cNvPr>
          <p:cNvSpPr>
            <a:spLocks noGrp="1"/>
          </p:cNvSpPr>
          <p:nvPr/>
        </p:nvSpPr>
        <p:spPr>
          <a:xfrm>
            <a:off x="419100" y="3438525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关键模块</a:t>
            </a:r>
          </a:p>
        </p:txBody>
      </p:sp>
      <p:sp>
        <p:nvSpPr>
          <p:cNvPr id="11" name="detail-input">
            <a:extLst>
              <a:ext uri="{FF2B5EF4-FFF2-40B4-BE49-F238E27FC236}">
                <a16:creationId xmlns:a16="http://schemas.microsoft.com/office/drawing/2014/main" id="{0A9D90C2-C34F-4F25-AB81-477FC3A471DD}"/>
              </a:ext>
            </a:extLst>
          </p:cNvPr>
          <p:cNvSpPr>
            <a:spLocks noGrp="1"/>
          </p:cNvSpPr>
          <p:nvPr/>
        </p:nvSpPr>
        <p:spPr>
          <a:xfrm>
            <a:off x="628650" y="4248150"/>
            <a:ext cx="1714500" cy="8572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局部特征</a:t>
            </a:r>
          </a:p>
        </p:txBody>
      </p:sp>
      <p:sp>
        <p:nvSpPr>
          <p:cNvPr id="12" name="detail-core">
            <a:extLst>
              <a:ext uri="{FF2B5EF4-FFF2-40B4-BE49-F238E27FC236}">
                <a16:creationId xmlns:a16="http://schemas.microsoft.com/office/drawing/2014/main" id="{AB08E21A-B1C6-454D-B548-06667496B842}"/>
              </a:ext>
            </a:extLst>
          </p:cNvPr>
          <p:cNvSpPr>
            <a:spLocks noGrp="1"/>
          </p:cNvSpPr>
          <p:nvPr/>
        </p:nvSpPr>
        <p:spPr>
          <a:xfrm>
            <a:off x="3067050" y="4248150"/>
            <a:ext cx="1714500" cy="857250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信息交互</a:t>
            </a:r>
          </a:p>
        </p:txBody>
      </p:sp>
      <p:sp>
        <p:nvSpPr>
          <p:cNvPr id="13" name="detail-output">
            <a:extLst>
              <a:ext uri="{FF2B5EF4-FFF2-40B4-BE49-F238E27FC236}">
                <a16:creationId xmlns:a16="http://schemas.microsoft.com/office/drawing/2014/main" id="{D0C3008B-BD5A-4468-A2BB-B37EED6826B5}"/>
              </a:ext>
            </a:extLst>
          </p:cNvPr>
          <p:cNvSpPr>
            <a:spLocks noGrp="1"/>
          </p:cNvSpPr>
          <p:nvPr/>
        </p:nvSpPr>
        <p:spPr>
          <a:xfrm>
            <a:off x="5505450" y="4248150"/>
            <a:ext cx="1714500" cy="8572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9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增强表示</a:t>
            </a:r>
          </a:p>
        </p:txBody>
      </p:sp>
      <p:sp>
        <p:nvSpPr>
          <p:cNvPr id="16" name="rule">
            <a:extLst>
              <a:ext uri="{FF2B5EF4-FFF2-40B4-BE49-F238E27FC236}">
                <a16:creationId xmlns:a16="http://schemas.microsoft.com/office/drawing/2014/main" id="{DE04EBE6-8F62-4C8F-8B35-E219C6D888BF}"/>
              </a:ext>
            </a:extLst>
          </p:cNvPr>
          <p:cNvSpPr>
            <a:spLocks noGrp="1"/>
          </p:cNvSpPr>
          <p:nvPr/>
        </p:nvSpPr>
        <p:spPr>
          <a:xfrm>
            <a:off x="7867650" y="1428750"/>
            <a:ext cx="9525" cy="9525"/>
          </a:xfrm>
          <a:prstGeom prst="rect">
            <a:avLst/>
          </a:prstGeom>
          <a:solidFill>
            <a:srgbClr val="C7D2D5"/>
          </a:solidFill>
          <a:ln w="0">
            <a:noFill/>
            <a:prstDash val="solid"/>
          </a:ln>
        </p:spPr>
      </p:sp>
      <p:sp>
        <p:nvSpPr>
          <p:cNvPr id="17" name="vertical-rule">
            <a:extLst>
              <a:ext uri="{FF2B5EF4-FFF2-40B4-BE49-F238E27FC236}">
                <a16:creationId xmlns:a16="http://schemas.microsoft.com/office/drawing/2014/main" id="{B490C7F3-69B3-4B2D-B884-E833C3C39DBE}"/>
              </a:ext>
            </a:extLst>
          </p:cNvPr>
          <p:cNvSpPr>
            <a:spLocks noGrp="1"/>
          </p:cNvSpPr>
          <p:nvPr/>
        </p:nvSpPr>
        <p:spPr>
          <a:xfrm>
            <a:off x="7867650" y="1428750"/>
            <a:ext cx="9525" cy="4286250"/>
          </a:xfrm>
          <a:prstGeom prst="rect">
            <a:avLst/>
          </a:prstGeom>
          <a:solidFill>
            <a:srgbClr val="C7D2D5"/>
          </a:solidFill>
          <a:ln w="0">
            <a:noFill/>
            <a:prstDash val="solid"/>
          </a:ln>
        </p:spPr>
      </p:sp>
      <p:sp>
        <p:nvSpPr>
          <p:cNvPr id="18" name="EXPLAIN_HEADING">
            <a:extLst>
              <a:ext uri="{FF2B5EF4-FFF2-40B4-BE49-F238E27FC236}">
                <a16:creationId xmlns:a16="http://schemas.microsoft.com/office/drawing/2014/main" id="{E715DFAC-FF55-4420-BCBB-980A23A44A54}"/>
              </a:ext>
            </a:extLst>
          </p:cNvPr>
          <p:cNvSpPr>
            <a:spLocks noGrp="1"/>
          </p:cNvSpPr>
          <p:nvPr/>
        </p:nvSpPr>
        <p:spPr>
          <a:xfrm>
            <a:off x="8286750" y="1381125"/>
            <a:ext cx="3486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模块说明</a:t>
            </a:r>
          </a:p>
        </p:txBody>
      </p:sp>
      <p:sp>
        <p:nvSpPr>
          <p:cNvPr id="19" name="EXPLAIN_1">
            <a:extLst>
              <a:ext uri="{FF2B5EF4-FFF2-40B4-BE49-F238E27FC236}">
                <a16:creationId xmlns:a16="http://schemas.microsoft.com/office/drawing/2014/main" id="{636734D9-B691-4AE1-ACBA-886049E5B83B}"/>
              </a:ext>
            </a:extLst>
          </p:cNvPr>
          <p:cNvSpPr>
            <a:spLocks noGrp="1"/>
          </p:cNvSpPr>
          <p:nvPr/>
        </p:nvSpPr>
        <p:spPr>
          <a:xfrm>
            <a:off x="8286750" y="2000250"/>
            <a:ext cx="3486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1. 输入与编码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[输入对象与编码方式]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[形成的特征表示]</a:t>
            </a:r>
          </a:p>
        </p:txBody>
      </p:sp>
      <p:sp>
        <p:nvSpPr>
          <p:cNvPr id="20" name="HIGHLIGHT_1">
            <a:extLst>
              <a:ext uri="{FF2B5EF4-FFF2-40B4-BE49-F238E27FC236}">
                <a16:creationId xmlns:a16="http://schemas.microsoft.com/office/drawing/2014/main" id="{6264C0F3-BE6C-4FF6-AA51-842A5B552055}"/>
              </a:ext>
            </a:extLst>
          </p:cNvPr>
          <p:cNvSpPr>
            <a:spLocks noGrp="1"/>
          </p:cNvSpPr>
          <p:nvPr/>
        </p:nvSpPr>
        <p:spPr>
          <a:xfrm>
            <a:off x="342900" y="1847850"/>
            <a:ext cx="1724025" cy="1143000"/>
          </a:xfrm>
          <a:prstGeom prst="rect">
            <a:avLst/>
          </a:prstGeom>
          <a:solidFill>
            <a:srgbClr val="FFF176">
              <a:alpha val="40000"/>
            </a:srgbClr>
          </a:solidFill>
          <a:ln w="9525">
            <a:solidFill>
              <a:srgbClr val="C9A527"/>
            </a:solidFill>
            <a:prstDash val="solid"/>
          </a:ln>
        </p:spPr>
      </p:sp>
      <p:sp>
        <p:nvSpPr>
          <p:cNvPr id="21" name="EXPLAIN_2">
            <a:extLst>
              <a:ext uri="{FF2B5EF4-FFF2-40B4-BE49-F238E27FC236}">
                <a16:creationId xmlns:a16="http://schemas.microsoft.com/office/drawing/2014/main" id="{183F9E1E-30D6-4C8B-AC37-32DEF703ABF2}"/>
              </a:ext>
            </a:extLst>
          </p:cNvPr>
          <p:cNvSpPr>
            <a:spLocks noGrp="1"/>
          </p:cNvSpPr>
          <p:nvPr/>
        </p:nvSpPr>
        <p:spPr>
          <a:xfrm>
            <a:off x="8286750" y="2971800"/>
            <a:ext cx="3486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2. 先验融合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[引入哪类先验]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[先验如何进入模型]</a:t>
            </a:r>
          </a:p>
        </p:txBody>
      </p:sp>
      <p:sp>
        <p:nvSpPr>
          <p:cNvPr id="22" name="HIGHLIGHT_2">
            <a:extLst>
              <a:ext uri="{FF2B5EF4-FFF2-40B4-BE49-F238E27FC236}">
                <a16:creationId xmlns:a16="http://schemas.microsoft.com/office/drawing/2014/main" id="{9769B972-F6BA-497B-82A1-2E50F43ACC85}"/>
              </a:ext>
            </a:extLst>
          </p:cNvPr>
          <p:cNvSpPr>
            <a:spLocks noGrp="1"/>
          </p:cNvSpPr>
          <p:nvPr/>
        </p:nvSpPr>
        <p:spPr>
          <a:xfrm>
            <a:off x="2171700" y="1847850"/>
            <a:ext cx="1724025" cy="1143000"/>
          </a:xfrm>
          <a:prstGeom prst="rect">
            <a:avLst/>
          </a:prstGeom>
          <a:solidFill>
            <a:srgbClr val="FFF176">
              <a:alpha val="40000"/>
            </a:srgbClr>
          </a:solidFill>
          <a:ln w="9525">
            <a:solidFill>
              <a:srgbClr val="C9A527"/>
            </a:solidFill>
            <a:prstDash val="solid"/>
          </a:ln>
        </p:spPr>
      </p:sp>
      <p:sp>
        <p:nvSpPr>
          <p:cNvPr id="23" name="EXPLAIN_3">
            <a:extLst>
              <a:ext uri="{FF2B5EF4-FFF2-40B4-BE49-F238E27FC236}">
                <a16:creationId xmlns:a16="http://schemas.microsoft.com/office/drawing/2014/main" id="{FB1ACCE2-79E2-4CA4-9CA0-522FD823D802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3486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3. 关系建模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[建立什么关系]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[关系如何改变特征]</a:t>
            </a:r>
          </a:p>
        </p:txBody>
      </p:sp>
      <p:sp>
        <p:nvSpPr>
          <p:cNvPr id="24" name="HIGHLIGHT_3">
            <a:extLst>
              <a:ext uri="{FF2B5EF4-FFF2-40B4-BE49-F238E27FC236}">
                <a16:creationId xmlns:a16="http://schemas.microsoft.com/office/drawing/2014/main" id="{7737A779-A75E-4543-9576-1D5167A42D58}"/>
              </a:ext>
            </a:extLst>
          </p:cNvPr>
          <p:cNvSpPr>
            <a:spLocks noGrp="1"/>
          </p:cNvSpPr>
          <p:nvPr/>
        </p:nvSpPr>
        <p:spPr>
          <a:xfrm>
            <a:off x="4000500" y="1847850"/>
            <a:ext cx="1724025" cy="1143000"/>
          </a:xfrm>
          <a:prstGeom prst="rect">
            <a:avLst/>
          </a:prstGeom>
          <a:solidFill>
            <a:srgbClr val="FFF176">
              <a:alpha val="40000"/>
            </a:srgbClr>
          </a:solidFill>
          <a:ln w="9525">
            <a:solidFill>
              <a:srgbClr val="C9A527"/>
            </a:solidFill>
            <a:prstDash val="solid"/>
          </a:ln>
        </p:spPr>
      </p:sp>
      <p:sp>
        <p:nvSpPr>
          <p:cNvPr id="25" name="EXPLAIN_4">
            <a:extLst>
              <a:ext uri="{FF2B5EF4-FFF2-40B4-BE49-F238E27FC236}">
                <a16:creationId xmlns:a16="http://schemas.microsoft.com/office/drawing/2014/main" id="{4D16A13B-3CAC-4E4A-8FA8-E828DE212F91}"/>
              </a:ext>
            </a:extLst>
          </p:cNvPr>
          <p:cNvSpPr>
            <a:spLocks noGrp="1"/>
          </p:cNvSpPr>
          <p:nvPr/>
        </p:nvSpPr>
        <p:spPr>
          <a:xfrm>
            <a:off x="8286750" y="4914900"/>
            <a:ext cx="3486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4. 结果预测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[输出对象与表示]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[结果满足的约束]</a:t>
            </a:r>
          </a:p>
        </p:txBody>
      </p:sp>
      <p:sp>
        <p:nvSpPr>
          <p:cNvPr id="26" name="HIGHLIGHT_4">
            <a:extLst>
              <a:ext uri="{FF2B5EF4-FFF2-40B4-BE49-F238E27FC236}">
                <a16:creationId xmlns:a16="http://schemas.microsoft.com/office/drawing/2014/main" id="{FB2EC408-5261-4FE5-A1E1-CC5F755CE89B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1724025" cy="1143000"/>
          </a:xfrm>
          <a:prstGeom prst="rect">
            <a:avLst/>
          </a:prstGeom>
          <a:solidFill>
            <a:srgbClr val="FFF176">
              <a:alpha val="40000"/>
            </a:srgbClr>
          </a:solidFill>
          <a:ln w="9525">
            <a:solidFill>
              <a:srgbClr val="C9A527"/>
            </a:solidFill>
            <a:prstDash val="solid"/>
          </a:ln>
        </p:spPr>
      </p:sp>
      <p:sp>
        <p:nvSpPr>
          <p:cNvPr id="27" name="TAKEAWAY">
            <a:extLst>
              <a:ext uri="{FF2B5EF4-FFF2-40B4-BE49-F238E27FC236}">
                <a16:creationId xmlns:a16="http://schemas.microsoft.com/office/drawing/2014/main" id="{813AB765-336C-405C-B2E9-A06DED337C63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457200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[方法核心：关键模块如何回应前页问题]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10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animBg="1"/>
      <p:bldP spid="20" grpId="0" uiExpand="1" animBg="1"/>
      <p:bldP spid="21" grpId="0" uiExpand="1" animBg="1"/>
      <p:bldP spid="20" grpId="1" uiExpand="1" animBg="1"/>
      <p:bldP spid="22" grpId="0" uiExpand="1" animBg="1"/>
      <p:bldP spid="23" grpId="0" uiExpand="1" animBg="1"/>
      <p:bldP spid="22" grpId="1" uiExpand="1" animBg="1"/>
      <p:bldP spid="24" grpId="0" uiExpand="1" animBg="1"/>
      <p:bldP spid="25" grpId="0" uiExpand="1" animBg="1"/>
      <p:bldP spid="24" grpId="1" uiExpand="1" animBg="1"/>
      <p:bldP spid="26" grpId="0" uiExpan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GE_TITLE">
            <a:extLst>
              <a:ext uri="{FF2B5EF4-FFF2-40B4-BE49-F238E27FC236}">
                <a16:creationId xmlns:a16="http://schemas.microsoft.com/office/drawing/2014/main" id="{0C04805A-CFE7-4853-B53F-9EC9E25CB47F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2.2  Vision Transformer 架构</a:t>
            </a:r>
          </a:p>
        </p:txBody>
      </p:sp>
      <p:sp>
        <p:nvSpPr>
          <p:cNvPr id="2" name="FIGURE_TITLE">
            <a:extLst>
              <a:ext uri="{FF2B5EF4-FFF2-40B4-BE49-F238E27FC236}">
                <a16:creationId xmlns:a16="http://schemas.microsoft.com/office/drawing/2014/main" id="{A1AC9D1F-419E-49AE-A490-F8E338385E26}"/>
              </a:ext>
            </a:extLst>
          </p:cNvPr>
          <p:cNvSpPr>
            <a:spLocks noGrp="1"/>
          </p:cNvSpPr>
          <p:nvPr/>
        </p:nvSpPr>
        <p:spPr>
          <a:xfrm>
            <a:off x="419100" y="12763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9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图像分类模型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9617976B-0845-48E3-A3B0-764A95D3DE70}"/>
              </a:ext>
            </a:extLst>
          </p:cNvPr>
          <p:cNvPicPr>
            <a:picLocks noChangeAspect="1"/>
          </p:cNvPicPr>
          <p:nvPr/>
        </p:nvPicPr>
        <p:blipFill>
          <a:blip r:embed="Ra5810084c6d343d5"/>
          <a:stretch/>
        </p:blipFill>
        <p:spPr>
          <a:xfrm>
            <a:off x="381000" y="1809750"/>
            <a:ext cx="7620000" cy="3973871"/>
          </a:xfrm>
          <a:prstGeom prst="rect">
            <a:avLst/>
          </a:prstGeom>
        </p:spPr>
      </p:pic>
      <p:sp>
        <p:nvSpPr>
          <p:cNvPr id="4" name="vertical-rule">
            <a:extLst>
              <a:ext uri="{FF2B5EF4-FFF2-40B4-BE49-F238E27FC236}">
                <a16:creationId xmlns:a16="http://schemas.microsoft.com/office/drawing/2014/main" id="{A43FB881-3E22-493C-B10E-B803CF597CC2}"/>
              </a:ext>
            </a:extLst>
          </p:cNvPr>
          <p:cNvSpPr>
            <a:spLocks noGrp="1"/>
          </p:cNvSpPr>
          <p:nvPr/>
        </p:nvSpPr>
        <p:spPr>
          <a:xfrm>
            <a:off x="8220075" y="1457325"/>
            <a:ext cx="9525" cy="4429125"/>
          </a:xfrm>
          <a:prstGeom prst="rect">
            <a:avLst/>
          </a:prstGeom>
          <a:solidFill>
            <a:srgbClr val="C7D2D5"/>
          </a:solidFill>
          <a:ln w="0">
            <a:noFill/>
          </a:ln>
        </p:spPr>
      </p:sp>
      <p:sp>
        <p:nvSpPr>
          <p:cNvPr id="5" name="EXPLAIN_HEADING">
            <a:extLst>
              <a:ext uri="{FF2B5EF4-FFF2-40B4-BE49-F238E27FC236}">
                <a16:creationId xmlns:a16="http://schemas.microsoft.com/office/drawing/2014/main" id="{ADA511E9-FB97-4EC4-9E80-2E34A70CFB0E}"/>
              </a:ext>
            </a:extLst>
          </p:cNvPr>
          <p:cNvSpPr>
            <a:spLocks noGrp="1"/>
          </p:cNvSpPr>
          <p:nvPr/>
        </p:nvSpPr>
        <p:spPr>
          <a:xfrm>
            <a:off x="8572500" y="1381125"/>
            <a:ext cx="32004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7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模块说明</a:t>
            </a:r>
          </a:p>
        </p:txBody>
      </p:sp>
      <p:sp>
        <p:nvSpPr>
          <p:cNvPr id="6" name="EXPLAIN_1">
            <a:extLst>
              <a:ext uri="{FF2B5EF4-FFF2-40B4-BE49-F238E27FC236}">
                <a16:creationId xmlns:a16="http://schemas.microsoft.com/office/drawing/2014/main" id="{31A7C856-C4FB-4FF0-927D-F28EF92C3F34}"/>
              </a:ext>
            </a:extLst>
          </p:cNvPr>
          <p:cNvSpPr>
            <a:spLocks noGrp="1"/>
          </p:cNvSpPr>
          <p:nvPr/>
        </p:nvSpPr>
        <p:spPr>
          <a:xfrm>
            <a:off x="8572500" y="2000250"/>
            <a:ext cx="32004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1. 图像分块与投影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图像切分为等大块，展平后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线性投影为特征向量</a:t>
            </a:r>
          </a:p>
        </p:txBody>
      </p:sp>
      <p:sp>
        <p:nvSpPr>
          <p:cNvPr id="7" name="HIGHLIGHT_1">
            <a:extLst>
              <a:ext uri="{FF2B5EF4-FFF2-40B4-BE49-F238E27FC236}">
                <a16:creationId xmlns:a16="http://schemas.microsoft.com/office/drawing/2014/main" id="{8199428D-EDEA-467F-8EDA-861FE8407EC4}"/>
              </a:ext>
            </a:extLst>
          </p:cNvPr>
          <p:cNvSpPr>
            <a:spLocks noGrp="1"/>
          </p:cNvSpPr>
          <p:nvPr/>
        </p:nvSpPr>
        <p:spPr>
          <a:xfrm>
            <a:off x="512097" y="4390718"/>
            <a:ext cx="4793226" cy="1147097"/>
          </a:xfrm>
          <a:prstGeom prst="rect">
            <a:avLst/>
          </a:prstGeom>
          <a:solidFill>
            <a:srgbClr val="FFF176">
              <a:alpha val="35000"/>
            </a:srgbClr>
          </a:solidFill>
          <a:ln w="9525">
            <a:solidFill>
              <a:srgbClr val="C9A527"/>
            </a:solidFill>
          </a:ln>
        </p:spPr>
      </p:sp>
      <p:sp>
        <p:nvSpPr>
          <p:cNvPr id="8" name="EXPLAIN_2">
            <a:extLst>
              <a:ext uri="{FF2B5EF4-FFF2-40B4-BE49-F238E27FC236}">
                <a16:creationId xmlns:a16="http://schemas.microsoft.com/office/drawing/2014/main" id="{07195B29-D35B-4B18-AB9E-D35B4B40CB9D}"/>
              </a:ext>
            </a:extLst>
          </p:cNvPr>
          <p:cNvSpPr>
            <a:spLocks noGrp="1"/>
          </p:cNvSpPr>
          <p:nvPr/>
        </p:nvSpPr>
        <p:spPr>
          <a:xfrm>
            <a:off x="8572500" y="2971800"/>
            <a:ext cx="32004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2. 序列编码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加入位置编码与分类标记，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组成编码器的输入序列</a:t>
            </a:r>
          </a:p>
        </p:txBody>
      </p:sp>
      <p:sp>
        <p:nvSpPr>
          <p:cNvPr id="9" name="HIGHLIGHT_2">
            <a:extLst>
              <a:ext uri="{FF2B5EF4-FFF2-40B4-BE49-F238E27FC236}">
                <a16:creationId xmlns:a16="http://schemas.microsoft.com/office/drawing/2014/main" id="{8BD4FB46-7965-41C4-93DE-A71902006D0E}"/>
              </a:ext>
            </a:extLst>
          </p:cNvPr>
          <p:cNvSpPr>
            <a:spLocks noGrp="1"/>
          </p:cNvSpPr>
          <p:nvPr/>
        </p:nvSpPr>
        <p:spPr>
          <a:xfrm>
            <a:off x="405581" y="4013815"/>
            <a:ext cx="4883355" cy="344129"/>
          </a:xfrm>
          <a:prstGeom prst="rect">
            <a:avLst/>
          </a:prstGeom>
          <a:solidFill>
            <a:srgbClr val="FFF176">
              <a:alpha val="35000"/>
            </a:srgbClr>
          </a:solidFill>
          <a:ln w="9525">
            <a:solidFill>
              <a:srgbClr val="C9A527"/>
            </a:solidFill>
          </a:ln>
        </p:spPr>
      </p:sp>
      <p:sp>
        <p:nvSpPr>
          <p:cNvPr id="10" name="EXPLAIN_3">
            <a:extLst>
              <a:ext uri="{FF2B5EF4-FFF2-40B4-BE49-F238E27FC236}">
                <a16:creationId xmlns:a16="http://schemas.microsoft.com/office/drawing/2014/main" id="{0234A8DF-40C7-4BF5-80D0-35A611674A26}"/>
              </a:ext>
            </a:extLst>
          </p:cNvPr>
          <p:cNvSpPr>
            <a:spLocks noGrp="1"/>
          </p:cNvSpPr>
          <p:nvPr/>
        </p:nvSpPr>
        <p:spPr>
          <a:xfrm>
            <a:off x="8572500" y="3943350"/>
            <a:ext cx="32004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3. Transformer 编码器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自注意力与 MLP 更新表示，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结合归一化和残差连接</a:t>
            </a:r>
          </a:p>
        </p:txBody>
      </p:sp>
      <p:sp>
        <p:nvSpPr>
          <p:cNvPr id="11" name="HIGHLIGHT_3">
            <a:extLst>
              <a:ext uri="{FF2B5EF4-FFF2-40B4-BE49-F238E27FC236}">
                <a16:creationId xmlns:a16="http://schemas.microsoft.com/office/drawing/2014/main" id="{0CCF4D2E-CDD4-43DD-80A2-81191DE1BC77}"/>
              </a:ext>
            </a:extLst>
          </p:cNvPr>
          <p:cNvSpPr>
            <a:spLocks noGrp="1"/>
          </p:cNvSpPr>
          <p:nvPr/>
        </p:nvSpPr>
        <p:spPr>
          <a:xfrm>
            <a:off x="5977194" y="2244008"/>
            <a:ext cx="1679677" cy="2916903"/>
          </a:xfrm>
          <a:prstGeom prst="rect">
            <a:avLst/>
          </a:prstGeom>
          <a:solidFill>
            <a:srgbClr val="FFF176">
              <a:alpha val="35000"/>
            </a:srgbClr>
          </a:solidFill>
          <a:ln w="9525">
            <a:solidFill>
              <a:srgbClr val="C9A527"/>
            </a:solidFill>
          </a:ln>
        </p:spPr>
      </p:sp>
      <p:sp>
        <p:nvSpPr>
          <p:cNvPr id="12" name="EXPLAIN_4">
            <a:extLst>
              <a:ext uri="{FF2B5EF4-FFF2-40B4-BE49-F238E27FC236}">
                <a16:creationId xmlns:a16="http://schemas.microsoft.com/office/drawing/2014/main" id="{BB5CBA2E-0C78-4421-8464-CEE10E56B65A}"/>
              </a:ext>
            </a:extLst>
          </p:cNvPr>
          <p:cNvSpPr>
            <a:spLocks noGrp="1"/>
          </p:cNvSpPr>
          <p:nvPr/>
        </p:nvSpPr>
        <p:spPr>
          <a:xfrm>
            <a:off x="8572500" y="4914900"/>
            <a:ext cx="32004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4. 分类输出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分类标记的输出送入分类头，</a:t>
            </a:r>
          </a:p>
          <a:p>
            <a:pPr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0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得到图像类别预测</a:t>
            </a:r>
          </a:p>
        </p:txBody>
      </p:sp>
      <p:sp>
        <p:nvSpPr>
          <p:cNvPr id="13" name="HIGHLIGHT_4">
            <a:extLst>
              <a:ext uri="{FF2B5EF4-FFF2-40B4-BE49-F238E27FC236}">
                <a16:creationId xmlns:a16="http://schemas.microsoft.com/office/drawing/2014/main" id="{8994020F-79E9-4A0C-BB3A-F0A177EB7F6A}"/>
              </a:ext>
            </a:extLst>
          </p:cNvPr>
          <p:cNvSpPr>
            <a:spLocks noGrp="1"/>
          </p:cNvSpPr>
          <p:nvPr/>
        </p:nvSpPr>
        <p:spPr>
          <a:xfrm>
            <a:off x="651387" y="2194847"/>
            <a:ext cx="1605935" cy="1073355"/>
          </a:xfrm>
          <a:prstGeom prst="rect">
            <a:avLst/>
          </a:prstGeom>
          <a:solidFill>
            <a:srgbClr val="FFF176">
              <a:alpha val="35000"/>
            </a:srgbClr>
          </a:solidFill>
          <a:ln w="9525">
            <a:solidFill>
              <a:srgbClr val="C9A527"/>
            </a:solidFill>
          </a:ln>
        </p:spPr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C8027765-D84E-4798-A09D-8963638C450D}"/>
              </a:ext>
            </a:extLst>
          </p:cNvPr>
          <p:cNvSpPr>
            <a:spLocks noGrp="1"/>
          </p:cNvSpPr>
          <p:nvPr/>
        </p:nvSpPr>
        <p:spPr>
          <a:xfrm>
            <a:off x="419100" y="6153150"/>
            <a:ext cx="1104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defPPr>
            <a:lvl1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1pPr>
            <a:lvl2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2pPr>
            <a:lvl3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3pPr>
            <a:lvl4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4pPr>
            <a:lvl5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5pPr>
            <a:lvl6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6pPr>
            <a:lvl7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7pPr>
            <a:lvl8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8pPr>
            <a:lvl9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>
              <a:def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pPr>
            <a:r>
              <a:rPr sz="1425" b="0">
                <a:solidFill>
                  <a:srgbClr val="6F7D86"/>
                </a:solidFill>
                <a:latin typeface="Arial"/>
                <a:ea typeface="Microsoft YaHei"/>
                <a:cs typeface="Arial"/>
              </a:rPr>
              <a:t>Dosovitskiy et al. · ICLR 2021 · Figure 1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11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animBg="1"/>
      <p:bldP spid="7" grpId="0" uiExpand="1" animBg="1"/>
      <p:bldP spid="8" grpId="0" uiExpand="1" animBg="1"/>
      <p:bldP spid="7" grpId="1" uiExpand="1" animBg="1"/>
      <p:bldP spid="9" grpId="0" uiExpand="1" animBg="1"/>
      <p:bldP spid="10" grpId="0" uiExpand="1" animBg="1"/>
      <p:bldP spid="9" grpId="1" uiExpand="1" animBg="1"/>
      <p:bldP spid="11" grpId="0" uiExpand="1" animBg="1"/>
      <p:bldP spid="12" grpId="0" uiExpand="1" animBg="1"/>
      <p:bldP spid="11" grpId="1" uiExpand="1" animBg="1"/>
      <p:bldP spid="13" grpId="0" uiExpan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_TITLE">
            <a:extLst>
              <a:ext uri="{FF2B5EF4-FFF2-40B4-BE49-F238E27FC236}">
                <a16:creationId xmlns:a16="http://schemas.microsoft.com/office/drawing/2014/main" id="{A96BDC31-3CB8-4DB9-A943-0A1F3CA22BAD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2.3  数据集与实验设置</a:t>
            </a:r>
          </a:p>
        </p:txBody>
      </p:sp>
      <p:sp>
        <p:nvSpPr>
          <p:cNvPr id="2" name="caption">
            <a:extLst>
              <a:ext uri="{FF2B5EF4-FFF2-40B4-BE49-F238E27FC236}">
                <a16:creationId xmlns:a16="http://schemas.microsoft.com/office/drawing/2014/main" id="{6F67FA38-580B-4D66-AD01-034F444A294D}"/>
              </a:ext>
            </a:extLst>
          </p:cNvPr>
          <p:cNvSpPr>
            <a:spLocks noGrp="1"/>
          </p:cNvSpPr>
          <p:nvPr/>
        </p:nvSpPr>
        <p:spPr>
          <a:xfrm>
            <a:off x="419100" y="134302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数据来源与覆盖范围</a:t>
            </a:r>
          </a:p>
        </p:txBody>
      </p:sp>
      <p:sp>
        <p:nvSpPr>
          <p:cNvPr id="3" name="IMAGE_dataset-map">
            <a:extLst>
              <a:ext uri="{FF2B5EF4-FFF2-40B4-BE49-F238E27FC236}">
                <a16:creationId xmlns:a16="http://schemas.microsoft.com/office/drawing/2014/main" id="{3AF18A36-58A3-4843-BDCC-5B973E87656E}"/>
              </a:ext>
            </a:extLst>
          </p:cNvPr>
          <p:cNvSpPr>
            <a:spLocks noGrp="1"/>
          </p:cNvSpPr>
          <p:nvPr/>
        </p:nvSpPr>
        <p:spPr>
          <a:xfrm>
            <a:off x="419100" y="1809750"/>
            <a:ext cx="5334000" cy="266700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[区域分布 / 数据来源]</a:t>
            </a:r>
          </a:p>
        </p:txBody>
      </p:sp>
      <p:sp>
        <p:nvSpPr>
          <p:cNvPr id="4" name="IMAGE_sample-1">
            <a:extLst>
              <a:ext uri="{FF2B5EF4-FFF2-40B4-BE49-F238E27FC236}">
                <a16:creationId xmlns:a16="http://schemas.microsoft.com/office/drawing/2014/main" id="{52FEFDA4-CA92-42D0-8017-B693D9E129B3}"/>
              </a:ext>
            </a:extLst>
          </p:cNvPr>
          <p:cNvSpPr>
            <a:spLocks noGrp="1"/>
          </p:cNvSpPr>
          <p:nvPr/>
        </p:nvSpPr>
        <p:spPr>
          <a:xfrm>
            <a:off x="419100" y="4743450"/>
            <a:ext cx="2571750" cy="13906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[样本]</a:t>
            </a:r>
          </a:p>
        </p:txBody>
      </p:sp>
      <p:sp>
        <p:nvSpPr>
          <p:cNvPr id="5" name="IMAGE_sample-2">
            <a:extLst>
              <a:ext uri="{FF2B5EF4-FFF2-40B4-BE49-F238E27FC236}">
                <a16:creationId xmlns:a16="http://schemas.microsoft.com/office/drawing/2014/main" id="{8ED05E65-2A7B-4409-9220-3E91EB694358}"/>
              </a:ext>
            </a:extLst>
          </p:cNvPr>
          <p:cNvSpPr>
            <a:spLocks noGrp="1"/>
          </p:cNvSpPr>
          <p:nvPr/>
        </p:nvSpPr>
        <p:spPr>
          <a:xfrm>
            <a:off x="3181350" y="4743450"/>
            <a:ext cx="2571750" cy="139065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[标注]</a:t>
            </a:r>
          </a:p>
        </p:txBody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549D7B3-FC34-4100-AFFE-4613CCEBE71C}"/>
              </a:ext>
            </a:extLst>
          </p:cNvPr>
          <p:cNvSpPr>
            <a:spLocks noGrp="1"/>
          </p:cNvSpPr>
          <p:nvPr/>
        </p:nvSpPr>
        <p:spPr>
          <a:xfrm>
            <a:off x="6286500" y="1343025"/>
            <a:ext cx="548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数据与评测协议</a:t>
            </a:r>
          </a:p>
        </p:txBody>
      </p:sp>
      <p:graphicFrame>
        <p:nvGraphicFramePr>
          <p:cNvPr id="7" name="">
            <a:extLst>
              <a:ext uri="{FF2B5EF4-FFF2-40B4-BE49-F238E27FC236}">
                <a16:creationId xmlns:a16="http://schemas.microsoft.com/office/drawing/2014/main" id="{329FF564-8C62-4890-A972-A596AC8E7B23}"/>
              </a:ext>
            </a:extLst>
          </p:cNvPr>
          <p:cNvGraphicFramePr/>
          <p:nvPr/>
        </p:nvGraphicFramePr>
        <p:xfrm>
          <a:off x="6286500" y="1809750"/>
          <a:ext cx="5486400" cy="3429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项目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设置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数据来源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[名称与版本]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训练 / 验证 / 测试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[样本数与划分规则]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空间或时间范围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[范围]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评价指标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[名称、单位与方向]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对比条件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[输入、主干、训练设置]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rotocol">
            <a:extLst>
              <a:ext uri="{FF2B5EF4-FFF2-40B4-BE49-F238E27FC236}">
                <a16:creationId xmlns:a16="http://schemas.microsoft.com/office/drawing/2014/main" id="{DBA9F049-02D9-4478-A0BF-F1716A5AD2D8}"/>
              </a:ext>
            </a:extLst>
          </p:cNvPr>
          <p:cNvSpPr>
            <a:spLocks noGrp="1"/>
          </p:cNvSpPr>
          <p:nvPr/>
        </p:nvSpPr>
        <p:spPr>
          <a:xfrm>
            <a:off x="6286500" y="5505450"/>
            <a:ext cx="5486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[实验设置中影响公平比较的关键约束]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12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GE_TITLE">
            <a:extLst>
              <a:ext uri="{FF2B5EF4-FFF2-40B4-BE49-F238E27FC236}">
                <a16:creationId xmlns:a16="http://schemas.microsoft.com/office/drawing/2014/main" id="{2B212BE9-2AB5-408A-88E0-65FDD1C1F368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2.3  对比实验</a:t>
            </a:r>
          </a:p>
        </p:txBody>
      </p:sp>
      <p:sp>
        <p:nvSpPr>
          <p:cNvPr id="2" name="caption">
            <a:extLst>
              <a:ext uri="{FF2B5EF4-FFF2-40B4-BE49-F238E27FC236}">
                <a16:creationId xmlns:a16="http://schemas.microsoft.com/office/drawing/2014/main" id="{FA4E9F55-DAD7-4B9C-BDB2-63C229D3B5D8}"/>
              </a:ext>
            </a:extLst>
          </p:cNvPr>
          <p:cNvSpPr>
            <a:spLocks noGrp="1"/>
          </p:cNvSpPr>
          <p:nvPr/>
        </p:nvSpPr>
        <p:spPr>
          <a:xfrm>
            <a:off x="419100" y="1323975"/>
            <a:ext cx="11353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[数据集名称]：定量与定性结果</a:t>
            </a:r>
          </a:p>
        </p:txBody>
      </p:sp>
      <p:sp>
        <p:nvSpPr>
          <p:cNvPr id="3" name="visual-label-0">
            <a:extLst>
              <a:ext uri="{FF2B5EF4-FFF2-40B4-BE49-F238E27FC236}">
                <a16:creationId xmlns:a16="http://schemas.microsoft.com/office/drawing/2014/main" id="{EEAEB33D-838C-4F18-8287-67FF020F6C35}"/>
              </a:ext>
            </a:extLst>
          </p:cNvPr>
          <p:cNvSpPr>
            <a:spLocks noGrp="1"/>
          </p:cNvSpPr>
          <p:nvPr/>
        </p:nvSpPr>
        <p:spPr>
          <a:xfrm>
            <a:off x="419100" y="1809750"/>
            <a:ext cx="1276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4" name="IMAGE_result-0-0">
            <a:extLst>
              <a:ext uri="{FF2B5EF4-FFF2-40B4-BE49-F238E27FC236}">
                <a16:creationId xmlns:a16="http://schemas.microsoft.com/office/drawing/2014/main" id="{D381E913-D28D-419E-9BF2-74A8E819AE91}"/>
              </a:ext>
            </a:extLst>
          </p:cNvPr>
          <p:cNvSpPr>
            <a:spLocks noGrp="1"/>
          </p:cNvSpPr>
          <p:nvPr/>
        </p:nvSpPr>
        <p:spPr>
          <a:xfrm>
            <a:off x="419100" y="2257425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5" name="IMAGE_result-1-0">
            <a:extLst>
              <a:ext uri="{FF2B5EF4-FFF2-40B4-BE49-F238E27FC236}">
                <a16:creationId xmlns:a16="http://schemas.microsoft.com/office/drawing/2014/main" id="{F7AC0220-1D38-4E68-B2D7-43BFC00CB44A}"/>
              </a:ext>
            </a:extLst>
          </p:cNvPr>
          <p:cNvSpPr>
            <a:spLocks noGrp="1"/>
          </p:cNvSpPr>
          <p:nvPr/>
        </p:nvSpPr>
        <p:spPr>
          <a:xfrm>
            <a:off x="419100" y="3390900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6" name="IMAGE_result-2-0">
            <a:extLst>
              <a:ext uri="{FF2B5EF4-FFF2-40B4-BE49-F238E27FC236}">
                <a16:creationId xmlns:a16="http://schemas.microsoft.com/office/drawing/2014/main" id="{FD40EF17-586C-478E-AD6F-5A589EDCA3D5}"/>
              </a:ext>
            </a:extLst>
          </p:cNvPr>
          <p:cNvSpPr>
            <a:spLocks noGrp="1"/>
          </p:cNvSpPr>
          <p:nvPr/>
        </p:nvSpPr>
        <p:spPr>
          <a:xfrm>
            <a:off x="419100" y="4524375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7" name="visual-label-1">
            <a:extLst>
              <a:ext uri="{FF2B5EF4-FFF2-40B4-BE49-F238E27FC236}">
                <a16:creationId xmlns:a16="http://schemas.microsoft.com/office/drawing/2014/main" id="{50B61C05-D48C-4074-A47D-DD7A0A1366CB}"/>
              </a:ext>
            </a:extLst>
          </p:cNvPr>
          <p:cNvSpPr>
            <a:spLocks noGrp="1"/>
          </p:cNvSpPr>
          <p:nvPr/>
        </p:nvSpPr>
        <p:spPr>
          <a:xfrm>
            <a:off x="1828800" y="1809750"/>
            <a:ext cx="1276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参考结果</a:t>
            </a:r>
          </a:p>
        </p:txBody>
      </p:sp>
      <p:sp>
        <p:nvSpPr>
          <p:cNvPr id="8" name="IMAGE_result-0-1">
            <a:extLst>
              <a:ext uri="{FF2B5EF4-FFF2-40B4-BE49-F238E27FC236}">
                <a16:creationId xmlns:a16="http://schemas.microsoft.com/office/drawing/2014/main" id="{54F3C6DA-2B52-468A-ACF6-7FD79B98B2E6}"/>
              </a:ext>
            </a:extLst>
          </p:cNvPr>
          <p:cNvSpPr>
            <a:spLocks noGrp="1"/>
          </p:cNvSpPr>
          <p:nvPr/>
        </p:nvSpPr>
        <p:spPr>
          <a:xfrm>
            <a:off x="1828800" y="2257425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9" name="IMAGE_result-1-1">
            <a:extLst>
              <a:ext uri="{FF2B5EF4-FFF2-40B4-BE49-F238E27FC236}">
                <a16:creationId xmlns:a16="http://schemas.microsoft.com/office/drawing/2014/main" id="{CA775B6D-E978-4120-961C-3BF39A7D0E8E}"/>
              </a:ext>
            </a:extLst>
          </p:cNvPr>
          <p:cNvSpPr>
            <a:spLocks noGrp="1"/>
          </p:cNvSpPr>
          <p:nvPr/>
        </p:nvSpPr>
        <p:spPr>
          <a:xfrm>
            <a:off x="1828800" y="3390900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10" name="IMAGE_result-2-1">
            <a:extLst>
              <a:ext uri="{FF2B5EF4-FFF2-40B4-BE49-F238E27FC236}">
                <a16:creationId xmlns:a16="http://schemas.microsoft.com/office/drawing/2014/main" id="{A9AE1471-CFC2-4C32-9355-C75D4A01BF4B}"/>
              </a:ext>
            </a:extLst>
          </p:cNvPr>
          <p:cNvSpPr>
            <a:spLocks noGrp="1"/>
          </p:cNvSpPr>
          <p:nvPr/>
        </p:nvSpPr>
        <p:spPr>
          <a:xfrm>
            <a:off x="1828800" y="4524375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11" name="visual-label-2">
            <a:extLst>
              <a:ext uri="{FF2B5EF4-FFF2-40B4-BE49-F238E27FC236}">
                <a16:creationId xmlns:a16="http://schemas.microsoft.com/office/drawing/2014/main" id="{EA64FF05-2943-4CD6-8E0E-4DDA2F3E459B}"/>
              </a:ext>
            </a:extLst>
          </p:cNvPr>
          <p:cNvSpPr>
            <a:spLocks noGrp="1"/>
          </p:cNvSpPr>
          <p:nvPr/>
        </p:nvSpPr>
        <p:spPr>
          <a:xfrm>
            <a:off x="3238500" y="1809750"/>
            <a:ext cx="1276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方法 A</a:t>
            </a:r>
          </a:p>
        </p:txBody>
      </p:sp>
      <p:sp>
        <p:nvSpPr>
          <p:cNvPr id="12" name="IMAGE_result-0-2">
            <a:extLst>
              <a:ext uri="{FF2B5EF4-FFF2-40B4-BE49-F238E27FC236}">
                <a16:creationId xmlns:a16="http://schemas.microsoft.com/office/drawing/2014/main" id="{2EF33C79-69DC-4A51-8B31-7E6B5449AC79}"/>
              </a:ext>
            </a:extLst>
          </p:cNvPr>
          <p:cNvSpPr>
            <a:spLocks noGrp="1"/>
          </p:cNvSpPr>
          <p:nvPr/>
        </p:nvSpPr>
        <p:spPr>
          <a:xfrm>
            <a:off x="3238500" y="2257425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13" name="IMAGE_result-1-2">
            <a:extLst>
              <a:ext uri="{FF2B5EF4-FFF2-40B4-BE49-F238E27FC236}">
                <a16:creationId xmlns:a16="http://schemas.microsoft.com/office/drawing/2014/main" id="{2B38264A-B052-4453-8B5B-D41FE4004775}"/>
              </a:ext>
            </a:extLst>
          </p:cNvPr>
          <p:cNvSpPr>
            <a:spLocks noGrp="1"/>
          </p:cNvSpPr>
          <p:nvPr/>
        </p:nvSpPr>
        <p:spPr>
          <a:xfrm>
            <a:off x="3238500" y="3390900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14" name="IMAGE_result-2-2">
            <a:extLst>
              <a:ext uri="{FF2B5EF4-FFF2-40B4-BE49-F238E27FC236}">
                <a16:creationId xmlns:a16="http://schemas.microsoft.com/office/drawing/2014/main" id="{63D21E6B-68E9-4843-847E-8081BD2BD554}"/>
              </a:ext>
            </a:extLst>
          </p:cNvPr>
          <p:cNvSpPr>
            <a:spLocks noGrp="1"/>
          </p:cNvSpPr>
          <p:nvPr/>
        </p:nvSpPr>
        <p:spPr>
          <a:xfrm>
            <a:off x="3238500" y="4524375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15" name="visual-label-3">
            <a:extLst>
              <a:ext uri="{FF2B5EF4-FFF2-40B4-BE49-F238E27FC236}">
                <a16:creationId xmlns:a16="http://schemas.microsoft.com/office/drawing/2014/main" id="{3754CBBA-7AE4-4CDA-8CF5-8139F5E62169}"/>
              </a:ext>
            </a:extLst>
          </p:cNvPr>
          <p:cNvSpPr>
            <a:spLocks noGrp="1"/>
          </p:cNvSpPr>
          <p:nvPr/>
        </p:nvSpPr>
        <p:spPr>
          <a:xfrm>
            <a:off x="4648200" y="1809750"/>
            <a:ext cx="1276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57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本方法</a:t>
            </a:r>
          </a:p>
        </p:txBody>
      </p:sp>
      <p:sp>
        <p:nvSpPr>
          <p:cNvPr id="16" name="IMAGE_result-0-3">
            <a:extLst>
              <a:ext uri="{FF2B5EF4-FFF2-40B4-BE49-F238E27FC236}">
                <a16:creationId xmlns:a16="http://schemas.microsoft.com/office/drawing/2014/main" id="{EF8A9496-73FF-435A-B9DE-5F0B800AB0E7}"/>
              </a:ext>
            </a:extLst>
          </p:cNvPr>
          <p:cNvSpPr>
            <a:spLocks noGrp="1"/>
          </p:cNvSpPr>
          <p:nvPr/>
        </p:nvSpPr>
        <p:spPr>
          <a:xfrm>
            <a:off x="4648200" y="2257425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17" name="IMAGE_result-1-3">
            <a:extLst>
              <a:ext uri="{FF2B5EF4-FFF2-40B4-BE49-F238E27FC236}">
                <a16:creationId xmlns:a16="http://schemas.microsoft.com/office/drawing/2014/main" id="{EBCE272E-7B64-45EA-B736-04B038CCED28}"/>
              </a:ext>
            </a:extLst>
          </p:cNvPr>
          <p:cNvSpPr>
            <a:spLocks noGrp="1"/>
          </p:cNvSpPr>
          <p:nvPr/>
        </p:nvSpPr>
        <p:spPr>
          <a:xfrm>
            <a:off x="4648200" y="3390900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sp>
        <p:nvSpPr>
          <p:cNvPr id="18" name="IMAGE_result-2-3">
            <a:extLst>
              <a:ext uri="{FF2B5EF4-FFF2-40B4-BE49-F238E27FC236}">
                <a16:creationId xmlns:a16="http://schemas.microsoft.com/office/drawing/2014/main" id="{B61E9DB4-4762-4AE7-B0EA-DBB20CCC8B28}"/>
              </a:ext>
            </a:extLst>
          </p:cNvPr>
          <p:cNvSpPr>
            <a:spLocks noGrp="1"/>
          </p:cNvSpPr>
          <p:nvPr/>
        </p:nvSpPr>
        <p:spPr>
          <a:xfrm>
            <a:off x="4648200" y="4524375"/>
            <a:ext cx="1276350" cy="9620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[结果图]</a:t>
            </a:r>
          </a:p>
        </p:txBody>
      </p:sp>
      <p:graphicFrame>
        <p:nvGraphicFramePr>
          <p:cNvPr id="19" name="">
            <a:extLst>
              <a:ext uri="{FF2B5EF4-FFF2-40B4-BE49-F238E27FC236}">
                <a16:creationId xmlns:a16="http://schemas.microsoft.com/office/drawing/2014/main" id="{49F013A6-0681-43C5-AB36-A1C2896E7540}"/>
              </a:ext>
            </a:extLst>
          </p:cNvPr>
          <p:cNvGraphicFramePr/>
          <p:nvPr/>
        </p:nvGraphicFramePr>
        <p:xfrm>
          <a:off x="6381750" y="1809750"/>
          <a:ext cx="5391150" cy="2762250"/>
        </p:xfrm>
        <a:graphic>
          <a:graphicData uri="http://schemas.openxmlformats.org/drawingml/2006/table">
            <a:tbl>
              <a:tblPr/>
              <a:tblGrid>
                <a:gridCol w="1347788"/>
                <a:gridCol w="1347788"/>
                <a:gridCol w="1347788"/>
                <a:gridCol w="1347788"/>
              </a:tblGrid>
              <a:tr h="5524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方法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指标 A ↑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指标 B ↑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耗时 ↓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方法 A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方法 B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方法 C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本方法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finding-label">
            <a:extLst>
              <a:ext uri="{FF2B5EF4-FFF2-40B4-BE49-F238E27FC236}">
                <a16:creationId xmlns:a16="http://schemas.microsoft.com/office/drawing/2014/main" id="{62A7DA3C-14FB-452C-9672-7B97F0BBE813}"/>
              </a:ext>
            </a:extLst>
          </p:cNvPr>
          <p:cNvSpPr>
            <a:spLocks noGrp="1"/>
          </p:cNvSpPr>
          <p:nvPr/>
        </p:nvSpPr>
        <p:spPr>
          <a:xfrm>
            <a:off x="6381750" y="4914900"/>
            <a:ext cx="539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主要发现</a:t>
            </a:r>
          </a:p>
        </p:txBody>
      </p:sp>
      <p:sp>
        <p:nvSpPr>
          <p:cNvPr id="21" name="finding">
            <a:extLst>
              <a:ext uri="{FF2B5EF4-FFF2-40B4-BE49-F238E27FC236}">
                <a16:creationId xmlns:a16="http://schemas.microsoft.com/office/drawing/2014/main" id="{8D0B309B-2A4A-4B47-ABE4-892B45127BCB}"/>
              </a:ext>
            </a:extLst>
          </p:cNvPr>
          <p:cNvSpPr>
            <a:spLocks noGrp="1"/>
          </p:cNvSpPr>
          <p:nvPr/>
        </p:nvSpPr>
        <p:spPr>
          <a:xfrm>
            <a:off x="6381750" y="5391150"/>
            <a:ext cx="5391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[指标变化与关键场景中的差异]</a:t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[图像证据与定量结果的对应解释]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13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_TITLE">
            <a:extLst>
              <a:ext uri="{FF2B5EF4-FFF2-40B4-BE49-F238E27FC236}">
                <a16:creationId xmlns:a16="http://schemas.microsoft.com/office/drawing/2014/main" id="{0D6AB6E8-09E9-4AEA-8FAC-28570F3C53A6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2.3  消融实验</a:t>
            </a:r>
          </a:p>
        </p:txBody>
      </p:sp>
      <p:sp>
        <p:nvSpPr>
          <p:cNvPr id="2" name="caption">
            <a:extLst>
              <a:ext uri="{FF2B5EF4-FFF2-40B4-BE49-F238E27FC236}">
                <a16:creationId xmlns:a16="http://schemas.microsoft.com/office/drawing/2014/main" id="{F0066CC1-CB09-40E3-A273-D43121799627}"/>
              </a:ext>
            </a:extLst>
          </p:cNvPr>
          <p:cNvSpPr>
            <a:spLocks noGrp="1"/>
          </p:cNvSpPr>
          <p:nvPr/>
        </p:nvSpPr>
        <p:spPr>
          <a:xfrm>
            <a:off x="419100" y="1333500"/>
            <a:ext cx="676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关键设计的独立贡献</a:t>
            </a:r>
          </a:p>
        </p:txBody>
      </p:sp>
      <p:sp>
        <p:nvSpPr>
          <p:cNvPr id="3" name="caption">
            <a:extLst>
              <a:ext uri="{FF2B5EF4-FFF2-40B4-BE49-F238E27FC236}">
                <a16:creationId xmlns:a16="http://schemas.microsoft.com/office/drawing/2014/main" id="{7FBA2A12-8DC8-48DE-AF79-4D4E8A7A1104}"/>
              </a:ext>
            </a:extLst>
          </p:cNvPr>
          <p:cNvSpPr>
            <a:spLocks noGrp="1"/>
          </p:cNvSpPr>
          <p:nvPr/>
        </p:nvSpPr>
        <p:spPr>
          <a:xfrm>
            <a:off x="7858125" y="1333500"/>
            <a:ext cx="39147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对应的结果变化</a:t>
            </a:r>
          </a:p>
        </p:txBody>
      </p:sp>
      <p:graphicFrame>
        <p:nvGraphicFramePr>
          <p:cNvPr id="4" name="">
            <a:extLst>
              <a:ext uri="{FF2B5EF4-FFF2-40B4-BE49-F238E27FC236}">
                <a16:creationId xmlns:a16="http://schemas.microsoft.com/office/drawing/2014/main" id="{0DAF8213-E2A7-41EA-9718-4E53FE32CA06}"/>
              </a:ext>
            </a:extLst>
          </p:cNvPr>
          <p:cNvGraphicFramePr/>
          <p:nvPr/>
        </p:nvGraphicFramePr>
        <p:xfrm>
          <a:off x="419100" y="1885950"/>
          <a:ext cx="6762750" cy="2952750"/>
        </p:xfrm>
        <a:graphic>
          <a:graphicData uri="http://schemas.openxmlformats.org/drawingml/2006/table">
            <a:tbl>
              <a:tblPr/>
              <a:tblGrid>
                <a:gridCol w="1690688"/>
                <a:gridCol w="1690688"/>
                <a:gridCol w="1690688"/>
                <a:gridCol w="1690688"/>
              </a:tblGrid>
              <a:tr h="5905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设置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模块 A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模块 B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554"/>
                          </a:solidFill>
                          <a:latin typeface="Arial"/>
                          <a:ea typeface="Microsoft YaHei"/>
                          <a:cs typeface="Arial"/>
                        </a:rPr>
                        <a:t>指标 ↑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T w="9525">
                      <a:solidFill>
                        <a:srgbClr val="C7D2D5"/>
                      </a:solidFill>
                      <a:prstDash val="solid"/>
                    </a:lnT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E8EFF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基线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加入 A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✓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加入 B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✓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完整模型</a:t>
                      </a:r>
                    </a:p>
                  </a:txBody>
                  <a:tcPr marL="95250" marR="95250" marT="76200" marB="76200" anchor="ctr">
                    <a:lnL w="9525">
                      <a:solidFill>
                        <a:srgbClr val="C7D2D5"/>
                      </a:solidFill>
                      <a:prstDash val="solid"/>
                    </a:lnL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✓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✓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2B3A"/>
                          </a:solidFill>
                          <a:latin typeface="Arial"/>
                          <a:ea typeface="Microsoft YaHei"/>
                          <a:cs typeface="Arial"/>
                        </a:rPr>
                        <a:t>—</a:t>
                      </a:r>
                    </a:p>
                  </a:txBody>
                  <a:tcPr marL="95250" marR="95250" marT="76200" marB="76200" anchor="ctr">
                    <a:lnR w="9525">
                      <a:solidFill>
                        <a:srgbClr val="C7D2D5"/>
                      </a:solidFill>
                      <a:prstDash val="solid"/>
                    </a:lnR>
                    <a:lnB w="9525">
                      <a:solidFill>
                        <a:srgbClr val="C7D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blation-finding">
            <a:extLst>
              <a:ext uri="{FF2B5EF4-FFF2-40B4-BE49-F238E27FC236}">
                <a16:creationId xmlns:a16="http://schemas.microsoft.com/office/drawing/2014/main" id="{0EBE1D6E-BA9C-491F-B30E-12AAF45049D2}"/>
              </a:ext>
            </a:extLst>
          </p:cNvPr>
          <p:cNvSpPr>
            <a:spLocks noGrp="1"/>
          </p:cNvSpPr>
          <p:nvPr/>
        </p:nvSpPr>
        <p:spPr>
          <a:xfrm>
            <a:off x="419100" y="5162550"/>
            <a:ext cx="676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[模块 A 的作用及对应证据]</a:t>
            </a:r>
          </a:p>
          <a:p>
            <a:r>
              <a:t/>
            </a:r>
          </a:p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[模块 B 的作用及代价或限制]</a:t>
            </a:r>
          </a:p>
        </p:txBody>
      </p:sp>
      <p:sp>
        <p:nvSpPr>
          <p:cNvPr id="6" name="IMAGE_ablation-before">
            <a:extLst>
              <a:ext uri="{FF2B5EF4-FFF2-40B4-BE49-F238E27FC236}">
                <a16:creationId xmlns:a16="http://schemas.microsoft.com/office/drawing/2014/main" id="{1125EB23-5707-426A-823B-DF06D4C32044}"/>
              </a:ext>
            </a:extLst>
          </p:cNvPr>
          <p:cNvSpPr>
            <a:spLocks noGrp="1"/>
          </p:cNvSpPr>
          <p:nvPr/>
        </p:nvSpPr>
        <p:spPr>
          <a:xfrm>
            <a:off x="7858125" y="1885950"/>
            <a:ext cx="3914775" cy="19145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[未加入模块]</a:t>
            </a:r>
          </a:p>
        </p:txBody>
      </p:sp>
      <p:sp>
        <p:nvSpPr>
          <p:cNvPr id="7" name="IMAGE_ablation-after">
            <a:extLst>
              <a:ext uri="{FF2B5EF4-FFF2-40B4-BE49-F238E27FC236}">
                <a16:creationId xmlns:a16="http://schemas.microsoft.com/office/drawing/2014/main" id="{BEAB0554-DA02-4EDC-9062-84BB99F01D06}"/>
              </a:ext>
            </a:extLst>
          </p:cNvPr>
          <p:cNvSpPr>
            <a:spLocks noGrp="1"/>
          </p:cNvSpPr>
          <p:nvPr/>
        </p:nvSpPr>
        <p:spPr>
          <a:xfrm>
            <a:off x="7858125" y="4095750"/>
            <a:ext cx="3914775" cy="19145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[加入模块后]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14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GE_TITLE">
            <a:extLst>
              <a:ext uri="{FF2B5EF4-FFF2-40B4-BE49-F238E27FC236}">
                <a16:creationId xmlns:a16="http://schemas.microsoft.com/office/drawing/2014/main" id="{A81D3D74-9BAF-4D51-A806-6BF35FFD8925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2.3  大范围结果与局部细节</a:t>
            </a:r>
          </a:p>
        </p:txBody>
      </p:sp>
      <p:sp>
        <p:nvSpPr>
          <p:cNvPr id="2" name="IMAGE_large-scene">
            <a:extLst>
              <a:ext uri="{FF2B5EF4-FFF2-40B4-BE49-F238E27FC236}">
                <a16:creationId xmlns:a16="http://schemas.microsoft.com/office/drawing/2014/main" id="{39056F37-BE83-497B-910F-BA22F5BAF64C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7953375" cy="4543425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[大范围影像与结果叠加]</a:t>
            </a:r>
          </a:p>
        </p:txBody>
      </p:sp>
      <p:sp>
        <p:nvSpPr>
          <p:cNvPr id="3" name="IMAGE_detail-0">
            <a:extLst>
              <a:ext uri="{FF2B5EF4-FFF2-40B4-BE49-F238E27FC236}">
                <a16:creationId xmlns:a16="http://schemas.microsoft.com/office/drawing/2014/main" id="{BF647E35-CA09-47E7-9AF8-D6631723EEEE}"/>
              </a:ext>
            </a:extLst>
          </p:cNvPr>
          <p:cNvSpPr>
            <a:spLocks noGrp="1"/>
          </p:cNvSpPr>
          <p:nvPr/>
        </p:nvSpPr>
        <p:spPr>
          <a:xfrm>
            <a:off x="8724900" y="1428750"/>
            <a:ext cx="3048000" cy="137160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[局部 1]</a:t>
            </a:r>
          </a:p>
        </p:txBody>
      </p:sp>
      <p:sp>
        <p:nvSpPr>
          <p:cNvPr id="4" name="IMAGE_detail-1">
            <a:extLst>
              <a:ext uri="{FF2B5EF4-FFF2-40B4-BE49-F238E27FC236}">
                <a16:creationId xmlns:a16="http://schemas.microsoft.com/office/drawing/2014/main" id="{D2752F51-42DB-4F41-9A5C-B4038B422FD4}"/>
              </a:ext>
            </a:extLst>
          </p:cNvPr>
          <p:cNvSpPr>
            <a:spLocks noGrp="1"/>
          </p:cNvSpPr>
          <p:nvPr/>
        </p:nvSpPr>
        <p:spPr>
          <a:xfrm>
            <a:off x="8724900" y="3000375"/>
            <a:ext cx="3048000" cy="137160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[局部 2]</a:t>
            </a:r>
          </a:p>
        </p:txBody>
      </p:sp>
      <p:sp>
        <p:nvSpPr>
          <p:cNvPr id="5" name="IMAGE_detail-2">
            <a:extLst>
              <a:ext uri="{FF2B5EF4-FFF2-40B4-BE49-F238E27FC236}">
                <a16:creationId xmlns:a16="http://schemas.microsoft.com/office/drawing/2014/main" id="{FE6C5D70-1A8B-42B8-A737-9D8241F6F158}"/>
              </a:ext>
            </a:extLst>
          </p:cNvPr>
          <p:cNvSpPr>
            <a:spLocks noGrp="1"/>
          </p:cNvSpPr>
          <p:nvPr/>
        </p:nvSpPr>
        <p:spPr>
          <a:xfrm>
            <a:off x="8724900" y="4572000"/>
            <a:ext cx="3048000" cy="1371600"/>
          </a:xfrm>
          <a:prstGeom prst="rect">
            <a:avLst/>
          </a:prstGeom>
          <a:solidFill>
            <a:srgbClr val="F3F5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165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[局部 3]</a:t>
            </a:r>
          </a:p>
        </p:txBody>
      </p:sp>
      <p:sp>
        <p:nvSpPr>
          <p:cNvPr id="6" name="large-caption">
            <a:extLst>
              <a:ext uri="{FF2B5EF4-FFF2-40B4-BE49-F238E27FC236}">
                <a16:creationId xmlns:a16="http://schemas.microsoft.com/office/drawing/2014/main" id="{880F26B7-366E-41C9-8747-C9682E515F58}"/>
              </a:ext>
            </a:extLst>
          </p:cNvPr>
          <p:cNvSpPr>
            <a:spLocks noGrp="1"/>
          </p:cNvSpPr>
          <p:nvPr/>
        </p:nvSpPr>
        <p:spPr>
          <a:xfrm>
            <a:off x="419100" y="6134100"/>
            <a:ext cx="7953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defRPr>
            </a:pPr>
            <a:r>
              <a:rPr sz="1650" b="0">
                <a:solidFill>
                  <a:srgbClr val="6F7D86"/>
                </a:solidFill>
                <a:latin typeface="Arial"/>
                <a:ea typeface="Microsoft YaHei"/>
                <a:cs typeface="Arial"/>
              </a:rPr>
              <a:t>[区域、比例尺与图例说明]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15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">
            <a:extLst>
              <a:ext uri="{FF2B5EF4-FFF2-40B4-BE49-F238E27FC236}">
                <a16:creationId xmlns:a16="http://schemas.microsoft.com/office/drawing/2014/main" id="{1C7FCA04-8B71-4CF0-842B-B68B1AC96CA1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8839200" y="2247900"/>
            <a:ext cx="23812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7" name="">
            <a:extLst>
              <a:ext uri="{FF2B5EF4-FFF2-40B4-BE49-F238E27FC236}">
                <a16:creationId xmlns:a16="http://schemas.microsoft.com/office/drawing/2014/main" id="{38CC9954-8509-429A-8580-C053A51085B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5953125" y="2247900"/>
            <a:ext cx="23812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cxnSp>
        <p:nvCxnSpPr>
          <p:cNvPr id="5" name="">
            <a:extLst>
              <a:ext uri="{FF2B5EF4-FFF2-40B4-BE49-F238E27FC236}">
                <a16:creationId xmlns:a16="http://schemas.microsoft.com/office/drawing/2014/main" id="{523F1F5C-8D62-4270-B8E7-381DE5E211F5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067050" y="2247900"/>
            <a:ext cx="238125" cy="0"/>
          </a:xfrm>
          <a:prstGeom prst="straightConnector1">
            <a:avLst/>
          </a:prstGeom>
          <a:ln w="19050">
            <a:solidFill>
              <a:srgbClr val="6F7D86"/>
            </a:solidFill>
            <a:tailEnd type="triangle" w="sm" len="sm"/>
          </a:ln>
        </p:spPr>
      </p:cxnSp>
      <p:sp>
        <p:nvSpPr>
          <p:cNvPr id="23" name="PAGE_TITLE">
            <a:extLst>
              <a:ext uri="{FF2B5EF4-FFF2-40B4-BE49-F238E27FC236}">
                <a16:creationId xmlns:a16="http://schemas.microsoft.com/office/drawing/2014/main" id="{73DE1EEE-1117-46CD-AC77-E3FE8CA71430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3.2  多阶段方法流程</a:t>
            </a:r>
          </a:p>
        </p:txBody>
      </p:sp>
      <p:sp>
        <p:nvSpPr>
          <p:cNvPr id="2" name="caption">
            <a:extLst>
              <a:ext uri="{FF2B5EF4-FFF2-40B4-BE49-F238E27FC236}">
                <a16:creationId xmlns:a16="http://schemas.microsoft.com/office/drawing/2014/main" id="{5330278F-79EA-48BD-A373-7E9E9659506A}"/>
              </a:ext>
            </a:extLst>
          </p:cNvPr>
          <p:cNvSpPr>
            <a:spLocks noGrp="1"/>
          </p:cNvSpPr>
          <p:nvPr/>
        </p:nvSpPr>
        <p:spPr>
          <a:xfrm>
            <a:off x="419100" y="1314450"/>
            <a:ext cx="11353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65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总体流程</a:t>
            </a:r>
          </a:p>
        </p:txBody>
      </p:sp>
      <p:sp>
        <p:nvSpPr>
          <p:cNvPr id="3" name="STAGE_1">
            <a:extLst>
              <a:ext uri="{FF2B5EF4-FFF2-40B4-BE49-F238E27FC236}">
                <a16:creationId xmlns:a16="http://schemas.microsoft.com/office/drawing/2014/main" id="{393AAC6A-4587-469B-B35E-35329041D3C0}"/>
              </a:ext>
            </a:extLst>
          </p:cNvPr>
          <p:cNvSpPr>
            <a:spLocks noGrp="1"/>
          </p:cNvSpPr>
          <p:nvPr/>
        </p:nvSpPr>
        <p:spPr>
          <a:xfrm>
            <a:off x="419100" y="1905000"/>
            <a:ext cx="2647950" cy="68580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数据准备</a:t>
            </a:r>
          </a:p>
        </p:txBody>
      </p:sp>
      <p:sp>
        <p:nvSpPr>
          <p:cNvPr id="4" name="STAGE_2">
            <a:extLst>
              <a:ext uri="{FF2B5EF4-FFF2-40B4-BE49-F238E27FC236}">
                <a16:creationId xmlns:a16="http://schemas.microsoft.com/office/drawing/2014/main" id="{8461F306-9503-49E6-88D0-51CFF37E7E75}"/>
              </a:ext>
            </a:extLst>
          </p:cNvPr>
          <p:cNvSpPr>
            <a:spLocks noGrp="1"/>
          </p:cNvSpPr>
          <p:nvPr/>
        </p:nvSpPr>
        <p:spPr>
          <a:xfrm>
            <a:off x="3305175" y="1905000"/>
            <a:ext cx="2647950" cy="685800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离线构建</a:t>
            </a:r>
          </a:p>
        </p:txBody>
      </p:sp>
      <p:sp>
        <p:nvSpPr>
          <p:cNvPr id="6" name="STAGE_3">
            <a:extLst>
              <a:ext uri="{FF2B5EF4-FFF2-40B4-BE49-F238E27FC236}">
                <a16:creationId xmlns:a16="http://schemas.microsoft.com/office/drawing/2014/main" id="{436B3C23-8E80-427C-9450-53FB7C0071C2}"/>
              </a:ext>
            </a:extLst>
          </p:cNvPr>
          <p:cNvSpPr>
            <a:spLocks noGrp="1"/>
          </p:cNvSpPr>
          <p:nvPr/>
        </p:nvSpPr>
        <p:spPr>
          <a:xfrm>
            <a:off x="6191250" y="1905000"/>
            <a:ext cx="2647950" cy="685800"/>
          </a:xfrm>
          <a:prstGeom prst="rect">
            <a:avLst/>
          </a:prstGeom>
          <a:solidFill>
            <a:srgbClr val="E8EFF5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在线检索</a:t>
            </a:r>
          </a:p>
        </p:txBody>
      </p:sp>
      <p:sp>
        <p:nvSpPr>
          <p:cNvPr id="8" name="STAGE_4">
            <a:extLst>
              <a:ext uri="{FF2B5EF4-FFF2-40B4-BE49-F238E27FC236}">
                <a16:creationId xmlns:a16="http://schemas.microsoft.com/office/drawing/2014/main" id="{68A7D279-9C3D-438C-9DCE-DFB801DB8AA9}"/>
              </a:ext>
            </a:extLst>
          </p:cNvPr>
          <p:cNvSpPr>
            <a:spLocks noGrp="1"/>
          </p:cNvSpPr>
          <p:nvPr/>
        </p:nvSpPr>
        <p:spPr>
          <a:xfrm>
            <a:off x="9077325" y="1905000"/>
            <a:ext cx="2647950" cy="685800"/>
          </a:xfrm>
          <a:prstGeom prst="rect">
            <a:avLst/>
          </a:prstGeom>
          <a:solidFill>
            <a:srgbClr val="E7EFEB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2025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结果优化</a:t>
            </a:r>
          </a:p>
        </p:txBody>
      </p:sp>
      <p:sp>
        <p:nvSpPr>
          <p:cNvPr id="10" name="stage-input-0">
            <a:extLst>
              <a:ext uri="{FF2B5EF4-FFF2-40B4-BE49-F238E27FC236}">
                <a16:creationId xmlns:a16="http://schemas.microsoft.com/office/drawing/2014/main" id="{8CC3E3B6-93B4-457E-BF80-BE5F61C84FD7}"/>
              </a:ext>
            </a:extLst>
          </p:cNvPr>
          <p:cNvSpPr>
            <a:spLocks noGrp="1"/>
          </p:cNvSpPr>
          <p:nvPr/>
        </p:nvSpPr>
        <p:spPr>
          <a:xfrm>
            <a:off x="419100" y="314325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输入：[原始材料]</a:t>
            </a:r>
          </a:p>
        </p:txBody>
      </p:sp>
      <p:sp>
        <p:nvSpPr>
          <p:cNvPr id="11" name="stage-operation-0">
            <a:extLst>
              <a:ext uri="{FF2B5EF4-FFF2-40B4-BE49-F238E27FC236}">
                <a16:creationId xmlns:a16="http://schemas.microsoft.com/office/drawing/2014/main" id="{E4D41020-9BF8-42FC-89F9-4996D133C9D6}"/>
              </a:ext>
            </a:extLst>
          </p:cNvPr>
          <p:cNvSpPr>
            <a:spLocks noGrp="1"/>
          </p:cNvSpPr>
          <p:nvPr/>
        </p:nvSpPr>
        <p:spPr>
          <a:xfrm>
            <a:off x="419100" y="3857625"/>
            <a:ext cx="26479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[采集与清洗]</a:t>
            </a:r>
          </a:p>
          <a:p>
            <a:r>
              <a:t/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[统一表示]</a:t>
            </a:r>
          </a:p>
        </p:txBody>
      </p:sp>
      <p:sp>
        <p:nvSpPr>
          <p:cNvPr id="12" name="stage-output-0">
            <a:extLst>
              <a:ext uri="{FF2B5EF4-FFF2-40B4-BE49-F238E27FC236}">
                <a16:creationId xmlns:a16="http://schemas.microsoft.com/office/drawing/2014/main" id="{FD1E18AA-CD9D-418D-B7F5-1AE733E14F63}"/>
              </a:ext>
            </a:extLst>
          </p:cNvPr>
          <p:cNvSpPr>
            <a:spLocks noGrp="1"/>
          </p:cNvSpPr>
          <p:nvPr/>
        </p:nvSpPr>
        <p:spPr>
          <a:xfrm>
            <a:off x="419100" y="5381625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输出：[阶段产物]</a:t>
            </a:r>
          </a:p>
        </p:txBody>
      </p:sp>
      <p:sp>
        <p:nvSpPr>
          <p:cNvPr id="13" name="stage-input-1">
            <a:extLst>
              <a:ext uri="{FF2B5EF4-FFF2-40B4-BE49-F238E27FC236}">
                <a16:creationId xmlns:a16="http://schemas.microsoft.com/office/drawing/2014/main" id="{C81BDD15-1481-4976-99A2-211BEE52DD17}"/>
              </a:ext>
            </a:extLst>
          </p:cNvPr>
          <p:cNvSpPr>
            <a:spLocks noGrp="1"/>
          </p:cNvSpPr>
          <p:nvPr/>
        </p:nvSpPr>
        <p:spPr>
          <a:xfrm>
            <a:off x="3305175" y="314325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输入：[预处理数据]</a:t>
            </a:r>
          </a:p>
        </p:txBody>
      </p:sp>
      <p:sp>
        <p:nvSpPr>
          <p:cNvPr id="14" name="stage-operation-1">
            <a:extLst>
              <a:ext uri="{FF2B5EF4-FFF2-40B4-BE49-F238E27FC236}">
                <a16:creationId xmlns:a16="http://schemas.microsoft.com/office/drawing/2014/main" id="{A6EB102E-B5E7-4992-8B7A-325963D6D7D5}"/>
              </a:ext>
            </a:extLst>
          </p:cNvPr>
          <p:cNvSpPr>
            <a:spLocks noGrp="1"/>
          </p:cNvSpPr>
          <p:nvPr/>
        </p:nvSpPr>
        <p:spPr>
          <a:xfrm>
            <a:off x="3305175" y="3857625"/>
            <a:ext cx="26479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[编码与组织]</a:t>
            </a:r>
          </a:p>
          <a:p>
            <a:r>
              <a:t/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[构建索引]</a:t>
            </a:r>
          </a:p>
        </p:txBody>
      </p:sp>
      <p:sp>
        <p:nvSpPr>
          <p:cNvPr id="15" name="stage-output-1">
            <a:extLst>
              <a:ext uri="{FF2B5EF4-FFF2-40B4-BE49-F238E27FC236}">
                <a16:creationId xmlns:a16="http://schemas.microsoft.com/office/drawing/2014/main" id="{A64481B5-B5AF-4EF3-B622-B8BE1A0579EF}"/>
              </a:ext>
            </a:extLst>
          </p:cNvPr>
          <p:cNvSpPr>
            <a:spLocks noGrp="1"/>
          </p:cNvSpPr>
          <p:nvPr/>
        </p:nvSpPr>
        <p:spPr>
          <a:xfrm>
            <a:off x="3305175" y="5381625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输出：[阶段产物]</a:t>
            </a:r>
          </a:p>
        </p:txBody>
      </p:sp>
      <p:sp>
        <p:nvSpPr>
          <p:cNvPr id="16" name="stage-input-2">
            <a:extLst>
              <a:ext uri="{FF2B5EF4-FFF2-40B4-BE49-F238E27FC236}">
                <a16:creationId xmlns:a16="http://schemas.microsoft.com/office/drawing/2014/main" id="{80FA2563-3B3A-4DBE-A929-AE4740CE4CC0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输入：[查询信息]</a:t>
            </a:r>
          </a:p>
        </p:txBody>
      </p:sp>
      <p:sp>
        <p:nvSpPr>
          <p:cNvPr id="17" name="stage-operation-2">
            <a:extLst>
              <a:ext uri="{FF2B5EF4-FFF2-40B4-BE49-F238E27FC236}">
                <a16:creationId xmlns:a16="http://schemas.microsoft.com/office/drawing/2014/main" id="{2AA940EB-58C2-4C0C-A0E6-C4C451D69312}"/>
              </a:ext>
            </a:extLst>
          </p:cNvPr>
          <p:cNvSpPr>
            <a:spLocks noGrp="1"/>
          </p:cNvSpPr>
          <p:nvPr/>
        </p:nvSpPr>
        <p:spPr>
          <a:xfrm>
            <a:off x="6191250" y="3857625"/>
            <a:ext cx="26479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[相关性计算]</a:t>
            </a:r>
          </a:p>
          <a:p>
            <a:r>
              <a:t/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[筛选相关信息]</a:t>
            </a:r>
          </a:p>
        </p:txBody>
      </p:sp>
      <p:sp>
        <p:nvSpPr>
          <p:cNvPr id="18" name="stage-output-2">
            <a:extLst>
              <a:ext uri="{FF2B5EF4-FFF2-40B4-BE49-F238E27FC236}">
                <a16:creationId xmlns:a16="http://schemas.microsoft.com/office/drawing/2014/main" id="{E2C0EC7F-28D6-4346-97DF-9C483002B042}"/>
              </a:ext>
            </a:extLst>
          </p:cNvPr>
          <p:cNvSpPr>
            <a:spLocks noGrp="1"/>
          </p:cNvSpPr>
          <p:nvPr/>
        </p:nvSpPr>
        <p:spPr>
          <a:xfrm>
            <a:off x="6191250" y="5381625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输出：[阶段产物]</a:t>
            </a:r>
          </a:p>
        </p:txBody>
      </p:sp>
      <p:sp>
        <p:nvSpPr>
          <p:cNvPr id="19" name="stage-input-3">
            <a:extLst>
              <a:ext uri="{FF2B5EF4-FFF2-40B4-BE49-F238E27FC236}">
                <a16:creationId xmlns:a16="http://schemas.microsoft.com/office/drawing/2014/main" id="{FF69E143-AFBE-4E45-B61E-031F333A3FFF}"/>
              </a:ext>
            </a:extLst>
          </p:cNvPr>
          <p:cNvSpPr>
            <a:spLocks noGrp="1"/>
          </p:cNvSpPr>
          <p:nvPr/>
        </p:nvSpPr>
        <p:spPr>
          <a:xfrm>
            <a:off x="9077325" y="314325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18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输入：[候选结果]</a:t>
            </a:r>
          </a:p>
        </p:txBody>
      </p:sp>
      <p:sp>
        <p:nvSpPr>
          <p:cNvPr id="20" name="stage-operation-3">
            <a:extLst>
              <a:ext uri="{FF2B5EF4-FFF2-40B4-BE49-F238E27FC236}">
                <a16:creationId xmlns:a16="http://schemas.microsoft.com/office/drawing/2014/main" id="{B2404DAA-2DF8-4609-AE75-7726469B5408}"/>
              </a:ext>
            </a:extLst>
          </p:cNvPr>
          <p:cNvSpPr>
            <a:spLocks noGrp="1"/>
          </p:cNvSpPr>
          <p:nvPr/>
        </p:nvSpPr>
        <p:spPr>
          <a:xfrm>
            <a:off x="9077325" y="3857625"/>
            <a:ext cx="26479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[应用约束]</a:t>
            </a:r>
          </a:p>
          <a:p>
            <a:r>
              <a:t/>
            </a:r>
          </a:p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[修正与评估]</a:t>
            </a:r>
          </a:p>
        </p:txBody>
      </p:sp>
      <p:sp>
        <p:nvSpPr>
          <p:cNvPr id="21" name="stage-output-3">
            <a:extLst>
              <a:ext uri="{FF2B5EF4-FFF2-40B4-BE49-F238E27FC236}">
                <a16:creationId xmlns:a16="http://schemas.microsoft.com/office/drawing/2014/main" id="{4FEF0458-4664-4943-97E9-A191AB5BE821}"/>
              </a:ext>
            </a:extLst>
          </p:cNvPr>
          <p:cNvSpPr>
            <a:spLocks noGrp="1"/>
          </p:cNvSpPr>
          <p:nvPr/>
        </p:nvSpPr>
        <p:spPr>
          <a:xfrm>
            <a:off x="9077325" y="5381625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defRPr>
            </a:pPr>
            <a:r>
              <a:rPr sz="1800" b="1">
                <a:solidFill>
                  <a:srgbClr val="115740"/>
                </a:solidFill>
                <a:latin typeface="Arial"/>
                <a:ea typeface="Microsoft YaHei"/>
                <a:cs typeface="Arial"/>
              </a:rPr>
              <a:t>输出：[阶段产物]</a:t>
            </a:r>
          </a:p>
        </p:txBody>
      </p:sp>
      <p:sp>
        <p:nvSpPr>
          <p:cNvPr id="22" name="TAKEAWAY">
            <a:extLst>
              <a:ext uri="{FF2B5EF4-FFF2-40B4-BE49-F238E27FC236}">
                <a16:creationId xmlns:a16="http://schemas.microsoft.com/office/drawing/2014/main" id="{35AEFCB2-7154-41CF-A9E6-AD836EF7C14E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972800" cy="457200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ctr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[阶段之间的数据、知识或结果传递关系]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16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AGE_TITLE">
            <a:extLst>
              <a:ext uri="{FF2B5EF4-FFF2-40B4-BE49-F238E27FC236}">
                <a16:creationId xmlns:a16="http://schemas.microsoft.com/office/drawing/2014/main" id="{E77D0145-9A3E-40AF-B919-D7CD13A9AB43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4.1  研究工作总结</a:t>
            </a:r>
          </a:p>
        </p:txBody>
      </p:sp>
      <p:sp>
        <p:nvSpPr>
          <p:cNvPr id="2" name="summary-0">
            <a:extLst>
              <a:ext uri="{FF2B5EF4-FFF2-40B4-BE49-F238E27FC236}">
                <a16:creationId xmlns:a16="http://schemas.microsoft.com/office/drawing/2014/main" id="{FF46CEFC-3D25-4A38-8379-99F861A728A0}"/>
              </a:ext>
            </a:extLst>
          </p:cNvPr>
          <p:cNvSpPr>
            <a:spLocks noGrp="1"/>
          </p:cNvSpPr>
          <p:nvPr/>
        </p:nvSpPr>
        <p:spPr>
          <a:xfrm>
            <a:off x="419100" y="1381125"/>
            <a:ext cx="113538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3" name="summary-title-0">
            <a:extLst>
              <a:ext uri="{FF2B5EF4-FFF2-40B4-BE49-F238E27FC236}">
                <a16:creationId xmlns:a16="http://schemas.microsoft.com/office/drawing/2014/main" id="{A443147A-BEB4-4F99-BB97-B86F7306F9EE}"/>
              </a:ext>
            </a:extLst>
          </p:cNvPr>
          <p:cNvSpPr>
            <a:spLocks noGrp="1"/>
          </p:cNvSpPr>
          <p:nvPr/>
        </p:nvSpPr>
        <p:spPr>
          <a:xfrm>
            <a:off x="419100" y="1381125"/>
            <a:ext cx="11353800" cy="390525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1. [研究贡献名称]</a:t>
            </a:r>
          </a:p>
        </p:txBody>
      </p:sp>
      <p:sp>
        <p:nvSpPr>
          <p:cNvPr id="4" name="summary-body-0">
            <a:extLst>
              <a:ext uri="{FF2B5EF4-FFF2-40B4-BE49-F238E27FC236}">
                <a16:creationId xmlns:a16="http://schemas.microsoft.com/office/drawing/2014/main" id="{22608E25-8AE8-4293-BF3E-4FD4D3498F12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针对[问题]，提出[方法]，通过[证据]说明[具体贡献]。</a:t>
            </a:r>
          </a:p>
        </p:txBody>
      </p:sp>
      <p:sp>
        <p:nvSpPr>
          <p:cNvPr id="5" name="summary-1">
            <a:extLst>
              <a:ext uri="{FF2B5EF4-FFF2-40B4-BE49-F238E27FC236}">
                <a16:creationId xmlns:a16="http://schemas.microsoft.com/office/drawing/2014/main" id="{F0D25670-6862-42F1-B9B0-EC7C98B9B150}"/>
              </a:ext>
            </a:extLst>
          </p:cNvPr>
          <p:cNvSpPr>
            <a:spLocks noGrp="1"/>
          </p:cNvSpPr>
          <p:nvPr/>
        </p:nvSpPr>
        <p:spPr>
          <a:xfrm>
            <a:off x="419100" y="2628900"/>
            <a:ext cx="113538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6" name="summary-title-1">
            <a:extLst>
              <a:ext uri="{FF2B5EF4-FFF2-40B4-BE49-F238E27FC236}">
                <a16:creationId xmlns:a16="http://schemas.microsoft.com/office/drawing/2014/main" id="{439312C2-15DA-46F0-9C59-A12C03CF9A8A}"/>
              </a:ext>
            </a:extLst>
          </p:cNvPr>
          <p:cNvSpPr>
            <a:spLocks noGrp="1"/>
          </p:cNvSpPr>
          <p:nvPr/>
        </p:nvSpPr>
        <p:spPr>
          <a:xfrm>
            <a:off x="419100" y="2628900"/>
            <a:ext cx="11353800" cy="390525"/>
          </a:xfrm>
          <a:prstGeom prst="rect">
            <a:avLst/>
          </a:prstGeom>
          <a:solidFill>
            <a:srgbClr val="E7EFEB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 [研究贡献名称]</a:t>
            </a:r>
          </a:p>
        </p:txBody>
      </p:sp>
      <p:sp>
        <p:nvSpPr>
          <p:cNvPr id="7" name="summary-body-1">
            <a:extLst>
              <a:ext uri="{FF2B5EF4-FFF2-40B4-BE49-F238E27FC236}">
                <a16:creationId xmlns:a16="http://schemas.microsoft.com/office/drawing/2014/main" id="{EC3201A3-B7DB-4E4B-A462-133A3F22AD62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109728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针对[问题]，提出[方法]，通过[证据]说明[具体贡献]。</a:t>
            </a:r>
          </a:p>
        </p:txBody>
      </p:sp>
      <p:sp>
        <p:nvSpPr>
          <p:cNvPr id="8" name="summary-2">
            <a:extLst>
              <a:ext uri="{FF2B5EF4-FFF2-40B4-BE49-F238E27FC236}">
                <a16:creationId xmlns:a16="http://schemas.microsoft.com/office/drawing/2014/main" id="{A7288B56-D822-43F0-ACB3-52AC73C793E0}"/>
              </a:ext>
            </a:extLst>
          </p:cNvPr>
          <p:cNvSpPr>
            <a:spLocks noGrp="1"/>
          </p:cNvSpPr>
          <p:nvPr/>
        </p:nvSpPr>
        <p:spPr>
          <a:xfrm>
            <a:off x="419100" y="3876675"/>
            <a:ext cx="113538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9" name="summary-title-2">
            <a:extLst>
              <a:ext uri="{FF2B5EF4-FFF2-40B4-BE49-F238E27FC236}">
                <a16:creationId xmlns:a16="http://schemas.microsoft.com/office/drawing/2014/main" id="{1C74DB20-B770-4D79-8550-82F4905D4873}"/>
              </a:ext>
            </a:extLst>
          </p:cNvPr>
          <p:cNvSpPr>
            <a:spLocks noGrp="1"/>
          </p:cNvSpPr>
          <p:nvPr/>
        </p:nvSpPr>
        <p:spPr>
          <a:xfrm>
            <a:off x="419100" y="3876675"/>
            <a:ext cx="11353800" cy="390525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3. [研究贡献名称]</a:t>
            </a:r>
          </a:p>
        </p:txBody>
      </p:sp>
      <p:sp>
        <p:nvSpPr>
          <p:cNvPr id="10" name="summary-body-2">
            <a:extLst>
              <a:ext uri="{FF2B5EF4-FFF2-40B4-BE49-F238E27FC236}">
                <a16:creationId xmlns:a16="http://schemas.microsoft.com/office/drawing/2014/main" id="{C9C3A3DE-4727-43D8-A6A6-F6022F1B6103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针对[问题]，提出[方法]，通过[证据]说明[具体贡献]。</a:t>
            </a:r>
          </a:p>
        </p:txBody>
      </p:sp>
      <p:sp>
        <p:nvSpPr>
          <p:cNvPr id="11" name="summary-3">
            <a:extLst>
              <a:ext uri="{FF2B5EF4-FFF2-40B4-BE49-F238E27FC236}">
                <a16:creationId xmlns:a16="http://schemas.microsoft.com/office/drawing/2014/main" id="{1E2D1EE7-3674-4B83-B34A-6A381B4B640D}"/>
              </a:ext>
            </a:extLst>
          </p:cNvPr>
          <p:cNvSpPr>
            <a:spLocks noGrp="1"/>
          </p:cNvSpPr>
          <p:nvPr/>
        </p:nvSpPr>
        <p:spPr>
          <a:xfrm>
            <a:off x="419100" y="5124450"/>
            <a:ext cx="113538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12" name="summary-title-3">
            <a:extLst>
              <a:ext uri="{FF2B5EF4-FFF2-40B4-BE49-F238E27FC236}">
                <a16:creationId xmlns:a16="http://schemas.microsoft.com/office/drawing/2014/main" id="{C3813374-D250-4354-BD43-95D81D1A2098}"/>
              </a:ext>
            </a:extLst>
          </p:cNvPr>
          <p:cNvSpPr>
            <a:spLocks noGrp="1"/>
          </p:cNvSpPr>
          <p:nvPr/>
        </p:nvSpPr>
        <p:spPr>
          <a:xfrm>
            <a:off x="419100" y="5124450"/>
            <a:ext cx="11353800" cy="390525"/>
          </a:xfrm>
          <a:prstGeom prst="rect">
            <a:avLst/>
          </a:prstGeom>
          <a:solidFill>
            <a:srgbClr val="E7EFEB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025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4. [研究贡献名称]</a:t>
            </a:r>
          </a:p>
        </p:txBody>
      </p:sp>
      <p:sp>
        <p:nvSpPr>
          <p:cNvPr id="13" name="summary-body-3">
            <a:extLst>
              <a:ext uri="{FF2B5EF4-FFF2-40B4-BE49-F238E27FC236}">
                <a16:creationId xmlns:a16="http://schemas.microsoft.com/office/drawing/2014/main" id="{867BE4CB-7771-44FB-8D87-4DEC7E4DB6CE}"/>
              </a:ext>
            </a:extLst>
          </p:cNvPr>
          <p:cNvSpPr>
            <a:spLocks noGrp="1"/>
          </p:cNvSpPr>
          <p:nvPr/>
        </p:nvSpPr>
        <p:spPr>
          <a:xfrm>
            <a:off x="609600" y="5610225"/>
            <a:ext cx="109728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针对[问题]，提出[方法]，通过[证据]说明[具体贡献]。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17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GE_TITLE">
            <a:extLst>
              <a:ext uri="{FF2B5EF4-FFF2-40B4-BE49-F238E27FC236}">
                <a16:creationId xmlns:a16="http://schemas.microsoft.com/office/drawing/2014/main" id="{03803FC9-6A5B-43F6-A3FD-E5A33B6A29AC}"/>
              </a:ext>
            </a:extLst>
          </p:cNvPr>
          <p:cNvSpPr>
            <a:spLocks noGrp="1"/>
          </p:cNvSpPr>
          <p:nvPr/>
        </p:nvSpPr>
        <p:spPr>
          <a:xfrm>
            <a:off x="990600" y="361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4.2  研究局限与未来展望</a:t>
            </a:r>
          </a:p>
        </p:txBody>
      </p:sp>
      <p:sp>
        <p:nvSpPr>
          <p:cNvPr id="2" name="outlook-0">
            <a:extLst>
              <a:ext uri="{FF2B5EF4-FFF2-40B4-BE49-F238E27FC236}">
                <a16:creationId xmlns:a16="http://schemas.microsoft.com/office/drawing/2014/main" id="{13FBF1E8-0111-4355-8555-72DC2DBD1DAB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3" name="outlook-title-0">
            <a:extLst>
              <a:ext uri="{FF2B5EF4-FFF2-40B4-BE49-F238E27FC236}">
                <a16:creationId xmlns:a16="http://schemas.microsoft.com/office/drawing/2014/main" id="{64771D76-FF76-4586-9F63-1A56186D333F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428625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1. [未来研究方向]</a:t>
            </a:r>
          </a:p>
        </p:txBody>
      </p:sp>
      <p:sp>
        <p:nvSpPr>
          <p:cNvPr id="4" name="outlook-body-0">
            <a:extLst>
              <a:ext uri="{FF2B5EF4-FFF2-40B4-BE49-F238E27FC236}">
                <a16:creationId xmlns:a16="http://schemas.microsoft.com/office/drawing/2014/main" id="{7B601E22-AB5A-4953-989A-538BA39C49EF}"/>
              </a:ext>
            </a:extLst>
          </p:cNvPr>
          <p:cNvSpPr>
            <a:spLocks noGrp="1"/>
          </p:cNvSpPr>
          <p:nvPr/>
        </p:nvSpPr>
        <p:spPr>
          <a:xfrm>
            <a:off x="628650" y="1990725"/>
            <a:ext cx="109347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现有局限：[尚未解决的问题或适用边界]</a:t>
            </a:r>
          </a:p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后续研究：[针对该局限的具体改进方向]</a:t>
            </a:r>
          </a:p>
        </p:txBody>
      </p:sp>
      <p:sp>
        <p:nvSpPr>
          <p:cNvPr id="5" name="outlook-1">
            <a:extLst>
              <a:ext uri="{FF2B5EF4-FFF2-40B4-BE49-F238E27FC236}">
                <a16:creationId xmlns:a16="http://schemas.microsoft.com/office/drawing/2014/main" id="{35417228-8E10-4C8B-B08D-6CAA8DC5ED58}"/>
              </a:ext>
            </a:extLst>
          </p:cNvPr>
          <p:cNvSpPr>
            <a:spLocks noGrp="1"/>
          </p:cNvSpPr>
          <p:nvPr/>
        </p:nvSpPr>
        <p:spPr>
          <a:xfrm>
            <a:off x="419100" y="3067050"/>
            <a:ext cx="113538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6" name="outlook-title-1">
            <a:extLst>
              <a:ext uri="{FF2B5EF4-FFF2-40B4-BE49-F238E27FC236}">
                <a16:creationId xmlns:a16="http://schemas.microsoft.com/office/drawing/2014/main" id="{96937DDB-AD0C-410F-878B-942BD5AC149A}"/>
              </a:ext>
            </a:extLst>
          </p:cNvPr>
          <p:cNvSpPr>
            <a:spLocks noGrp="1"/>
          </p:cNvSpPr>
          <p:nvPr/>
        </p:nvSpPr>
        <p:spPr>
          <a:xfrm>
            <a:off x="419100" y="3067050"/>
            <a:ext cx="11353800" cy="428625"/>
          </a:xfrm>
          <a:prstGeom prst="rect">
            <a:avLst/>
          </a:prstGeom>
          <a:solidFill>
            <a:srgbClr val="E7EFEB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2. [未来研究方向]</a:t>
            </a:r>
          </a:p>
        </p:txBody>
      </p:sp>
      <p:sp>
        <p:nvSpPr>
          <p:cNvPr id="7" name="outlook-body-1">
            <a:extLst>
              <a:ext uri="{FF2B5EF4-FFF2-40B4-BE49-F238E27FC236}">
                <a16:creationId xmlns:a16="http://schemas.microsoft.com/office/drawing/2014/main" id="{CED15D01-6EC8-4CFF-AFA2-97905560E5E0}"/>
              </a:ext>
            </a:extLst>
          </p:cNvPr>
          <p:cNvSpPr>
            <a:spLocks noGrp="1"/>
          </p:cNvSpPr>
          <p:nvPr/>
        </p:nvSpPr>
        <p:spPr>
          <a:xfrm>
            <a:off x="628650" y="3629025"/>
            <a:ext cx="109347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现有局限：[尚未解决的问题或适用边界]</a:t>
            </a:r>
          </a:p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后续研究：[针对该局限的具体改进方向]</a:t>
            </a:r>
          </a:p>
        </p:txBody>
      </p:sp>
      <p:sp>
        <p:nvSpPr>
          <p:cNvPr id="8" name="outlook-2">
            <a:extLst>
              <a:ext uri="{FF2B5EF4-FFF2-40B4-BE49-F238E27FC236}">
                <a16:creationId xmlns:a16="http://schemas.microsoft.com/office/drawing/2014/main" id="{9CD6A16A-ED62-4012-AFEA-F22CC5B40EF7}"/>
              </a:ext>
            </a:extLst>
          </p:cNvPr>
          <p:cNvSpPr>
            <a:spLocks noGrp="1"/>
          </p:cNvSpPr>
          <p:nvPr/>
        </p:nvSpPr>
        <p:spPr>
          <a:xfrm>
            <a:off x="419100" y="4705350"/>
            <a:ext cx="113538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5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ctr">
              <a:defRPr sz="180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r>
              <a:t/>
            </a:r>
          </a:p>
        </p:txBody>
      </p:sp>
      <p:sp>
        <p:nvSpPr>
          <p:cNvPr id="9" name="outlook-title-2">
            <a:extLst>
              <a:ext uri="{FF2B5EF4-FFF2-40B4-BE49-F238E27FC236}">
                <a16:creationId xmlns:a16="http://schemas.microsoft.com/office/drawing/2014/main" id="{1462C517-0C1B-4485-9A99-A1DE64E36A72}"/>
              </a:ext>
            </a:extLst>
          </p:cNvPr>
          <p:cNvSpPr>
            <a:spLocks noGrp="1"/>
          </p:cNvSpPr>
          <p:nvPr/>
        </p:nvSpPr>
        <p:spPr>
          <a:xfrm>
            <a:off x="419100" y="4705350"/>
            <a:ext cx="11353800" cy="428625"/>
          </a:xfrm>
          <a:prstGeom prst="rect">
            <a:avLst/>
          </a:prstGeom>
          <a:solidFill>
            <a:srgbClr val="E8EFF5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21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3. [未来研究方向]</a:t>
            </a:r>
          </a:p>
        </p:txBody>
      </p:sp>
      <p:sp>
        <p:nvSpPr>
          <p:cNvPr id="10" name="outlook-body-2">
            <a:extLst>
              <a:ext uri="{FF2B5EF4-FFF2-40B4-BE49-F238E27FC236}">
                <a16:creationId xmlns:a16="http://schemas.microsoft.com/office/drawing/2014/main" id="{610691D9-B1A7-4A34-B8D9-CB428F2D735D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109347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现有局限：[尚未解决的问题或适用边界]</a:t>
            </a:r>
          </a:p>
          <a:p>
            <a:pPr algn="l">
              <a:def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Microsoft YaHei"/>
                <a:cs typeface="Arial"/>
              </a:rPr>
              <a:t>后续研究：[针对该局限的具体改进方向]</a:t>
            </a:r>
          </a:p>
        </p:txBody>
      </p:sp>
      <p:sp>
        <p:nvSpPr>
          <p:cNvPr id="9000" name="灯片编号占位符 1">
            <a:extLst>
              <a:ext uri="{FF2B5EF4-FFF2-40B4-BE49-F238E27FC236}">
                <a16:creationId xmlns:a16="http://schemas.microsoft.com/office/drawing/2014/main" id="{335416B2-89C8-61D8-FBC3-F5899BB18B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82375" y="6524625"/>
            <a:ext cx="523875" cy="228600"/>
          </a:xfrm>
        </p:spPr>
        <p:txBody>
          <a:bodyPr lIns="0" tIns="0" rIns="0" bIns="0"/>
          <a:lstStyle>
            <a:def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defPPr>
            <a:lvl1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1pPr>
            <a:lvl2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2pPr>
            <a:lvl3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3pPr>
            <a:lvl4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4pPr>
            <a:lvl5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5pPr>
            <a:lvl6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6pPr>
            <a:lvl7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7pPr>
            <a:lvl8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8pPr>
            <a:lvl9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r">
              <a:defRPr sz="1200">
                <a:solidFill>
                  <a:srgbClr val="879390"/>
                </a:solidFill>
                <a:latin typeface="Arial"/>
                <a:ea typeface="Microsoft YaHei"/>
                <a:cs typeface="Arial"/>
              </a:defRPr>
            </a:pPr>
            <a:fld id="{E2598689-54C9-18A7-3A19-ED76AA08988F}" type="slidenum">
              <a:rPr sz="1200">
                <a:solidFill>
                  <a:srgbClr val="87939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18</a:t>
            </a:fld>
            <a:endParaRPr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56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>
            <a:extLst>
              <a:ext uri="{FF2B5EF4-FFF2-40B4-BE49-F238E27FC236}">
                <a16:creationId xmlns:a16="http://schemas.microsoft.com/office/drawing/2014/main" id="{AA681671-488F-4187-81FF-F56DA103335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 rotWithShape="1">
          <a:blip r:embed="rId3"/>
          <a:srcRect l="30085" r="33652"/>
          <a:stretch/>
        </p:blipFill>
        <p:spPr>
          <a:xfrm>
            <a:off x="8296967" y="0"/>
            <a:ext cx="3730266" cy="6858000"/>
          </a:xfrm>
        </p:spPr>
      </p:pic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812205BF-B631-401A-A9D6-572F939FBE94}"/>
              </a:ext>
            </a:extLst>
          </p:cNvPr>
          <p:cNvSpPr>
            <a:spLocks noGrp="1"/>
          </p:cNvSpPr>
          <p:nvPr/>
        </p:nvSpPr>
        <p:spPr>
          <a:xfrm>
            <a:off x="276225" y="4105275"/>
            <a:ext cx="6191250" cy="0"/>
          </a:xfrm>
          <a:prstGeom prst="line">
            <a:avLst/>
          </a:prstGeom>
          <a:ln w="19050">
            <a:solidFill>
              <a:srgbClr val="D6DFDC"/>
            </a:solidFill>
            <a:prstDash val="soli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8999" name="PAGE_TITLE">
            <a:extLst>
              <a:ext uri="{FF2B5EF4-FFF2-40B4-BE49-F238E27FC236}">
                <a16:creationId xmlns:a16="http://schemas.microsoft.com/office/drawing/2014/main" id="{90257872-4337-45D8-9B68-068BE5141E5E}"/>
              </a:ext>
            </a:extLst>
          </p:cNvPr>
          <p:cNvSpPr>
            <a:spLocks noGrp="1"/>
          </p:cNvSpPr>
          <p:nvPr/>
        </p:nvSpPr>
        <p:spPr>
          <a:xfrm>
            <a:off x="500000" y="2650000"/>
            <a:ext cx="7300000" cy="11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defPPr>
            <a:lvl1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1pPr>
            <a:lvl2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2pPr>
            <a:lvl3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3pPr>
            <a:lvl4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4pPr>
            <a:lvl5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5pPr>
            <a:lvl6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6pPr>
            <a:lvl7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7pPr>
            <a:lvl8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8pPr>
            <a:lvl9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lvl9pPr>
          </a:lstStyle>
          <a:p>
            <a:pPr algn="l">
              <a:def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defRPr>
            </a:pPr>
            <a:r>
              <a:rPr sz="3000" b="1">
                <a:solidFill>
                  <a:srgbClr val="002554"/>
                </a:solidFill>
                <a:latin typeface="Arial"/>
                <a:ea typeface="Microsoft YaHei"/>
                <a:cs typeface="Arial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253746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Arial"/>
        <a:font script="Jpan" typeface="Arial"/>
        <a:font script="Hang" typeface="Arial"/>
        <a:font script="Hans" typeface="Microsoft YaHei"/>
        <a:font script="Hant" typeface="Microsoft YaHei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  <a:font script="Armn" typeface="Arial"/>
        <a:font script="Bugi" typeface="Arial"/>
        <a:font script="Bopo" typeface="Arial"/>
        <a:font script="Java" typeface="Arial"/>
        <a:font script="Lisu" typeface="Arial"/>
        <a:font script="Mymr" typeface="Arial"/>
        <a:font script="Nkoo" typeface="Arial"/>
        <a:font script="Olck" typeface="Arial"/>
        <a:font script="Osma" typeface="Arial"/>
        <a:font script="Phag" typeface="Arial"/>
        <a:font script="Syrn" typeface="Arial"/>
        <a:font script="Syrj" typeface="Arial"/>
        <a:font script="Syre" typeface="Arial"/>
        <a:font script="Sora" typeface="Arial"/>
        <a:font script="Tale" typeface="Arial"/>
        <a:font script="Talu" typeface="Arial"/>
        <a:font script="Tfng" typeface="Arial"/>
      </a:majorFont>
      <a:minorFont>
        <a:latin typeface="Arial"/>
        <a:ea typeface="Microsoft YaHei"/>
        <a:cs typeface="Arial"/>
        <a:font script="Jpan" typeface="Arial"/>
        <a:font script="Hang" typeface="Arial"/>
        <a:font script="Hans" typeface="Microsoft YaHei"/>
        <a:font script="Hant" typeface="Microsoft YaHei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  <a:font script="Armn" typeface="Arial"/>
        <a:font script="Bugi" typeface="Arial"/>
        <a:font script="Bopo" typeface="Arial"/>
        <a:font script="Java" typeface="Arial"/>
        <a:font script="Lisu" typeface="Arial"/>
        <a:font script="Mymr" typeface="Arial"/>
        <a:font script="Nkoo" typeface="Arial"/>
        <a:font script="Olck" typeface="Arial"/>
        <a:font script="Osma" typeface="Arial"/>
        <a:font script="Phag" typeface="Arial"/>
        <a:font script="Syrn" typeface="Arial"/>
        <a:font script="Syrj" typeface="Arial"/>
        <a:font script="Syre" typeface="Arial"/>
        <a:font script="Sora" typeface="Arial"/>
        <a:font script="Tale" typeface="Arial"/>
        <a:font script="Talu" typeface="Arial"/>
        <a:font script="Tfng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Arial"/>
        <a:font script="Jpan" typeface="Arial"/>
        <a:font script="Hang" typeface="Arial"/>
        <a:font script="Hans" typeface="Microsoft YaHei"/>
        <a:font script="Hant" typeface="Microsoft YaHei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  <a:font script="Armn" typeface="Arial"/>
        <a:font script="Bugi" typeface="Arial"/>
        <a:font script="Bopo" typeface="Arial"/>
        <a:font script="Java" typeface="Arial"/>
        <a:font script="Lisu" typeface="Arial"/>
        <a:font script="Mymr" typeface="Arial"/>
        <a:font script="Nkoo" typeface="Arial"/>
        <a:font script="Olck" typeface="Arial"/>
        <a:font script="Osma" typeface="Arial"/>
        <a:font script="Phag" typeface="Arial"/>
        <a:font script="Syrn" typeface="Arial"/>
        <a:font script="Syrj" typeface="Arial"/>
        <a:font script="Syre" typeface="Arial"/>
        <a:font script="Sora" typeface="Arial"/>
        <a:font script="Tale" typeface="Arial"/>
        <a:font script="Talu" typeface="Arial"/>
        <a:font script="Tfng" typeface="Arial"/>
      </a:majorFont>
      <a:minorFont>
        <a:latin typeface="Arial"/>
        <a:ea typeface="Microsoft YaHei"/>
        <a:cs typeface="Arial"/>
        <a:font script="Jpan" typeface="Arial"/>
        <a:font script="Hang" typeface="Arial"/>
        <a:font script="Hans" typeface="Microsoft YaHei"/>
        <a:font script="Hant" typeface="Microsoft YaHei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  <a:font script="Armn" typeface="Arial"/>
        <a:font script="Bugi" typeface="Arial"/>
        <a:font script="Bopo" typeface="Arial"/>
        <a:font script="Java" typeface="Arial"/>
        <a:font script="Lisu" typeface="Arial"/>
        <a:font script="Mymr" typeface="Arial"/>
        <a:font script="Nkoo" typeface="Arial"/>
        <a:font script="Olck" typeface="Arial"/>
        <a:font script="Osma" typeface="Arial"/>
        <a:font script="Phag" typeface="Arial"/>
        <a:font script="Syrn" typeface="Arial"/>
        <a:font script="Syrj" typeface="Arial"/>
        <a:font script="Syre" typeface="Arial"/>
        <a:font script="Sora" typeface="Arial"/>
        <a:font script="Tale" typeface="Arial"/>
        <a:font script="Talu" typeface="Arial"/>
        <a:font script="Tfng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Arial"/>
        <a:font script="Jpan" typeface="Arial"/>
        <a:font script="Hang" typeface="Arial"/>
        <a:font script="Hans" typeface="Microsoft YaHei"/>
        <a:font script="Hant" typeface="Microsoft YaHei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  <a:font script="Armn" typeface="Arial"/>
        <a:font script="Bugi" typeface="Arial"/>
        <a:font script="Bopo" typeface="Arial"/>
        <a:font script="Java" typeface="Arial"/>
        <a:font script="Lisu" typeface="Arial"/>
        <a:font script="Mymr" typeface="Arial"/>
        <a:font script="Nkoo" typeface="Arial"/>
        <a:font script="Olck" typeface="Arial"/>
        <a:font script="Osma" typeface="Arial"/>
        <a:font script="Phag" typeface="Arial"/>
        <a:font script="Syrn" typeface="Arial"/>
        <a:font script="Syrj" typeface="Arial"/>
        <a:font script="Syre" typeface="Arial"/>
        <a:font script="Sora" typeface="Arial"/>
        <a:font script="Tale" typeface="Arial"/>
        <a:font script="Talu" typeface="Arial"/>
        <a:font script="Tfng" typeface="Arial"/>
      </a:majorFont>
      <a:minorFont>
        <a:latin typeface="Arial"/>
        <a:ea typeface="Microsoft YaHei"/>
        <a:cs typeface="Arial"/>
        <a:font script="Jpan" typeface="Arial"/>
        <a:font script="Hang" typeface="Arial"/>
        <a:font script="Hans" typeface="Microsoft YaHei"/>
        <a:font script="Hant" typeface="Microsoft YaHei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  <a:font script="Armn" typeface="Arial"/>
        <a:font script="Bugi" typeface="Arial"/>
        <a:font script="Bopo" typeface="Arial"/>
        <a:font script="Java" typeface="Arial"/>
        <a:font script="Lisu" typeface="Arial"/>
        <a:font script="Mymr" typeface="Arial"/>
        <a:font script="Nkoo" typeface="Arial"/>
        <a:font script="Olck" typeface="Arial"/>
        <a:font script="Osma" typeface="Arial"/>
        <a:font script="Phag" typeface="Arial"/>
        <a:font script="Syrn" typeface="Arial"/>
        <a:font script="Syrj" typeface="Arial"/>
        <a:font script="Syre" typeface="Arial"/>
        <a:font script="Sora" typeface="Arial"/>
        <a:font script="Tale" typeface="Arial"/>
        <a:font script="Talu" typeface="Arial"/>
        <a:font script="Tfng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Macintosh PowerPoint</Application>
  <DocSecurity>0</DocSecurity>
  <PresentationFormat>宽屏</PresentationFormat>
  <Paragraphs>23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Microsoft YaHei</vt:lpstr>
      <vt:lpstr>Arial</vt:lpstr>
      <vt:lpstr>Office 主题​​</vt:lpstr>
      <vt:lpstr>Office 主题​​</vt:lpstr>
      <vt:lpstr>博士学位论文中文标题 论文副标题或研究主题</vt:lpstr>
      <vt:lpstr>目录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Dijkstra Justin</cp:lastModifiedBy>
  <cp:revision>2</cp:revision>
  <dcterms:created xsi:type="dcterms:W3CDTF">2026-10-30T03:39:07Z</dcterms:created>
  <dcterms:modified xsi:type="dcterms:W3CDTF">2026-10-30T03:44:02Z</dcterms:modified>
</cp:coreProperties>
</file>